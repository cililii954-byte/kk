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中原城市群建成区变迁与景观生态安全格局演变（兼容稳定版）</dc:title>
  <dc:subject>固定版式学术汇报PPT</dc:subject>
  <dc:creator>张国利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