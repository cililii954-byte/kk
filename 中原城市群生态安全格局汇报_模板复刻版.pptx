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62" r:id="rId4"/>
    <p:sldMasterId id="2147483664" r:id="rId5"/>
    <p:sldMasterId id="2147483666" r:id="rId6"/>
  </p:sldMasterIdLst>
  <p:notesMasterIdLst>
    <p:notesMasterId r:id="rId8"/>
  </p:notesMasterIdLst>
  <p:sldIdLst>
    <p:sldId id="291" r:id="rId7"/>
    <p:sldId id="300" r:id="rId9"/>
    <p:sldId id="305" r:id="rId10"/>
    <p:sldId id="280" r:id="rId11"/>
    <p:sldId id="310" r:id="rId12"/>
    <p:sldId id="306" r:id="rId13"/>
    <p:sldId id="273" r:id="rId14"/>
    <p:sldId id="311" r:id="rId15"/>
    <p:sldId id="307" r:id="rId16"/>
    <p:sldId id="301" r:id="rId17"/>
    <p:sldId id="312" r:id="rId18"/>
    <p:sldId id="313" r:id="rId19"/>
    <p:sldId id="315" r:id="rId20"/>
    <p:sldId id="308" r:id="rId21"/>
    <p:sldId id="270" r:id="rId22"/>
    <p:sldId id="309" r:id="rId23"/>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73D1"/>
    <a:srgbClr val="067ACB"/>
    <a:srgbClr val="0373D0"/>
    <a:srgbClr val="0379DA"/>
    <a:srgbClr val="037ADC"/>
    <a:srgbClr val="4862F4"/>
    <a:srgbClr val="FFA100"/>
    <a:srgbClr val="FF5049"/>
    <a:srgbClr val="FE0C00"/>
    <a:srgbClr val="FF4C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319" autoAdjust="0"/>
    <p:restoredTop sz="94660"/>
  </p:normalViewPr>
  <p:slideViewPr>
    <p:cSldViewPr snapToGrid="0">
      <p:cViewPr>
        <p:scale>
          <a:sx n="25" d="100"/>
          <a:sy n="25" d="100"/>
        </p:scale>
        <p:origin x="2160" y="1374"/>
      </p:cViewPr>
      <p:guideLst/>
    </p:cSldViewPr>
  </p:slideViewPr>
  <p:notesTextViewPr>
    <p:cViewPr>
      <p:scale>
        <a:sx n="1" d="1"/>
        <a:sy n="1" d="1"/>
      </p:scale>
      <p:origin x="0" y="0"/>
    </p:cViewPr>
  </p:notesTextViewPr>
  <p:sorterViewPr>
    <p:cViewPr>
      <p:scale>
        <a:sx n="33" d="100"/>
        <a:sy n="33"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ableStyles" Target="tableStyles.xml"/><Relationship Id="rId27" Type="http://schemas.openxmlformats.org/officeDocument/2006/relationships/tags" Target="tags/tag1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字魂59号-创粗黑" panose="00000500000000000000" pitchFamily="2" charset="-122"/>
                <a:ea typeface="字魂59号-创粗黑" panose="00000500000000000000" pitchFamily="2"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字魂59号-创粗黑" panose="00000500000000000000" pitchFamily="2" charset="-122"/>
                <a:ea typeface="字魂59号-创粗黑" panose="00000500000000000000" pitchFamily="2" charset="-122"/>
              </a:defRPr>
            </a:lvl1pPr>
          </a:lstStyle>
          <a:p>
            <a:fld id="{4FE5A037-BCD1-4D52-A534-7861AB4DAC00}"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字魂59号-创粗黑" panose="00000500000000000000" pitchFamily="2" charset="-122"/>
                <a:ea typeface="字魂59号-创粗黑" panose="00000500000000000000" pitchFamily="2"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字魂59号-创粗黑" panose="00000500000000000000" pitchFamily="2" charset="-122"/>
                <a:ea typeface="字魂59号-创粗黑" panose="00000500000000000000" pitchFamily="2" charset="-122"/>
              </a:defRPr>
            </a:lvl1pPr>
          </a:lstStyle>
          <a:p>
            <a:fld id="{F5939E68-48CC-45C1-A51A-2ED1BA43CFBA}"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字魂59号-创粗黑" panose="00000500000000000000" pitchFamily="2" charset="-122"/>
        <a:ea typeface="字魂59号-创粗黑" panose="00000500000000000000" pitchFamily="2" charset="-122"/>
        <a:cs typeface="+mn-cs"/>
      </a:defRPr>
    </a:lvl1pPr>
    <a:lvl2pPr marL="457200" algn="l" defTabSz="914400" rtl="0" eaLnBrk="1" latinLnBrk="0" hangingPunct="1">
      <a:defRPr sz="1200" kern="1200">
        <a:solidFill>
          <a:schemeClr val="tx1"/>
        </a:solidFill>
        <a:latin typeface="字魂59号-创粗黑" panose="00000500000000000000" pitchFamily="2" charset="-122"/>
        <a:ea typeface="字魂59号-创粗黑" panose="00000500000000000000" pitchFamily="2" charset="-122"/>
        <a:cs typeface="+mn-cs"/>
      </a:defRPr>
    </a:lvl2pPr>
    <a:lvl3pPr marL="914400" algn="l" defTabSz="914400" rtl="0" eaLnBrk="1" latinLnBrk="0" hangingPunct="1">
      <a:defRPr sz="1200" kern="1200">
        <a:solidFill>
          <a:schemeClr val="tx1"/>
        </a:solidFill>
        <a:latin typeface="字魂59号-创粗黑" panose="00000500000000000000" pitchFamily="2" charset="-122"/>
        <a:ea typeface="字魂59号-创粗黑" panose="00000500000000000000" pitchFamily="2" charset="-122"/>
        <a:cs typeface="+mn-cs"/>
      </a:defRPr>
    </a:lvl3pPr>
    <a:lvl4pPr marL="1371600" algn="l" defTabSz="914400" rtl="0" eaLnBrk="1" latinLnBrk="0" hangingPunct="1">
      <a:defRPr sz="1200" kern="1200">
        <a:solidFill>
          <a:schemeClr val="tx1"/>
        </a:solidFill>
        <a:latin typeface="字魂59号-创粗黑" panose="00000500000000000000" pitchFamily="2" charset="-122"/>
        <a:ea typeface="字魂59号-创粗黑" panose="00000500000000000000" pitchFamily="2" charset="-122"/>
        <a:cs typeface="+mn-cs"/>
      </a:defRPr>
    </a:lvl4pPr>
    <a:lvl5pPr marL="1828800" algn="l" defTabSz="914400" rtl="0" eaLnBrk="1" latinLnBrk="0" hangingPunct="1">
      <a:defRPr sz="1200" kern="1200">
        <a:solidFill>
          <a:schemeClr val="tx1"/>
        </a:solidFill>
        <a:latin typeface="字魂59号-创粗黑" panose="00000500000000000000" pitchFamily="2" charset="-122"/>
        <a:ea typeface="字魂59号-创粗黑" panose="00000500000000000000"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5939E68-48CC-45C1-A51A-2ED1BA43CFBA}" type="slidenum">
              <a:rPr lang="zh-CN" altLang="en-US" smtClean="0"/>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5939E68-48CC-45C1-A51A-2ED1BA43CFBA}" type="slidenum">
              <a:rPr lang="zh-CN" altLang="en-US" smtClean="0"/>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06BAC3F-EC54-4562-95FA-EAB001225A8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5939E68-48CC-45C1-A51A-2ED1BA43CFBA}" type="slidenum">
              <a:rPr lang="zh-CN" altLang="en-US" smtClean="0"/>
            </a:fld>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305A010-B84F-4EB0-AA38-4049044F4E5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5939E68-48CC-45C1-A51A-2ED1BA43CFBA}" type="slidenum">
              <a:rPr lang="zh-CN" altLang="en-US" smtClean="0"/>
            </a:fld>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5939E68-48CC-45C1-A51A-2ED1BA43CFBA}" type="slidenum">
              <a:rPr lang="zh-CN" altLang="en-US" smtClean="0"/>
            </a:fld>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86C4872-3FEE-47F7-8706-972E2208B56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5939E68-48CC-45C1-A51A-2ED1BA43CFBA}" type="slidenum">
              <a:rPr lang="zh-CN" altLang="en-US"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tags" Target="../tags/tag21.xml"/><Relationship Id="rId3" Type="http://schemas.openxmlformats.org/officeDocument/2006/relationships/tags" Target="../tags/tag22.xml"/><Relationship Id="rId4" Type="http://schemas.openxmlformats.org/officeDocument/2006/relationships/tags" Target="../tags/tag23.xml"/><Relationship Id="rId5" Type="http://schemas.openxmlformats.org/officeDocument/2006/relationships/tags" Target="../tags/tag2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tags" Target="../tags/tag31.xml"/><Relationship Id="rId3" Type="http://schemas.openxmlformats.org/officeDocument/2006/relationships/tags" Target="../tags/tag32.xml"/><Relationship Id="rId4" Type="http://schemas.openxmlformats.org/officeDocument/2006/relationships/tags" Target="../tags/tag33.xml"/><Relationship Id="rId5" Type="http://schemas.openxmlformats.org/officeDocument/2006/relationships/tags" Target="../tags/tag3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tags" Target="../tags/tag35.xml"/><Relationship Id="rId3" Type="http://schemas.openxmlformats.org/officeDocument/2006/relationships/tags" Target="../tags/tag36.xml"/><Relationship Id="rId4" Type="http://schemas.openxmlformats.org/officeDocument/2006/relationships/tags" Target="../tags/tag3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tags" Target="../tags/tag38.xml"/><Relationship Id="rId3" Type="http://schemas.openxmlformats.org/officeDocument/2006/relationships/tags" Target="../tags/tag39.xml"/><Relationship Id="rId4" Type="http://schemas.openxmlformats.org/officeDocument/2006/relationships/tags" Target="../tags/tag40.xml"/><Relationship Id="rId5" Type="http://schemas.openxmlformats.org/officeDocument/2006/relationships/tags" Target="../tags/tag41.xml"/><Relationship Id="rId6" Type="http://schemas.openxmlformats.org/officeDocument/2006/relationships/tags" Target="../tags/tag4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8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Main_Slide">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ustom Layout 113">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Blank-2">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9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6000" y="394405"/>
            <a:ext cx="10800000" cy="792000"/>
          </a:xfrm>
        </p:spPr>
        <p:txBody>
          <a:bodyPr/>
          <a:lstStyle>
            <a:lvl1pPr algn="ctr">
              <a:defRPr sz="3200">
                <a:solidFill>
                  <a:schemeClr val="tx1">
                    <a:lumMod val="85000"/>
                    <a:lumOff val="15000"/>
                  </a:schemeClr>
                </a:solidFill>
                <a:latin typeface="+mj-ea"/>
                <a:ea typeface="+mj-ea"/>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dirty="0"/>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dirty="0"/>
          </a:p>
        </p:txBody>
      </p:sp>
      <p:sp>
        <p:nvSpPr>
          <p:cNvPr id="6" name="标题 5"/>
          <p:cNvSpPr>
            <a:spLocks noGrp="1"/>
          </p:cNvSpPr>
          <p:nvPr>
            <p:ph type="title"/>
            <p:custDataLst>
              <p:tags r:id="rId5"/>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title"/>
            <p:custDataLst>
              <p:tags r:id="rId5"/>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09600" y="1448376"/>
            <a:ext cx="10972800" cy="405765"/>
          </a:xfrm>
        </p:spPr>
        <p:txBody>
          <a:bodyPr wrap="square" anchor="ctr" anchorCtr="0">
            <a:normAutofit/>
          </a:bodyPr>
          <a:lstStyle>
            <a:lvl1pPr marL="0" indent="0" algn="l">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6" name="标题 5"/>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ags" Target="../tags/tag5.xml"/><Relationship Id="rId3" Type="http://schemas.openxmlformats.org/officeDocument/2006/relationships/tags" Target="../tags/tag6.xml"/><Relationship Id="rId4" Type="http://schemas.openxmlformats.org/officeDocument/2006/relationships/tags" Target="../tags/tag7.xml"/><Relationship Id="rId5" Type="http://schemas.openxmlformats.org/officeDocument/2006/relationships/tags" Target="../tags/tag8.xml"/><Relationship Id="rId6" Type="http://schemas.openxmlformats.org/officeDocument/2006/relationships/tags" Target="../tags/tag9.xml"/><Relationship Id="rId7" Type="http://schemas.openxmlformats.org/officeDocument/2006/relationships/tags" Target="../tags/tag10.xml"/><Relationship Id="rId8"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ags" Target="../tags/tag15.xml"/><Relationship Id="rId3" Type="http://schemas.openxmlformats.org/officeDocument/2006/relationships/tags" Target="../tags/tag16.xml"/><Relationship Id="rId4" Type="http://schemas.openxmlformats.org/officeDocument/2006/relationships/tags" Target="../tags/tag17.xml"/><Relationship Id="rId5" Type="http://schemas.openxmlformats.org/officeDocument/2006/relationships/tags" Target="../tags/tag18.xml"/><Relationship Id="rId6" Type="http://schemas.openxmlformats.org/officeDocument/2006/relationships/tags" Target="../tags/tag19.xml"/><Relationship Id="rId7" Type="http://schemas.openxmlformats.org/officeDocument/2006/relationships/tags" Target="../tags/tag20.xml"/><Relationship Id="rId8"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ags" Target="../tags/tag25.xml"/><Relationship Id="rId3" Type="http://schemas.openxmlformats.org/officeDocument/2006/relationships/tags" Target="../tags/tag26.xml"/><Relationship Id="rId4" Type="http://schemas.openxmlformats.org/officeDocument/2006/relationships/tags" Target="../tags/tag27.xml"/><Relationship Id="rId5" Type="http://schemas.openxmlformats.org/officeDocument/2006/relationships/tags" Target="../tags/tag28.xml"/><Relationship Id="rId6" Type="http://schemas.openxmlformats.org/officeDocument/2006/relationships/tags" Target="../tags/tag29.xml"/><Relationship Id="rId7" Type="http://schemas.openxmlformats.org/officeDocument/2006/relationships/tags" Target="../tags/tag30.xml"/><Relationship Id="rId8"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tags" Target="../tags/tag43.xml"/><Relationship Id="rId5" Type="http://schemas.openxmlformats.org/officeDocument/2006/relationships/tags" Target="../tags/tag44.xml"/><Relationship Id="rId6" Type="http://schemas.openxmlformats.org/officeDocument/2006/relationships/tags" Target="../tags/tag45.xml"/><Relationship Id="rId7" Type="http://schemas.openxmlformats.org/officeDocument/2006/relationships/tags" Target="../tags/tag46.xml"/><Relationship Id="rId8" Type="http://schemas.openxmlformats.org/officeDocument/2006/relationships/tags" Target="../tags/tag47.xml"/><Relationship Id="rId9" Type="http://schemas.openxmlformats.org/officeDocument/2006/relationships/tags" Target="../tags/tag48.xml"/><Relationship Id="rId10"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文本框 3"/>
          <p:cNvSpPr txBox="1"/>
          <p:nvPr userDrawn="1"/>
        </p:nvSpPr>
        <p:spPr>
          <a:xfrm>
            <a:off x="4318000" y="2971800"/>
            <a:ext cx="3556000" cy="229870"/>
          </a:xfrm>
          <a:prstGeom prst="rect">
            <a:avLst/>
          </a:prstGeom>
          <a:noFill/>
        </p:spPr>
        <p:txBody>
          <a:bodyPr wrap="square" rtlCol="0">
            <a:spAutoFit/>
          </a:bodyPr>
          <a:lstStyle/>
          <a:p>
            <a:r>
              <a:rPr lang="zh-CN" altLang="en-US" sz="300" dirty="0">
                <a:solidFill>
                  <a:schemeClr val="bg1">
                    <a:alpha val="0"/>
                  </a:schemeClr>
                </a:solidFill>
                <a:latin typeface="字魂59号-创粗黑" panose="00000500000000000000" pitchFamily="2" charset="-122"/>
                <a:ea typeface="字魂59号-创粗黑" panose="00000500000000000000" pitchFamily="2" charset="-122"/>
                <a:sym typeface="+mn-ea"/>
              </a:rPr>
              <a:t>感谢您下载包图网平台上提供的</a:t>
            </a:r>
            <a:r>
              <a:rPr lang="en-US" altLang="zh-CN" sz="300" dirty="0">
                <a:solidFill>
                  <a:schemeClr val="bg1">
                    <a:alpha val="0"/>
                  </a:schemeClr>
                </a:solidFill>
                <a:latin typeface="字魂59号-创粗黑" panose="00000500000000000000" pitchFamily="2" charset="-122"/>
                <a:ea typeface="字魂59号-创粗黑" panose="00000500000000000000" pitchFamily="2" charset="-122"/>
                <a:sym typeface="+mn-ea"/>
              </a:rPr>
              <a:t>PPT</a:t>
            </a:r>
            <a:r>
              <a:rPr lang="zh-CN" altLang="en-US" sz="300" dirty="0">
                <a:solidFill>
                  <a:schemeClr val="bg1">
                    <a:alpha val="0"/>
                  </a:schemeClr>
                </a:solidFill>
                <a:latin typeface="字魂59号-创粗黑" panose="00000500000000000000" pitchFamily="2" charset="-122"/>
                <a:ea typeface="字魂59号-创粗黑" panose="00000500000000000000" pitchFamily="2" charset="-122"/>
                <a:sym typeface="+mn-ea"/>
              </a:rPr>
              <a:t>作品，为了您和包图网以及原创作者的利益，请勿复制、传播、销售，否则将承担法律责任！包图网将对作品进行维权，按照传播下载次数进行十倍的索取赔偿！</a:t>
            </a:r>
            <a:endParaRPr lang="zh-CN" altLang="en-US" sz="300" dirty="0">
              <a:solidFill>
                <a:schemeClr val="bg1">
                  <a:alpha val="0"/>
                </a:schemeClr>
              </a:solidFill>
              <a:latin typeface="字魂59号-创粗黑" panose="00000500000000000000" pitchFamily="2" charset="-122"/>
              <a:ea typeface="字魂59号-创粗黑" panose="00000500000000000000" pitchFamily="2" charset="-122"/>
              <a:sym typeface="+mn-ea"/>
            </a:endParaRPr>
          </a:p>
          <a:p>
            <a:r>
              <a:rPr lang="en-US" altLang="zh-CN" sz="600" dirty="0">
                <a:solidFill>
                  <a:schemeClr val="bg1">
                    <a:alpha val="0"/>
                  </a:schemeClr>
                </a:solidFill>
                <a:latin typeface="字魂59号-创粗黑" panose="00000500000000000000" pitchFamily="2" charset="-122"/>
                <a:ea typeface="字魂59号-创粗黑" panose="00000500000000000000" pitchFamily="2" charset="-122"/>
                <a:sym typeface="+mn-ea"/>
              </a:rPr>
              <a:t>ibaotu.com</a:t>
            </a:r>
            <a:endParaRPr lang="en-US" altLang="zh-CN" sz="600" dirty="0">
              <a:solidFill>
                <a:schemeClr val="bg1">
                  <a:alpha val="0"/>
                </a:schemeClr>
              </a:solidFill>
              <a:latin typeface="字魂59号-创粗黑" panose="00000500000000000000" pitchFamily="2" charset="-122"/>
              <a:ea typeface="字魂59号-创粗黑" panose="00000500000000000000" pitchFamily="2" charset="-122"/>
              <a:sym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750"/>
    </mc:Choice>
    <mc:Fallback>
      <p:transition spd="slow"/>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4"/>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5"/>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6"/>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7" name="KSO_TEMPLATE" hidden="1"/>
          <p:cNvSpPr/>
          <p:nvPr userDrawn="1">
            <p:custDataLst>
              <p:tags r:id="rId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KSO_TEMPLATE" hidden="1"/>
          <p:cNvSpPr/>
          <p:nvPr userDrawn="1">
            <p:custDataLst>
              <p:tags r:id="rId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ea"/>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ea"/>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ea"/>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ea"/>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KSO_TEMPLATE" hidden="1"/>
          <p:cNvSpPr/>
          <p:nvPr userDrawn="1">
            <p:custDataLst>
              <p:tags r:id="rId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ea"/>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ea"/>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ea"/>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ea"/>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custDataLst>
              <p:tags r:id="rId4"/>
            </p:custDataLst>
          </p:nvPr>
        </p:nvSpPr>
        <p:spPr>
          <a:xfrm>
            <a:off x="609599" y="1676399"/>
            <a:ext cx="10972799" cy="457136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2" name="标题占位符 1"/>
          <p:cNvSpPr>
            <a:spLocks noGrp="1"/>
          </p:cNvSpPr>
          <p:nvPr>
            <p:ph type="title"/>
            <p:custDataLst>
              <p:tags r:id="rId5"/>
            </p:custDataLst>
          </p:nvPr>
        </p:nvSpPr>
        <p:spPr>
          <a:xfrm>
            <a:off x="609600" y="608400"/>
            <a:ext cx="10972800" cy="763200"/>
          </a:xfrm>
          <a:prstGeom prst="rect">
            <a:avLst/>
          </a:prstGeom>
        </p:spPr>
        <p:txBody>
          <a:bodyPr vert="horz" wrap="square" lIns="0" tIns="0" rIns="0" bIns="0" rtlCol="0" anchor="ctr">
            <a:normAutofit/>
          </a:bodyPr>
          <a:lstStyle/>
          <a:p>
            <a:r>
              <a:rPr lang="zh-CN" altLang="en-US" dirty="0"/>
              <a:t>单击此处编辑母版标题样式</a:t>
            </a:r>
            <a:endParaRPr lang="zh-CN" altLang="en-US" dirty="0"/>
          </a:p>
        </p:txBody>
      </p:sp>
      <p:sp>
        <p:nvSpPr>
          <p:cNvPr id="4" name="日期占位符 3"/>
          <p:cNvSpPr>
            <a:spLocks noGrp="1"/>
          </p:cNvSpPr>
          <p:nvPr>
            <p:ph type="dt" sz="half" idx="2"/>
            <p:custDataLst>
              <p:tags r:id="rId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微软雅黑" panose="020B0503020204020204" charset="-122"/>
                <a:cs typeface="微软雅黑" panose="020B0503020204020204" charset="-122"/>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微软雅黑" panose="020B0503020204020204" charset="-122"/>
                <a:cs typeface="微软雅黑" panose="020B0503020204020204" charset="-122"/>
              </a:defRPr>
            </a:lvl1pPr>
          </a:lstStyle>
          <a:p>
            <a:fld id="{BE5F26B5-172A-4DC2-B0B7-181CFC56B87C}" type="slidenum">
              <a:rPr lang="zh-CN" altLang="en-US" smtClean="0"/>
            </a:fld>
            <a:endParaRPr lang="zh-CN" altLang="en-US"/>
          </a:p>
        </p:txBody>
      </p:sp>
      <p:sp>
        <p:nvSpPr>
          <p:cNvPr id="8" name="KSO_TEMPLATE" hidden="1"/>
          <p:cNvSpPr/>
          <p:nvPr userDrawn="1">
            <p:custDataLst>
              <p:tags r:id="rId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Lst>
  <p:txStyles>
    <p:titleStyle>
      <a:lvl1pPr algn="l" defTabSz="914400" rtl="0" eaLnBrk="1" latinLnBrk="0" hangingPunct="1">
        <a:lnSpc>
          <a:spcPct val="100000"/>
        </a:lnSpc>
        <a:spcBef>
          <a:spcPct val="0"/>
        </a:spcBef>
        <a:buNone/>
        <a:defRPr sz="3200" b="1" kern="1200">
          <a:solidFill>
            <a:schemeClr val="tx1"/>
          </a:solidFill>
          <a:latin typeface="微软雅黑" panose="020B0503020204020204" charset="-122"/>
          <a:ea typeface="+mj-ea"/>
          <a:cs typeface="微软雅黑" panose="020B0503020204020204" charset="-122"/>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微软雅黑" panose="020B0503020204020204" charset="-122"/>
          <a:ea typeface="+mn-ea"/>
          <a:cs typeface="微软雅黑" panose="020B0503020204020204" charset="-122"/>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微软雅黑" panose="020B0503020204020204" charset="-122"/>
          <a:ea typeface="+mn-ea"/>
          <a:cs typeface="微软雅黑" panose="020B0503020204020204" charset="-122"/>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微软雅黑" panose="020B0503020204020204" charset="-122"/>
          <a:ea typeface="+mn-ea"/>
          <a:cs typeface="微软雅黑" panose="020B0503020204020204" charset="-122"/>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微软雅黑" panose="020B0503020204020204" charset="-122"/>
          <a:ea typeface="+mn-ea"/>
          <a:cs typeface="微软雅黑" panose="020B0503020204020204" charset="-122"/>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微软雅黑" panose="020B0503020204020204" charset="-122"/>
          <a:ea typeface="+mn-ea"/>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themeOverride" Target="../theme/themeOverride1.xml"/><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2.png"/><Relationship Id="rId3"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tags" Target="../tags/tag49.xml"/><Relationship Id="rId2" Type="http://schemas.openxmlformats.org/officeDocument/2006/relationships/tags" Target="../tags/tag50.xml"/><Relationship Id="rId3" Type="http://schemas.openxmlformats.org/officeDocument/2006/relationships/tags" Target="../tags/tag51.xml"/><Relationship Id="rId4" Type="http://schemas.openxmlformats.org/officeDocument/2006/relationships/tags" Target="../tags/tag52.xml"/><Relationship Id="rId5" Type="http://schemas.openxmlformats.org/officeDocument/2006/relationships/tags" Target="../tags/tag53.xml"/><Relationship Id="rId6" Type="http://schemas.openxmlformats.org/officeDocument/2006/relationships/tags" Target="../tags/tag54.xml"/><Relationship Id="rId7" Type="http://schemas.openxmlformats.org/officeDocument/2006/relationships/tags" Target="../tags/tag55.xml"/><Relationship Id="rId8" Type="http://schemas.openxmlformats.org/officeDocument/2006/relationships/tags" Target="../tags/tag56.xml"/><Relationship Id="rId9" Type="http://schemas.openxmlformats.org/officeDocument/2006/relationships/tags" Target="../tags/tag57.xml"/><Relationship Id="rId10" Type="http://schemas.openxmlformats.org/officeDocument/2006/relationships/tags" Target="../tags/tag58.xml"/><Relationship Id="rId11" Type="http://schemas.openxmlformats.org/officeDocument/2006/relationships/tags" Target="../tags/tag59.xml"/><Relationship Id="rId12" Type="http://schemas.openxmlformats.org/officeDocument/2006/relationships/tags" Target="../tags/tag60.xml"/><Relationship Id="rId13" Type="http://schemas.openxmlformats.org/officeDocument/2006/relationships/tags" Target="../tags/tag61.xml"/><Relationship Id="rId14" Type="http://schemas.openxmlformats.org/officeDocument/2006/relationships/tags" Target="../tags/tag62.xml"/><Relationship Id="rId15" Type="http://schemas.openxmlformats.org/officeDocument/2006/relationships/tags" Target="../tags/tag63.xml"/><Relationship Id="rId16" Type="http://schemas.openxmlformats.org/officeDocument/2006/relationships/tags" Target="../tags/tag64.xml"/><Relationship Id="rId17" Type="http://schemas.openxmlformats.org/officeDocument/2006/relationships/image" Target="../media/image2.png"/><Relationship Id="rId18" Type="http://schemas.openxmlformats.org/officeDocument/2006/relationships/image" Target="../media/image5.png"/><Relationship Id="rId19" Type="http://schemas.openxmlformats.org/officeDocument/2006/relationships/themeOverride" Target="../theme/themeOverride2.xml"/><Relationship Id="rId20" Type="http://schemas.openxmlformats.org/officeDocument/2006/relationships/slideLayout" Target="../slideLayouts/slideLayout10.xml"/><Relationship Id="rId21" Type="http://schemas.openxmlformats.org/officeDocument/2006/relationships/notesSlide" Target="../notesSlides/notesSlide3.xml"/><Relationship Id="rId22"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65.xml"/><Relationship Id="rId3" Type="http://schemas.openxmlformats.org/officeDocument/2006/relationships/tags" Target="../tags/tag66.xml"/><Relationship Id="rId4" Type="http://schemas.openxmlformats.org/officeDocument/2006/relationships/tags" Target="../tags/tag67.xml"/><Relationship Id="rId5" Type="http://schemas.openxmlformats.org/officeDocument/2006/relationships/tags" Target="../tags/tag68.xml"/><Relationship Id="rId6" Type="http://schemas.openxmlformats.org/officeDocument/2006/relationships/tags" Target="../tags/tag69.xml"/><Relationship Id="rId7" Type="http://schemas.openxmlformats.org/officeDocument/2006/relationships/tags" Target="../tags/tag70.xml"/><Relationship Id="rId8" Type="http://schemas.openxmlformats.org/officeDocument/2006/relationships/tags" Target="../tags/tag71.xml"/><Relationship Id="rId9" Type="http://schemas.openxmlformats.org/officeDocument/2006/relationships/tags" Target="../tags/tag72.xml"/><Relationship Id="rId10" Type="http://schemas.openxmlformats.org/officeDocument/2006/relationships/tags" Target="../tags/tag73.xml"/><Relationship Id="rId11" Type="http://schemas.openxmlformats.org/officeDocument/2006/relationships/slideLayout" Target="../slideLayouts/slideLayout12.xml"/><Relationship Id="rId1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tags" Target="../tags/tag74.xml"/><Relationship Id="rId2" Type="http://schemas.openxmlformats.org/officeDocument/2006/relationships/tags" Target="../tags/tag75.xml"/><Relationship Id="rId3" Type="http://schemas.openxmlformats.org/officeDocument/2006/relationships/tags" Target="../tags/tag76.xml"/><Relationship Id="rId4" Type="http://schemas.openxmlformats.org/officeDocument/2006/relationships/tags" Target="../tags/tag77.xml"/><Relationship Id="rId5" Type="http://schemas.openxmlformats.org/officeDocument/2006/relationships/tags" Target="../tags/tag78.xml"/><Relationship Id="rId6" Type="http://schemas.openxmlformats.org/officeDocument/2006/relationships/tags" Target="../tags/tag79.xml"/><Relationship Id="rId7" Type="http://schemas.openxmlformats.org/officeDocument/2006/relationships/tags" Target="../tags/tag80.xml"/><Relationship Id="rId8" Type="http://schemas.openxmlformats.org/officeDocument/2006/relationships/tags" Target="../tags/tag81.xml"/><Relationship Id="rId9" Type="http://schemas.openxmlformats.org/officeDocument/2006/relationships/tags" Target="../tags/tag82.xml"/><Relationship Id="rId10" Type="http://schemas.openxmlformats.org/officeDocument/2006/relationships/tags" Target="../tags/tag83.xml"/><Relationship Id="rId11" Type="http://schemas.openxmlformats.org/officeDocument/2006/relationships/tags" Target="../tags/tag84.xml"/><Relationship Id="rId12" Type="http://schemas.openxmlformats.org/officeDocument/2006/relationships/tags" Target="../tags/tag85.xml"/><Relationship Id="rId13" Type="http://schemas.openxmlformats.org/officeDocument/2006/relationships/tags" Target="../tags/tag86.xml"/><Relationship Id="rId14" Type="http://schemas.openxmlformats.org/officeDocument/2006/relationships/tags" Target="../tags/tag87.xml"/><Relationship Id="rId15" Type="http://schemas.openxmlformats.org/officeDocument/2006/relationships/tags" Target="../tags/tag88.xml"/><Relationship Id="rId16" Type="http://schemas.openxmlformats.org/officeDocument/2006/relationships/tags" Target="../tags/tag89.xml"/><Relationship Id="rId17" Type="http://schemas.openxmlformats.org/officeDocument/2006/relationships/image" Target="../media/image2.png"/><Relationship Id="rId18" Type="http://schemas.openxmlformats.org/officeDocument/2006/relationships/themeOverride" Target="../theme/themeOverride3.xml"/><Relationship Id="rId19" Type="http://schemas.openxmlformats.org/officeDocument/2006/relationships/slideLayout" Target="../slideLayouts/slideLayout7.xml"/><Relationship Id="rId20"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tags" Target="../tags/tag90.xml"/><Relationship Id="rId2" Type="http://schemas.openxmlformats.org/officeDocument/2006/relationships/tags" Target="../tags/tag91.xml"/><Relationship Id="rId3" Type="http://schemas.openxmlformats.org/officeDocument/2006/relationships/tags" Target="../tags/tag92.xml"/><Relationship Id="rId4" Type="http://schemas.openxmlformats.org/officeDocument/2006/relationships/tags" Target="../tags/tag93.xml"/><Relationship Id="rId5" Type="http://schemas.openxmlformats.org/officeDocument/2006/relationships/tags" Target="../tags/tag94.xml"/><Relationship Id="rId6" Type="http://schemas.openxmlformats.org/officeDocument/2006/relationships/tags" Target="../tags/tag95.xml"/><Relationship Id="rId7" Type="http://schemas.openxmlformats.org/officeDocument/2006/relationships/tags" Target="../tags/tag96.xml"/><Relationship Id="rId8" Type="http://schemas.openxmlformats.org/officeDocument/2006/relationships/tags" Target="../tags/tag97.xml"/><Relationship Id="rId9" Type="http://schemas.openxmlformats.org/officeDocument/2006/relationships/tags" Target="../tags/tag98.xml"/><Relationship Id="rId10" Type="http://schemas.openxmlformats.org/officeDocument/2006/relationships/tags" Target="../tags/tag99.xml"/><Relationship Id="rId11" Type="http://schemas.openxmlformats.org/officeDocument/2006/relationships/tags" Target="../tags/tag100.xml"/><Relationship Id="rId12" Type="http://schemas.openxmlformats.org/officeDocument/2006/relationships/tags" Target="../tags/tag101.xml"/><Relationship Id="rId13" Type="http://schemas.openxmlformats.org/officeDocument/2006/relationships/tags" Target="../tags/tag102.xml"/><Relationship Id="rId14" Type="http://schemas.openxmlformats.org/officeDocument/2006/relationships/tags" Target="../tags/tag103.xml"/><Relationship Id="rId15" Type="http://schemas.openxmlformats.org/officeDocument/2006/relationships/tags" Target="../tags/tag104.xml"/><Relationship Id="rId16" Type="http://schemas.openxmlformats.org/officeDocument/2006/relationships/tags" Target="../tags/tag105.xml"/><Relationship Id="rId17" Type="http://schemas.openxmlformats.org/officeDocument/2006/relationships/tags" Target="../tags/tag106.xml"/><Relationship Id="rId18" Type="http://schemas.openxmlformats.org/officeDocument/2006/relationships/tags" Target="../tags/tag107.xml"/><Relationship Id="rId19" Type="http://schemas.openxmlformats.org/officeDocument/2006/relationships/tags" Target="../tags/tag108.xml"/><Relationship Id="rId20" Type="http://schemas.openxmlformats.org/officeDocument/2006/relationships/tags" Target="../tags/tag109.xml"/><Relationship Id="rId21" Type="http://schemas.openxmlformats.org/officeDocument/2006/relationships/tags" Target="../tags/tag110.xml"/><Relationship Id="rId22" Type="http://schemas.openxmlformats.org/officeDocument/2006/relationships/tags" Target="../tags/tag111.xml"/><Relationship Id="rId23" Type="http://schemas.openxmlformats.org/officeDocument/2006/relationships/tags" Target="../tags/tag112.xml"/><Relationship Id="rId24" Type="http://schemas.openxmlformats.org/officeDocument/2006/relationships/tags" Target="../tags/tag113.xml"/><Relationship Id="rId25" Type="http://schemas.openxmlformats.org/officeDocument/2006/relationships/tags" Target="../tags/tag114.xml"/><Relationship Id="rId26" Type="http://schemas.openxmlformats.org/officeDocument/2006/relationships/tags" Target="../tags/tag115.xml"/><Relationship Id="rId27" Type="http://schemas.openxmlformats.org/officeDocument/2006/relationships/slideLayout" Target="../slideLayouts/slideLayout13.xml"/><Relationship Id="rId28"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tags" Target="../tags/tag116.xml"/><Relationship Id="rId3" Type="http://schemas.openxmlformats.org/officeDocument/2006/relationships/tags" Target="../tags/tag117.xml"/><Relationship Id="rId4" Type="http://schemas.openxmlformats.org/officeDocument/2006/relationships/tags" Target="../tags/tag118.xml"/><Relationship Id="rId5" Type="http://schemas.openxmlformats.org/officeDocument/2006/relationships/tags" Target="../tags/tag119.xml"/><Relationship Id="rId6" Type="http://schemas.openxmlformats.org/officeDocument/2006/relationships/tags" Target="../tags/tag120.xml"/><Relationship Id="rId7" Type="http://schemas.openxmlformats.org/officeDocument/2006/relationships/tags" Target="../tags/tag121.xml"/><Relationship Id="rId8" Type="http://schemas.openxmlformats.org/officeDocument/2006/relationships/tags" Target="../tags/tag122.xml"/><Relationship Id="rId9" Type="http://schemas.openxmlformats.org/officeDocument/2006/relationships/tags" Target="../tags/tag123.xml"/><Relationship Id="rId10" Type="http://schemas.openxmlformats.org/officeDocument/2006/relationships/tags" Target="../tags/tag124.xml"/><Relationship Id="rId11" Type="http://schemas.openxmlformats.org/officeDocument/2006/relationships/tags" Target="../tags/tag125.xml"/><Relationship Id="rId12" Type="http://schemas.openxmlformats.org/officeDocument/2006/relationships/tags" Target="../tags/tag126.xml"/><Relationship Id="rId13" Type="http://schemas.openxmlformats.org/officeDocument/2006/relationships/tags" Target="../tags/tag127.xml"/><Relationship Id="rId14" Type="http://schemas.openxmlformats.org/officeDocument/2006/relationships/image" Target="../media/image2.png"/><Relationship Id="rId15" Type="http://schemas.openxmlformats.org/officeDocument/2006/relationships/slideLayout" Target="../slideLayouts/slideLayout11.xml"/><Relationship Id="rId16"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tags" Target="../tags/tag128.xml"/><Relationship Id="rId2" Type="http://schemas.openxmlformats.org/officeDocument/2006/relationships/tags" Target="../tags/tag129.xml"/><Relationship Id="rId3" Type="http://schemas.openxmlformats.org/officeDocument/2006/relationships/tags" Target="../tags/tag130.xml"/><Relationship Id="rId4" Type="http://schemas.openxmlformats.org/officeDocument/2006/relationships/tags" Target="../tags/tag131.xml"/><Relationship Id="rId5" Type="http://schemas.openxmlformats.org/officeDocument/2006/relationships/tags" Target="../tags/tag132.xml"/><Relationship Id="rId6" Type="http://schemas.openxmlformats.org/officeDocument/2006/relationships/tags" Target="../tags/tag133.xml"/><Relationship Id="rId7" Type="http://schemas.openxmlformats.org/officeDocument/2006/relationships/tags" Target="../tags/tag134.xml"/><Relationship Id="rId8" Type="http://schemas.openxmlformats.org/officeDocument/2006/relationships/tags" Target="../tags/tag135.xml"/><Relationship Id="rId9" Type="http://schemas.openxmlformats.org/officeDocument/2006/relationships/tags" Target="../tags/tag136.xml"/><Relationship Id="rId10" Type="http://schemas.openxmlformats.org/officeDocument/2006/relationships/tags" Target="../tags/tag137.xml"/><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tags" Target="../tags/tag138.xml"/><Relationship Id="rId14" Type="http://schemas.openxmlformats.org/officeDocument/2006/relationships/image" Target="../media/image12.png"/><Relationship Id="rId15" Type="http://schemas.openxmlformats.org/officeDocument/2006/relationships/image" Target="../media/image13.svg"/><Relationship Id="rId16" Type="http://schemas.openxmlformats.org/officeDocument/2006/relationships/tags" Target="../tags/tag139.xml"/><Relationship Id="rId17" Type="http://schemas.openxmlformats.org/officeDocument/2006/relationships/slideLayout" Target="../slideLayouts/slideLayout14.xml"/><Relationship Id="rId18" Type="http://schemas.openxmlformats.org/officeDocument/2006/relationships/notesSlide" Target="../notesSlides/notesSlide9.xml"/><Relationship Id="rId19" Type="http://schemas.openxmlformats.org/officeDocument/2006/relationships/image" Target="../media/image20.png"/><Relationship Id="rId20"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tags" Target="../tags/tag140.xml"/><Relationship Id="rId3" Type="http://schemas.openxmlformats.org/officeDocument/2006/relationships/slideLayout" Target="../slideLayouts/slideLayout15.xml"/><Relationship Id="rId4" Type="http://schemas.openxmlformats.org/officeDocument/2006/relationships/notesSlide" Target="../notesSlides/notesSlide10.xml"/><Relationship Id="rId5"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tags" Target="../tags/tag141.xml"/><Relationship Id="rId2" Type="http://schemas.openxmlformats.org/officeDocument/2006/relationships/tags" Target="../tags/tag142.xml"/><Relationship Id="rId3" Type="http://schemas.openxmlformats.org/officeDocument/2006/relationships/tags" Target="../tags/tag143.xml"/><Relationship Id="rId4" Type="http://schemas.openxmlformats.org/officeDocument/2006/relationships/tags" Target="../tags/tag144.xml"/><Relationship Id="rId5" Type="http://schemas.openxmlformats.org/officeDocument/2006/relationships/tags" Target="../tags/tag145.xml"/><Relationship Id="rId6" Type="http://schemas.openxmlformats.org/officeDocument/2006/relationships/tags" Target="../tags/tag146.xml"/><Relationship Id="rId7" Type="http://schemas.openxmlformats.org/officeDocument/2006/relationships/tags" Target="../tags/tag147.xml"/><Relationship Id="rId8" Type="http://schemas.openxmlformats.org/officeDocument/2006/relationships/tags" Target="../tags/tag148.xml"/><Relationship Id="rId9" Type="http://schemas.openxmlformats.org/officeDocument/2006/relationships/tags" Target="../tags/tag149.xml"/><Relationship Id="rId10" Type="http://schemas.openxmlformats.org/officeDocument/2006/relationships/image" Target="../media/image15.png"/><Relationship Id="rId11" Type="http://schemas.openxmlformats.org/officeDocument/2006/relationships/tags" Target="../tags/tag150.xml"/><Relationship Id="rId12" Type="http://schemas.openxmlformats.org/officeDocument/2006/relationships/slideLayout" Target="../slideLayouts/slideLayout15.xml"/><Relationship Id="rId1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image" Target="../media/image16.jpe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tags" Target="../tags/tag151.xml"/><Relationship Id="rId2" Type="http://schemas.openxmlformats.org/officeDocument/2006/relationships/tags" Target="../tags/tag152.xml"/><Relationship Id="rId3" Type="http://schemas.openxmlformats.org/officeDocument/2006/relationships/tags" Target="../tags/tag153.xml"/><Relationship Id="rId4" Type="http://schemas.openxmlformats.org/officeDocument/2006/relationships/tags" Target="../tags/tag154.xml"/><Relationship Id="rId5" Type="http://schemas.openxmlformats.org/officeDocument/2006/relationships/tags" Target="../tags/tag155.xml"/><Relationship Id="rId6" Type="http://schemas.openxmlformats.org/officeDocument/2006/relationships/tags" Target="../tags/tag156.xml"/><Relationship Id="rId7" Type="http://schemas.openxmlformats.org/officeDocument/2006/relationships/tags" Target="../tags/tag157.xml"/><Relationship Id="rId8" Type="http://schemas.openxmlformats.org/officeDocument/2006/relationships/tags" Target="../tags/tag158.xml"/><Relationship Id="rId9" Type="http://schemas.openxmlformats.org/officeDocument/2006/relationships/tags" Target="../tags/tag159.xml"/><Relationship Id="rId10" Type="http://schemas.openxmlformats.org/officeDocument/2006/relationships/tags" Target="../tags/tag160.xml"/><Relationship Id="rId11" Type="http://schemas.openxmlformats.org/officeDocument/2006/relationships/tags" Target="../tags/tag161.xml"/><Relationship Id="rId12" Type="http://schemas.openxmlformats.org/officeDocument/2006/relationships/tags" Target="../tags/tag162.xml"/><Relationship Id="rId13" Type="http://schemas.openxmlformats.org/officeDocument/2006/relationships/tags" Target="../tags/tag163.xml"/><Relationship Id="rId14" Type="http://schemas.openxmlformats.org/officeDocument/2006/relationships/tags" Target="../tags/tag164.xml"/><Relationship Id="rId15" Type="http://schemas.openxmlformats.org/officeDocument/2006/relationships/tags" Target="../tags/tag165.xml"/><Relationship Id="rId16" Type="http://schemas.openxmlformats.org/officeDocument/2006/relationships/tags" Target="../tags/tag166.xml"/><Relationship Id="rId17" Type="http://schemas.openxmlformats.org/officeDocument/2006/relationships/image" Target="../media/image2.png"/><Relationship Id="rId18" Type="http://schemas.openxmlformats.org/officeDocument/2006/relationships/themeOverride" Target="../theme/themeOverride4.xml"/><Relationship Id="rId19" Type="http://schemas.openxmlformats.org/officeDocument/2006/relationships/slideLayout" Target="../slideLayouts/slideLayout2.xml"/><Relationship Id="rId20"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image" Target="../media/image17.jpe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SchoolImg-1in2"/>
          <p:cNvGrpSpPr/>
          <p:nvPr/>
        </p:nvGrpSpPr>
        <p:grpSpPr>
          <a:xfrm>
            <a:off x="4200262" y="-1269091"/>
            <a:ext cx="11154038" cy="9396182"/>
            <a:chOff x="-2842859" y="-474717"/>
            <a:chExt cx="10486862" cy="8834151"/>
          </a:xfrm>
        </p:grpSpPr>
        <p:pic>
          <p:nvPicPr>
            <p:cNvPr id="840" name="Picture 839" descr="666f0e739bd92a21051463a7.jpg"/>
            <p:cNvPicPr>
              <a:picLocks noChangeAspect="1"/>
            </p:cNvPicPr>
            <p:nvPr/>
          </p:nvPicPr>
          <p:blipFill>
            <a:blip r:embed="rId1"/>
            <a:stretch>
              <a:fillRect/>
            </a:stretch>
          </p:blipFill>
          <p:spPr>
            <a:xfrm>
              <a:off x="-1671652" y="-474717"/>
              <a:ext cx="6625613" cy="8834151"/>
            </a:xfrm>
            <a:prstGeom prst="rect">
              <a:avLst/>
            </a:prstGeom>
          </p:spPr>
        </p:pic>
      </p:grpSp>
      <p:sp>
        <p:nvSpPr>
          <p:cNvPr id="11" name="淘宝-想搞设计PPT(倒卖必究)-11"/>
          <p:cNvSpPr/>
          <p:nvPr/>
        </p:nvSpPr>
        <p:spPr>
          <a:xfrm>
            <a:off x="697725" y="0"/>
            <a:ext cx="8186080" cy="6858000"/>
          </a:xfrm>
          <a:custGeom>
            <a:avLst/>
            <a:gdLst>
              <a:gd name="connsiteX0" fmla="*/ 0 w 8186080"/>
              <a:gd name="connsiteY0" fmla="*/ 0 h 6858000"/>
              <a:gd name="connsiteX1" fmla="*/ 8186080 w 8186080"/>
              <a:gd name="connsiteY1" fmla="*/ 0 h 6858000"/>
              <a:gd name="connsiteX2" fmla="*/ 8167328 w 8186080"/>
              <a:gd name="connsiteY2" fmla="*/ 130526 h 6858000"/>
              <a:gd name="connsiteX3" fmla="*/ 6267937 w 8186080"/>
              <a:gd name="connsiteY3" fmla="*/ 1926156 h 6858000"/>
              <a:gd name="connsiteX4" fmla="*/ 6791566 w 8186080"/>
              <a:gd name="connsiteY4" fmla="*/ 4322570 h 6858000"/>
              <a:gd name="connsiteX5" fmla="*/ 4768410 w 8186080"/>
              <a:gd name="connsiteY5" fmla="*/ 6848508 h 6858000"/>
              <a:gd name="connsiteX6" fmla="*/ 4772321 w 8186080"/>
              <a:gd name="connsiteY6" fmla="*/ 6858000 h 6858000"/>
              <a:gd name="connsiteX7" fmla="*/ 0 w 818608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86080" h="6858000">
                <a:moveTo>
                  <a:pt x="0" y="0"/>
                </a:moveTo>
                <a:lnTo>
                  <a:pt x="8186080" y="0"/>
                </a:lnTo>
                <a:lnTo>
                  <a:pt x="8167328" y="130526"/>
                </a:lnTo>
                <a:cubicBezTo>
                  <a:pt x="7899244" y="1733300"/>
                  <a:pt x="6766372" y="1339326"/>
                  <a:pt x="6267937" y="1926156"/>
                </a:cubicBezTo>
                <a:cubicBezTo>
                  <a:pt x="5753424" y="2531916"/>
                  <a:pt x="5753423" y="2928656"/>
                  <a:pt x="6791566" y="4322570"/>
                </a:cubicBezTo>
                <a:cubicBezTo>
                  <a:pt x="7732383" y="5585805"/>
                  <a:pt x="4691474" y="6382698"/>
                  <a:pt x="4768410" y="6848508"/>
                </a:cubicBezTo>
                <a:lnTo>
                  <a:pt x="4772321" y="6858000"/>
                </a:lnTo>
                <a:lnTo>
                  <a:pt x="0" y="6858000"/>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淘宝-想搞设计PPT(倒卖必究)-14"/>
          <p:cNvSpPr/>
          <p:nvPr/>
        </p:nvSpPr>
        <p:spPr>
          <a:xfrm>
            <a:off x="5427490" y="-46890"/>
            <a:ext cx="7307795" cy="7221414"/>
          </a:xfrm>
          <a:custGeom>
            <a:avLst/>
            <a:gdLst>
              <a:gd name="connsiteX0" fmla="*/ 7307795 w 7307795"/>
              <a:gd name="connsiteY0" fmla="*/ 0 h 7221414"/>
              <a:gd name="connsiteX1" fmla="*/ 7307795 w 7307795"/>
              <a:gd name="connsiteY1" fmla="*/ 1543 h 7221414"/>
              <a:gd name="connsiteX2" fmla="*/ 3798687 w 7307795"/>
              <a:gd name="connsiteY2" fmla="*/ 15975 h 7221414"/>
              <a:gd name="connsiteX3" fmla="*/ 1876103 w 7307795"/>
              <a:gd name="connsiteY3" fmla="*/ 1973046 h 7221414"/>
              <a:gd name="connsiteX4" fmla="*/ 2399732 w 7307795"/>
              <a:gd name="connsiteY4" fmla="*/ 4369460 h 7221414"/>
              <a:gd name="connsiteX5" fmla="*/ 508409 w 7307795"/>
              <a:gd name="connsiteY5" fmla="*/ 7029480 h 7221414"/>
              <a:gd name="connsiteX6" fmla="*/ 1867637 w 7307795"/>
              <a:gd name="connsiteY6" fmla="*/ 7218557 h 7221414"/>
              <a:gd name="connsiteX7" fmla="*/ 1999012 w 7307795"/>
              <a:gd name="connsiteY7" fmla="*/ 7220162 h 7221414"/>
              <a:gd name="connsiteX8" fmla="*/ 1928457 w 7307795"/>
              <a:gd name="connsiteY8" fmla="*/ 7220989 h 7221414"/>
              <a:gd name="connsiteX9" fmla="*/ 133271 w 7307795"/>
              <a:gd name="connsiteY9" fmla="*/ 7029480 h 7221414"/>
              <a:gd name="connsiteX10" fmla="*/ 2024594 w 7307795"/>
              <a:gd name="connsiteY10" fmla="*/ 4369460 h 7221414"/>
              <a:gd name="connsiteX11" fmla="*/ 1500965 w 7307795"/>
              <a:gd name="connsiteY11" fmla="*/ 1973046 h 7221414"/>
              <a:gd name="connsiteX12" fmla="*/ 3423549 w 7307795"/>
              <a:gd name="connsiteY12" fmla="*/ 15975 h 7221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07795" h="7221414">
                <a:moveTo>
                  <a:pt x="7307795" y="0"/>
                </a:moveTo>
                <a:lnTo>
                  <a:pt x="7307795" y="1543"/>
                </a:lnTo>
                <a:lnTo>
                  <a:pt x="3798687" y="15975"/>
                </a:lnTo>
                <a:cubicBezTo>
                  <a:pt x="3581158" y="1806628"/>
                  <a:pt x="2390616" y="1367286"/>
                  <a:pt x="1876103" y="1973046"/>
                </a:cubicBezTo>
                <a:cubicBezTo>
                  <a:pt x="1361590" y="2578806"/>
                  <a:pt x="1361589" y="2975546"/>
                  <a:pt x="2399732" y="4369460"/>
                </a:cubicBezTo>
                <a:cubicBezTo>
                  <a:pt x="3437875" y="5763374"/>
                  <a:pt x="-372125" y="6589472"/>
                  <a:pt x="508409" y="7029480"/>
                </a:cubicBezTo>
                <a:cubicBezTo>
                  <a:pt x="756060" y="7153232"/>
                  <a:pt x="1242751" y="7206321"/>
                  <a:pt x="1867637" y="7218557"/>
                </a:cubicBezTo>
                <a:lnTo>
                  <a:pt x="1999012" y="7220162"/>
                </a:lnTo>
                <a:lnTo>
                  <a:pt x="1928457" y="7220989"/>
                </a:lnTo>
                <a:cubicBezTo>
                  <a:pt x="1095724" y="7226426"/>
                  <a:pt x="435955" y="7180733"/>
                  <a:pt x="133271" y="7029480"/>
                </a:cubicBezTo>
                <a:cubicBezTo>
                  <a:pt x="-747263" y="6589472"/>
                  <a:pt x="3062737" y="5763374"/>
                  <a:pt x="2024594" y="4369460"/>
                </a:cubicBezTo>
                <a:cubicBezTo>
                  <a:pt x="986451" y="2975546"/>
                  <a:pt x="986452" y="2578806"/>
                  <a:pt x="1500965" y="1973046"/>
                </a:cubicBezTo>
                <a:cubicBezTo>
                  <a:pt x="2015478" y="1367286"/>
                  <a:pt x="3206020" y="1806628"/>
                  <a:pt x="3423549" y="15975"/>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ea typeface="字魂59号-创粗黑" panose="00000500000000000000" pitchFamily="2" charset="-122"/>
            </a:endParaRPr>
          </a:p>
        </p:txBody>
      </p:sp>
      <p:sp>
        <p:nvSpPr>
          <p:cNvPr id="5" name="淘宝-想搞设计PPT(倒卖必究)-5"/>
          <p:cNvSpPr txBox="1"/>
          <p:nvPr/>
        </p:nvSpPr>
        <p:spPr>
          <a:xfrm>
            <a:off x="299085" y="2273935"/>
            <a:ext cx="6383655" cy="2580005"/>
          </a:xfrm>
          <a:prstGeom prst="rect">
            <a:avLst/>
          </a:prstGeom>
          <a:noFill/>
        </p:spPr>
        <p:txBody>
          <a:bodyPr wrap="square" rtlCol="0">
            <a:noAutofit/>
            <a:scene3d>
              <a:camera prst="orthographicFront"/>
              <a:lightRig rig="threePt" dir="t"/>
            </a:scene3d>
            <a:sp3d contourW="12700"/>
          </a:bodyPr>
          <a:lstStyle/>
          <a:p>
            <a:pPr lvl="0" algn="l">
              <a:defRPr/>
            </a:pPr>
            <a:r>
              <a:rPr lang="zh-CN" altLang="en-US" sz="4400" b="1" dirty="0">
                <a:solidFill>
                  <a:srgbClr val="3F3F3F"/>
                </a:solidFill>
                <a:latin typeface="字魂59号-创粗黑" panose="00000500000000000000" pitchFamily="2" charset="-122"/>
                <a:ea typeface="字魂59号-创粗黑" panose="00000500000000000000" pitchFamily="2" charset="-122"/>
              </a:rPr>
              <a:t>中原城市群建成区变迁与
景观生态安全格局演变</a:t>
            </a:r>
            <a:endParaRPr lang="zh-CN" altLang="en-US" sz="4400" b="1" dirty="0">
              <a:solidFill>
                <a:srgbClr val="3F3F3F"/>
              </a:solidFill>
              <a:latin typeface="字魂59号-创粗黑" panose="00000500000000000000" pitchFamily="2" charset="-122"/>
              <a:ea typeface="字魂59号-创粗黑" panose="00000500000000000000" pitchFamily="2" charset="-122"/>
            </a:endParaRPr>
          </a:p>
        </p:txBody>
      </p:sp>
      <p:sp>
        <p:nvSpPr>
          <p:cNvPr id="9" name="淘宝-想搞设计PPT(倒卖必究)-9"/>
          <p:cNvSpPr txBox="1"/>
          <p:nvPr/>
        </p:nvSpPr>
        <p:spPr>
          <a:xfrm>
            <a:off x="575192" y="4938230"/>
            <a:ext cx="1783080" cy="368300"/>
          </a:xfrm>
          <a:prstGeom prst="rect">
            <a:avLst/>
          </a:prstGeom>
          <a:noFill/>
        </p:spPr>
        <p:txBody>
          <a:bodyPr wrap="square" rtlCol="0">
            <a:spAutoFit/>
            <a:scene3d>
              <a:camera prst="orthographicFront"/>
              <a:lightRig rig="threePt" dir="t"/>
            </a:scene3d>
            <a:sp3d contourW="12700"/>
          </a:bodyPr>
          <a:lstStyle/>
          <a:p>
            <a:pPr lvl="0">
              <a:defRPr/>
            </a:pPr>
            <a:r>
              <a:rPr lang="zh-CN" altLang="en-US" dirty="0">
                <a:solidFill>
                  <a:srgbClr val="0663B9"/>
                </a:solidFill>
                <a:ea typeface="字魂59号-创粗黑" panose="00000500000000000000" pitchFamily="2" charset="-122"/>
              </a:rPr>
              <a:t>汇报人：张国利</a:t>
            </a:r>
            <a:endParaRPr lang="zh-CN" altLang="en-US" dirty="0">
              <a:solidFill>
                <a:srgbClr val="0663B9"/>
              </a:solidFill>
              <a:ea typeface="字魂59号-创粗黑" panose="00000500000000000000" pitchFamily="2" charset="-122"/>
            </a:endParaRPr>
          </a:p>
        </p:txBody>
      </p:sp>
      <p:pic>
        <p:nvPicPr>
          <p:cNvPr id="841" name="Picture 840" descr="河南大学.png"/>
          <p:cNvPicPr>
            <a:picLocks noChangeAspect="1"/>
          </p:cNvPicPr>
          <p:nvPr/>
        </p:nvPicPr>
        <p:blipFill>
          <a:blip r:embed="rId2"/>
          <a:stretch>
            <a:fillRect/>
          </a:stretch>
        </p:blipFill>
        <p:spPr>
          <a:xfrm>
            <a:off x="522208" y="728285"/>
            <a:ext cx="4636331" cy="1264453"/>
          </a:xfrm>
          <a:prstGeom prst="rect">
            <a:avLst/>
          </a:prstGeom>
        </p:spPr>
      </p:pic>
      <p:sp>
        <p:nvSpPr>
          <p:cNvPr id="20" name="淘宝-想搞设计PPT(倒卖必究)-20"/>
          <p:cNvSpPr/>
          <p:nvPr/>
        </p:nvSpPr>
        <p:spPr>
          <a:xfrm>
            <a:off x="697725" y="4701400"/>
            <a:ext cx="914400" cy="38100"/>
          </a:xfrm>
          <a:custGeom>
            <a:avLst/>
            <a:gdLst>
              <a:gd name="connsiteX0" fmla="*/ 0 w 914400"/>
              <a:gd name="connsiteY0" fmla="*/ 0 h 38100"/>
              <a:gd name="connsiteX1" fmla="*/ 914400 w 914400"/>
              <a:gd name="connsiteY1" fmla="*/ 0 h 38100"/>
              <a:gd name="connsiteX2" fmla="*/ 914400 w 914400"/>
              <a:gd name="connsiteY2" fmla="*/ 38100 h 38100"/>
              <a:gd name="connsiteX3" fmla="*/ 0 w 914400"/>
              <a:gd name="connsiteY3" fmla="*/ 38100 h 38100"/>
              <a:gd name="connsiteX4" fmla="*/ 0 w 914400"/>
              <a:gd name="connsiteY4" fmla="*/ 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 h="38100">
                <a:moveTo>
                  <a:pt x="0" y="0"/>
                </a:moveTo>
                <a:lnTo>
                  <a:pt x="914400" y="0"/>
                </a:lnTo>
                <a:lnTo>
                  <a:pt x="914400" y="38100"/>
                </a:lnTo>
                <a:lnTo>
                  <a:pt x="0" y="38100"/>
                </a:lnTo>
                <a:lnTo>
                  <a:pt x="0" y="0"/>
                </a:lnTo>
              </a:path>
            </a:pathLst>
          </a:custGeom>
          <a:solidFill>
            <a:srgbClr val="0663B9"/>
          </a:solidFill>
          <a:ln w="127">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淘宝-想搞设计PPT(倒卖必究)-9"/>
          <p:cNvSpPr txBox="1"/>
          <p:nvPr/>
        </p:nvSpPr>
        <p:spPr>
          <a:xfrm>
            <a:off x="5427227" y="4938230"/>
            <a:ext cx="2011680" cy="368300"/>
          </a:xfrm>
          <a:prstGeom prst="rect">
            <a:avLst/>
          </a:prstGeom>
          <a:noFill/>
        </p:spPr>
        <p:txBody>
          <a:bodyPr wrap="square" rtlCol="0">
            <a:spAutoFit/>
            <a:scene3d>
              <a:camera prst="orthographicFront"/>
              <a:lightRig rig="threePt" dir="t"/>
            </a:scene3d>
            <a:sp3d contourW="12700"/>
          </a:bodyPr>
          <a:p>
            <a:pPr lvl="0">
              <a:defRPr/>
            </a:pPr>
            <a:r>
              <a:rPr lang="zh-CN" altLang="en-US" dirty="0">
                <a:solidFill>
                  <a:srgbClr val="0663B9"/>
                </a:solidFill>
                <a:ea typeface="字魂59号-创粗黑" panose="00000500000000000000" pitchFamily="2" charset="-122"/>
              </a:rPr>
              <a:t>时间：2026.10.15</a:t>
            </a:r>
            <a:endParaRPr lang="en-US" altLang="zh-CN" dirty="0">
              <a:solidFill>
                <a:srgbClr val="0663B9"/>
              </a:solidFill>
              <a:ea typeface="字魂59号-创粗黑" panose="00000500000000000000" pitchFamily="2" charset="-122"/>
            </a:endParaRPr>
          </a:p>
        </p:txBody>
      </p:sp>
      <p:sp>
        <p:nvSpPr>
          <p:cNvPr id="4" name="淘宝-想搞设计PPT(倒卖必究)-9"/>
          <p:cNvSpPr txBox="1"/>
          <p:nvPr/>
        </p:nvSpPr>
        <p:spPr>
          <a:xfrm>
            <a:off x="2519562" y="4938230"/>
            <a:ext cx="2926080" cy="368300"/>
          </a:xfrm>
          <a:prstGeom prst="rect">
            <a:avLst/>
          </a:prstGeom>
          <a:noFill/>
        </p:spPr>
        <p:txBody>
          <a:bodyPr wrap="square" rtlCol="0">
            <a:spAutoFit/>
            <a:scene3d>
              <a:camera prst="orthographicFront"/>
              <a:lightRig rig="threePt" dir="t"/>
            </a:scene3d>
            <a:sp3d contourW="12700"/>
          </a:bodyPr>
          <a:lstStyle/>
          <a:p>
            <a:pPr lvl="0">
              <a:defRPr/>
            </a:pPr>
            <a:r>
              <a:rPr lang="zh-CN" altLang="en-US" dirty="0">
                <a:solidFill>
                  <a:srgbClr val="0663B9"/>
                </a:solidFill>
                <a:ea typeface="字魂59号-创粗黑" panose="00000500000000000000" pitchFamily="2" charset="-122"/>
              </a:rPr>
              <a:t>指导老师：王伟（副教授）</a:t>
            </a:r>
            <a:endParaRPr lang="zh-CN" altLang="en-US" dirty="0">
              <a:solidFill>
                <a:srgbClr val="0663B9"/>
              </a:solidFill>
              <a:ea typeface="字魂59号-创粗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timing>
    <p:tnLst>
      <p:par>
        <p:cTn id="1" dur="indefinite" restart="never" nodeType="tmRoot"/>
      </p:par>
    </p:tnLst>
    <p:bldLst>
      <p:bldP spid="5"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Picture 40" descr="666f0ef2c84d24d395979bda.jpg"/>
          <p:cNvPicPr>
            <a:picLocks noChangeAspect="1"/>
          </p:cNvPicPr>
          <p:nvPr/>
        </p:nvPicPr>
        <p:blipFill>
          <a:blip r:embed="rId1"/>
          <a:stretch>
            <a:fillRect/>
          </a:stretch>
        </p:blipFill>
        <p:spPr>
          <a:xfrm>
            <a:off x="-215192" y="946498"/>
            <a:ext cx="4097091" cy="5462788"/>
          </a:xfrm>
          <a:prstGeom prst="rect">
            <a:avLst/>
          </a:prstGeom>
        </p:spPr>
      </p:pic>
      <p:sp>
        <p:nvSpPr>
          <p:cNvPr id="23" name="淘宝-想搞设计PPT(倒卖必究)-23"/>
          <p:cNvSpPr/>
          <p:nvPr/>
        </p:nvSpPr>
        <p:spPr>
          <a:xfrm>
            <a:off x="3819822" y="746510"/>
            <a:ext cx="7247865" cy="5857727"/>
          </a:xfrm>
          <a:prstGeom prst="flowChartProcess">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淘宝-想搞设计PPT(倒卖必究)-6"/>
          <p:cNvSpPr/>
          <p:nvPr/>
        </p:nvSpPr>
        <p:spPr>
          <a:xfrm>
            <a:off x="0" y="1889663"/>
            <a:ext cx="3640347" cy="724379"/>
          </a:xfrm>
          <a:prstGeom prst="rect">
            <a:avLst/>
          </a:prstGeom>
          <a:solidFill>
            <a:srgbClr val="7F7F7F">
              <a:alpha val="70000"/>
            </a:srgb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tr-TR" sz="2800" b="1" dirty="0">
                <a:solidFill>
                  <a:schemeClr val="bg1"/>
                </a:solidFill>
              </a:rPr>
              <a:t>目录</a:t>
            </a:r>
            <a:endParaRPr lang="zh-CN" altLang="tr-TR" sz="2800" b="1" dirty="0">
              <a:solidFill>
                <a:schemeClr val="bg1"/>
              </a:solidFill>
            </a:endParaRPr>
          </a:p>
        </p:txBody>
      </p:sp>
      <p:sp>
        <p:nvSpPr>
          <p:cNvPr id="20" name="淘宝-想搞设计PPT(倒卖必究)-20"/>
          <p:cNvSpPr/>
          <p:nvPr/>
        </p:nvSpPr>
        <p:spPr>
          <a:xfrm>
            <a:off x="5257060" y="2000719"/>
            <a:ext cx="595692" cy="563746"/>
          </a:xfrm>
          <a:prstGeom prst="rect">
            <a:avLst/>
          </a:prstGeom>
          <a:noFill/>
          <a:ln w="19050">
            <a:noFill/>
          </a:ln>
        </p:spPr>
        <p:txBody>
          <a:bodyPr wrap="square" lIns="91440" tIns="45720" rIns="91440" bIns="45720" anchor="ctr" anchorCtr="0">
            <a:normAutofit/>
          </a:bodyPr>
          <a:lstStyle/>
          <a:p>
            <a:pPr algn="ctr" defTabSz="914400"/>
            <a:r>
              <a:rPr lang="en-US" altLang="zh-CN" sz="2400" b="1" dirty="0">
                <a:solidFill>
                  <a:srgbClr val="065EAF"/>
                </a:solidFill>
              </a:rPr>
              <a:t>01.</a:t>
            </a:r>
            <a:endParaRPr lang="zh-CN" altLang="en-US" sz="2400" b="1" dirty="0">
              <a:solidFill>
                <a:srgbClr val="B71502"/>
              </a:solidFill>
            </a:endParaRPr>
          </a:p>
        </p:txBody>
      </p:sp>
      <p:sp>
        <p:nvSpPr>
          <p:cNvPr id="21" name="淘宝-想搞设计PPT(倒卖必究)-21"/>
          <p:cNvSpPr txBox="1"/>
          <p:nvPr/>
        </p:nvSpPr>
        <p:spPr>
          <a:xfrm flipH="1">
            <a:off x="5947640" y="1894952"/>
            <a:ext cx="5025159" cy="775280"/>
          </a:xfrm>
          <a:prstGeom prst="rect">
            <a:avLst/>
          </a:prstGeom>
          <a:noFill/>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3200" spc="600" dirty="0">
                <a:solidFill/>
                <a:latin typeface="字魂59号-创粗黑" panose="00000500000000000000" pitchFamily="2" charset="-122"/>
                <a:ea typeface="字魂59号-创粗黑" panose="00000500000000000000" pitchFamily="2" charset="-122"/>
              </a:rPr>
              <a:t>研究背景与意义</a:t>
            </a:r>
            <a:endParaRPr lang="zh-CN" altLang="en-US" sz="3200" spc="600" dirty="0">
              <a:solidFill/>
              <a:latin typeface="字魂59号-创粗黑" panose="00000500000000000000" pitchFamily="2" charset="-122"/>
              <a:ea typeface="字魂59号-创粗黑" panose="00000500000000000000" pitchFamily="2" charset="-122"/>
            </a:endParaRPr>
          </a:p>
        </p:txBody>
      </p:sp>
      <p:sp>
        <p:nvSpPr>
          <p:cNvPr id="18" name="淘宝-想搞设计PPT(倒卖必究)-18"/>
          <p:cNvSpPr/>
          <p:nvPr/>
        </p:nvSpPr>
        <p:spPr>
          <a:xfrm>
            <a:off x="5257060" y="2930919"/>
            <a:ext cx="595692" cy="563746"/>
          </a:xfrm>
          <a:prstGeom prst="rect">
            <a:avLst/>
          </a:prstGeom>
          <a:noFill/>
          <a:ln w="19050">
            <a:noFill/>
          </a:ln>
        </p:spPr>
        <p:txBody>
          <a:bodyPr wrap="square" lIns="91440" tIns="45720" rIns="91440" bIns="45720" anchor="ctr" anchorCtr="0">
            <a:normAutofit/>
          </a:bodyPr>
          <a:lstStyle/>
          <a:p>
            <a:pPr algn="ctr" defTabSz="914400"/>
            <a:r>
              <a:rPr lang="en-US" altLang="zh-CN" sz="2400" b="1" dirty="0">
                <a:solidFill>
                  <a:srgbClr val="065EAF"/>
                </a:solidFill>
              </a:rPr>
              <a:t>02.</a:t>
            </a:r>
            <a:endParaRPr lang="zh-CN" altLang="en-US" sz="2400" b="1" dirty="0">
              <a:solidFill>
                <a:srgbClr val="B71502"/>
              </a:solidFill>
            </a:endParaRPr>
          </a:p>
        </p:txBody>
      </p:sp>
      <p:sp>
        <p:nvSpPr>
          <p:cNvPr id="19" name="淘宝-想搞设计PPT(倒卖必究)-19"/>
          <p:cNvSpPr txBox="1"/>
          <p:nvPr/>
        </p:nvSpPr>
        <p:spPr>
          <a:xfrm flipH="1">
            <a:off x="5947641" y="2825152"/>
            <a:ext cx="4939433" cy="775280"/>
          </a:xfrm>
          <a:prstGeom prst="rect">
            <a:avLst/>
          </a:prstGeom>
          <a:noFill/>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3200" spc="600" dirty="0">
                <a:solidFill/>
                <a:latin typeface="字魂59号-创粗黑" panose="00000500000000000000" pitchFamily="2" charset="-122"/>
                <a:ea typeface="字魂59号-创粗黑" panose="00000500000000000000" pitchFamily="2" charset="-122"/>
              </a:rPr>
              <a:t>研究数据与方法</a:t>
            </a:r>
            <a:endParaRPr lang="zh-CN" altLang="en-US" sz="3200" spc="600" dirty="0">
              <a:solidFill/>
              <a:latin typeface="字魂59号-创粗黑" panose="00000500000000000000" pitchFamily="2" charset="-122"/>
              <a:ea typeface="字魂59号-创粗黑" panose="00000500000000000000" pitchFamily="2" charset="-122"/>
            </a:endParaRPr>
          </a:p>
        </p:txBody>
      </p:sp>
      <p:sp>
        <p:nvSpPr>
          <p:cNvPr id="16" name="淘宝-想搞设计PPT(倒卖必究)-16"/>
          <p:cNvSpPr/>
          <p:nvPr/>
        </p:nvSpPr>
        <p:spPr>
          <a:xfrm>
            <a:off x="5257060" y="3861119"/>
            <a:ext cx="595692" cy="563746"/>
          </a:xfrm>
          <a:prstGeom prst="rect">
            <a:avLst/>
          </a:prstGeom>
          <a:noFill/>
          <a:ln w="19050">
            <a:noFill/>
          </a:ln>
        </p:spPr>
        <p:txBody>
          <a:bodyPr wrap="square" lIns="91440" tIns="45720" rIns="91440" bIns="45720" anchor="ctr" anchorCtr="0">
            <a:normAutofit/>
          </a:bodyPr>
          <a:lstStyle/>
          <a:p>
            <a:pPr algn="ctr" defTabSz="914400"/>
            <a:r>
              <a:rPr lang="en-US" altLang="zh-CN" sz="2400" b="1" dirty="0">
                <a:solidFill>
                  <a:srgbClr val="065EAF"/>
                </a:solidFill>
              </a:rPr>
              <a:t>03.</a:t>
            </a:r>
            <a:endParaRPr lang="zh-CN" altLang="en-US" sz="2400" b="1" dirty="0">
              <a:solidFill>
                <a:srgbClr val="B71502"/>
              </a:solidFill>
            </a:endParaRPr>
          </a:p>
        </p:txBody>
      </p:sp>
      <p:sp>
        <p:nvSpPr>
          <p:cNvPr id="17" name="淘宝-想搞设计PPT(倒卖必究)-17"/>
          <p:cNvSpPr txBox="1"/>
          <p:nvPr/>
        </p:nvSpPr>
        <p:spPr>
          <a:xfrm flipH="1">
            <a:off x="5947641" y="3755352"/>
            <a:ext cx="4939433" cy="775280"/>
          </a:xfrm>
          <a:prstGeom prst="rect">
            <a:avLst/>
          </a:prstGeom>
          <a:noFill/>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3200" spc="600" dirty="0">
                <a:solidFill/>
                <a:latin typeface="字魂59号-创粗黑" panose="00000500000000000000" pitchFamily="2" charset="-122"/>
                <a:ea typeface="字魂59号-创粗黑" panose="00000500000000000000" pitchFamily="2" charset="-122"/>
              </a:rPr>
              <a:t>研究结果与发现</a:t>
            </a:r>
            <a:endParaRPr lang="zh-CN" altLang="en-US" sz="3200" spc="600" dirty="0">
              <a:solidFill/>
              <a:latin typeface="字魂59号-创粗黑" panose="00000500000000000000" pitchFamily="2" charset="-122"/>
              <a:ea typeface="字魂59号-创粗黑" panose="00000500000000000000" pitchFamily="2" charset="-122"/>
            </a:endParaRPr>
          </a:p>
        </p:txBody>
      </p:sp>
      <p:sp>
        <p:nvSpPr>
          <p:cNvPr id="14" name="淘宝-想搞设计PPT(倒卖必究)-14"/>
          <p:cNvSpPr/>
          <p:nvPr/>
        </p:nvSpPr>
        <p:spPr>
          <a:xfrm>
            <a:off x="5257060" y="4791318"/>
            <a:ext cx="595692" cy="563746"/>
          </a:xfrm>
          <a:prstGeom prst="rect">
            <a:avLst/>
          </a:prstGeom>
          <a:noFill/>
          <a:ln w="19050">
            <a:noFill/>
          </a:ln>
        </p:spPr>
        <p:txBody>
          <a:bodyPr wrap="square" lIns="91440" tIns="45720" rIns="91440" bIns="45720" anchor="ctr" anchorCtr="0">
            <a:normAutofit/>
          </a:bodyPr>
          <a:lstStyle/>
          <a:p>
            <a:pPr algn="ctr" defTabSz="914400"/>
            <a:r>
              <a:rPr lang="en-US" altLang="zh-CN" sz="2400" b="1" dirty="0">
                <a:solidFill>
                  <a:srgbClr val="065EAF"/>
                </a:solidFill>
              </a:rPr>
              <a:t>04.</a:t>
            </a:r>
            <a:endParaRPr lang="zh-CN" altLang="en-US" sz="2400" b="1" dirty="0">
              <a:solidFill>
                <a:srgbClr val="B71502"/>
              </a:solidFill>
            </a:endParaRPr>
          </a:p>
        </p:txBody>
      </p:sp>
      <p:sp>
        <p:nvSpPr>
          <p:cNvPr id="15" name="淘宝-想搞设计PPT(倒卖必究)-15"/>
          <p:cNvSpPr txBox="1"/>
          <p:nvPr/>
        </p:nvSpPr>
        <p:spPr>
          <a:xfrm flipH="1">
            <a:off x="5947641" y="4685551"/>
            <a:ext cx="4939433" cy="775280"/>
          </a:xfrm>
          <a:prstGeom prst="rect">
            <a:avLst/>
          </a:prstGeom>
          <a:noFill/>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3200" spc="600" dirty="0">
                <a:solidFill/>
                <a:latin typeface="字魂59号-创粗黑" panose="00000500000000000000" pitchFamily="2" charset="-122"/>
                <a:ea typeface="字魂59号-创粗黑" panose="00000500000000000000" pitchFamily="2" charset="-122"/>
              </a:rPr>
              <a:t>研究结论与展望</a:t>
            </a:r>
            <a:endParaRPr lang="zh-CN" altLang="en-US" sz="3200" spc="600" dirty="0">
              <a:solidFill/>
              <a:latin typeface="字魂59号-创粗黑" panose="00000500000000000000" pitchFamily="2" charset="-122"/>
              <a:ea typeface="字魂59号-创粗黑" panose="00000500000000000000" pitchFamily="2" charset="-122"/>
            </a:endParaRPr>
          </a:p>
        </p:txBody>
      </p:sp>
      <p:cxnSp>
        <p:nvCxnSpPr>
          <p:cNvPr id="11" name="淘宝-想搞设计PPT(倒卖必究)-11"/>
          <p:cNvCxnSpPr/>
          <p:nvPr/>
        </p:nvCxnSpPr>
        <p:spPr>
          <a:xfrm>
            <a:off x="6042532" y="2747692"/>
            <a:ext cx="5290628" cy="0"/>
          </a:xfrm>
          <a:prstGeom prst="line">
            <a:avLst/>
          </a:prstGeom>
          <a:ln w="3175" cap="rnd">
            <a:solidFill>
              <a:srgbClr val="BFBFBF"/>
            </a:solidFill>
            <a:round/>
          </a:ln>
        </p:spPr>
        <p:style>
          <a:lnRef idx="1">
            <a:schemeClr val="accent1"/>
          </a:lnRef>
          <a:fillRef idx="0">
            <a:schemeClr val="accent1"/>
          </a:fillRef>
          <a:effectRef idx="0">
            <a:schemeClr val="accent1"/>
          </a:effectRef>
          <a:fontRef idx="minor">
            <a:schemeClr val="tx1"/>
          </a:fontRef>
        </p:style>
      </p:cxnSp>
      <p:cxnSp>
        <p:nvCxnSpPr>
          <p:cNvPr id="12" name="淘宝-想搞设计PPT(倒卖必究)-12"/>
          <p:cNvCxnSpPr/>
          <p:nvPr/>
        </p:nvCxnSpPr>
        <p:spPr>
          <a:xfrm>
            <a:off x="6042532" y="3677892"/>
            <a:ext cx="5290628" cy="0"/>
          </a:xfrm>
          <a:prstGeom prst="line">
            <a:avLst/>
          </a:prstGeom>
          <a:ln w="3175" cap="rnd">
            <a:solidFill>
              <a:srgbClr val="BFBFBF"/>
            </a:solidFill>
            <a:round/>
          </a:ln>
        </p:spPr>
        <p:style>
          <a:lnRef idx="1">
            <a:schemeClr val="accent1"/>
          </a:lnRef>
          <a:fillRef idx="0">
            <a:schemeClr val="accent1"/>
          </a:fillRef>
          <a:effectRef idx="0">
            <a:schemeClr val="accent1"/>
          </a:effectRef>
          <a:fontRef idx="minor">
            <a:schemeClr val="tx1"/>
          </a:fontRef>
        </p:style>
      </p:cxnSp>
      <p:cxnSp>
        <p:nvCxnSpPr>
          <p:cNvPr id="13" name="淘宝-想搞设计PPT(倒卖必究)-13"/>
          <p:cNvCxnSpPr/>
          <p:nvPr/>
        </p:nvCxnSpPr>
        <p:spPr>
          <a:xfrm>
            <a:off x="6042532" y="4608092"/>
            <a:ext cx="5290628" cy="0"/>
          </a:xfrm>
          <a:prstGeom prst="line">
            <a:avLst/>
          </a:prstGeom>
          <a:ln w="3175" cap="rnd">
            <a:solidFill>
              <a:srgbClr val="BFBFBF"/>
            </a:solidFill>
            <a:round/>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1345274" y="-788979"/>
            <a:ext cx="14733028" cy="8629318"/>
            <a:chOff x="-1345274" y="-788979"/>
            <a:chExt cx="14733028" cy="8629318"/>
          </a:xfrm>
        </p:grpSpPr>
        <p:sp>
          <p:nvSpPr>
            <p:cNvPr id="3" name="淘宝-想搞设计PPT(倒卖必究)-3"/>
            <p:cNvSpPr/>
            <p:nvPr/>
          </p:nvSpPr>
          <p:spPr>
            <a:xfrm rot="2329959">
              <a:off x="10691148" y="5333761"/>
              <a:ext cx="2696606" cy="2506578"/>
            </a:xfrm>
            <a:custGeom>
              <a:avLst/>
              <a:gdLst>
                <a:gd name="connsiteX0" fmla="*/ 820615 w 2461845"/>
                <a:gd name="connsiteY0" fmla="*/ 0 h 2396685"/>
                <a:gd name="connsiteX1" fmla="*/ 1400878 w 2461845"/>
                <a:gd name="connsiteY1" fmla="*/ 240353 h 2396685"/>
                <a:gd name="connsiteX2" fmla="*/ 1418212 w 2461845"/>
                <a:gd name="connsiteY2" fmla="*/ 261362 h 2396685"/>
                <a:gd name="connsiteX3" fmla="*/ 1475848 w 2461845"/>
                <a:gd name="connsiteY3" fmla="*/ 246542 h 2396685"/>
                <a:gd name="connsiteX4" fmla="*/ 1641230 w 2461845"/>
                <a:gd name="connsiteY4" fmla="*/ 229870 h 2396685"/>
                <a:gd name="connsiteX5" fmla="*/ 2461845 w 2461845"/>
                <a:gd name="connsiteY5" fmla="*/ 1050485 h 2396685"/>
                <a:gd name="connsiteX6" fmla="*/ 2100044 w 2461845"/>
                <a:gd name="connsiteY6" fmla="*/ 1730952 h 2396685"/>
                <a:gd name="connsiteX7" fmla="*/ 2031973 w 2461845"/>
                <a:gd name="connsiteY7" fmla="*/ 1767900 h 2396685"/>
                <a:gd name="connsiteX8" fmla="*/ 2018552 w 2461845"/>
                <a:gd name="connsiteY8" fmla="*/ 1820096 h 2396685"/>
                <a:gd name="connsiteX9" fmla="*/ 1234830 w 2461845"/>
                <a:gd name="connsiteY9" fmla="*/ 2396685 h 2396685"/>
                <a:gd name="connsiteX10" fmla="*/ 414215 w 2461845"/>
                <a:gd name="connsiteY10" fmla="*/ 1576070 h 2396685"/>
                <a:gd name="connsiteX11" fmla="*/ 416502 w 2461845"/>
                <a:gd name="connsiteY11" fmla="*/ 1530773 h 2396685"/>
                <a:gd name="connsiteX12" fmla="*/ 361802 w 2461845"/>
                <a:gd name="connsiteY12" fmla="*/ 1501082 h 2396685"/>
                <a:gd name="connsiteX13" fmla="*/ 0 w 2461845"/>
                <a:gd name="connsiteY13" fmla="*/ 820615 h 2396685"/>
                <a:gd name="connsiteX14" fmla="*/ 820615 w 2461845"/>
                <a:gd name="connsiteY14" fmla="*/ 0 h 2396685"/>
                <a:gd name="connsiteX0-1" fmla="*/ 820615 w 2461845"/>
                <a:gd name="connsiteY0-2" fmla="*/ 0 h 2396685"/>
                <a:gd name="connsiteX1-3" fmla="*/ 1400878 w 2461845"/>
                <a:gd name="connsiteY1-4" fmla="*/ 240353 h 2396685"/>
                <a:gd name="connsiteX2-5" fmla="*/ 1418212 w 2461845"/>
                <a:gd name="connsiteY2-6" fmla="*/ 261362 h 2396685"/>
                <a:gd name="connsiteX3-7" fmla="*/ 1475848 w 2461845"/>
                <a:gd name="connsiteY3-8" fmla="*/ 246542 h 2396685"/>
                <a:gd name="connsiteX4-9" fmla="*/ 1641230 w 2461845"/>
                <a:gd name="connsiteY4-10" fmla="*/ 229870 h 2396685"/>
                <a:gd name="connsiteX5-11" fmla="*/ 2461845 w 2461845"/>
                <a:gd name="connsiteY5-12" fmla="*/ 1050485 h 2396685"/>
                <a:gd name="connsiteX6-13" fmla="*/ 2100044 w 2461845"/>
                <a:gd name="connsiteY6-14" fmla="*/ 1730952 h 2396685"/>
                <a:gd name="connsiteX7-15" fmla="*/ 2031973 w 2461845"/>
                <a:gd name="connsiteY7-16" fmla="*/ 1767900 h 2396685"/>
                <a:gd name="connsiteX8-17" fmla="*/ 2018552 w 2461845"/>
                <a:gd name="connsiteY8-18" fmla="*/ 1820096 h 2396685"/>
                <a:gd name="connsiteX9-19" fmla="*/ 1234830 w 2461845"/>
                <a:gd name="connsiteY9-20" fmla="*/ 2396685 h 2396685"/>
                <a:gd name="connsiteX10-21" fmla="*/ 414215 w 2461845"/>
                <a:gd name="connsiteY10-22" fmla="*/ 1576070 h 2396685"/>
                <a:gd name="connsiteX11-23" fmla="*/ 416502 w 2461845"/>
                <a:gd name="connsiteY11-24" fmla="*/ 1530773 h 2396685"/>
                <a:gd name="connsiteX12-25" fmla="*/ 361802 w 2461845"/>
                <a:gd name="connsiteY12-26" fmla="*/ 1501082 h 2396685"/>
                <a:gd name="connsiteX13-27" fmla="*/ 0 w 2461845"/>
                <a:gd name="connsiteY13-28" fmla="*/ 820615 h 2396685"/>
                <a:gd name="connsiteX14-29" fmla="*/ 820615 w 2461845"/>
                <a:gd name="connsiteY14-30" fmla="*/ 0 h 2396685"/>
                <a:gd name="connsiteX0-31" fmla="*/ 911445 w 2552675"/>
                <a:gd name="connsiteY0-32" fmla="*/ 0 h 2396685"/>
                <a:gd name="connsiteX1-33" fmla="*/ 1491708 w 2552675"/>
                <a:gd name="connsiteY1-34" fmla="*/ 240353 h 2396685"/>
                <a:gd name="connsiteX2-35" fmla="*/ 1509042 w 2552675"/>
                <a:gd name="connsiteY2-36" fmla="*/ 261362 h 2396685"/>
                <a:gd name="connsiteX3-37" fmla="*/ 1566678 w 2552675"/>
                <a:gd name="connsiteY3-38" fmla="*/ 246542 h 2396685"/>
                <a:gd name="connsiteX4-39" fmla="*/ 1732060 w 2552675"/>
                <a:gd name="connsiteY4-40" fmla="*/ 229870 h 2396685"/>
                <a:gd name="connsiteX5-41" fmla="*/ 2552675 w 2552675"/>
                <a:gd name="connsiteY5-42" fmla="*/ 1050485 h 2396685"/>
                <a:gd name="connsiteX6-43" fmla="*/ 2190874 w 2552675"/>
                <a:gd name="connsiteY6-44" fmla="*/ 1730952 h 2396685"/>
                <a:gd name="connsiteX7-45" fmla="*/ 2122803 w 2552675"/>
                <a:gd name="connsiteY7-46" fmla="*/ 1767900 h 2396685"/>
                <a:gd name="connsiteX8-47" fmla="*/ 2109382 w 2552675"/>
                <a:gd name="connsiteY8-48" fmla="*/ 1820096 h 2396685"/>
                <a:gd name="connsiteX9-49" fmla="*/ 1325660 w 2552675"/>
                <a:gd name="connsiteY9-50" fmla="*/ 2396685 h 2396685"/>
                <a:gd name="connsiteX10-51" fmla="*/ 505045 w 2552675"/>
                <a:gd name="connsiteY10-52" fmla="*/ 1576070 h 2396685"/>
                <a:gd name="connsiteX11-53" fmla="*/ 507332 w 2552675"/>
                <a:gd name="connsiteY11-54" fmla="*/ 1530773 h 2396685"/>
                <a:gd name="connsiteX12-55" fmla="*/ 452632 w 2552675"/>
                <a:gd name="connsiteY12-56" fmla="*/ 1501082 h 2396685"/>
                <a:gd name="connsiteX13-57" fmla="*/ 90830 w 2552675"/>
                <a:gd name="connsiteY13-58" fmla="*/ 820615 h 2396685"/>
                <a:gd name="connsiteX14-59" fmla="*/ 911445 w 2552675"/>
                <a:gd name="connsiteY14-60" fmla="*/ 0 h 2396685"/>
                <a:gd name="connsiteX0-61" fmla="*/ 911445 w 2552675"/>
                <a:gd name="connsiteY0-62" fmla="*/ 0 h 2396685"/>
                <a:gd name="connsiteX1-63" fmla="*/ 1491708 w 2552675"/>
                <a:gd name="connsiteY1-64" fmla="*/ 240353 h 2396685"/>
                <a:gd name="connsiteX2-65" fmla="*/ 1509042 w 2552675"/>
                <a:gd name="connsiteY2-66" fmla="*/ 261362 h 2396685"/>
                <a:gd name="connsiteX3-67" fmla="*/ 1566678 w 2552675"/>
                <a:gd name="connsiteY3-68" fmla="*/ 246542 h 2396685"/>
                <a:gd name="connsiteX4-69" fmla="*/ 1732060 w 2552675"/>
                <a:gd name="connsiteY4-70" fmla="*/ 229870 h 2396685"/>
                <a:gd name="connsiteX5-71" fmla="*/ 2552675 w 2552675"/>
                <a:gd name="connsiteY5-72" fmla="*/ 1050485 h 2396685"/>
                <a:gd name="connsiteX6-73" fmla="*/ 2190874 w 2552675"/>
                <a:gd name="connsiteY6-74" fmla="*/ 1730952 h 2396685"/>
                <a:gd name="connsiteX7-75" fmla="*/ 2122803 w 2552675"/>
                <a:gd name="connsiteY7-76" fmla="*/ 1767900 h 2396685"/>
                <a:gd name="connsiteX8-77" fmla="*/ 2109382 w 2552675"/>
                <a:gd name="connsiteY8-78" fmla="*/ 1820096 h 2396685"/>
                <a:gd name="connsiteX9-79" fmla="*/ 1325660 w 2552675"/>
                <a:gd name="connsiteY9-80" fmla="*/ 2396685 h 2396685"/>
                <a:gd name="connsiteX10-81" fmla="*/ 505045 w 2552675"/>
                <a:gd name="connsiteY10-82" fmla="*/ 1576070 h 2396685"/>
                <a:gd name="connsiteX11-83" fmla="*/ 507332 w 2552675"/>
                <a:gd name="connsiteY11-84" fmla="*/ 1530773 h 2396685"/>
                <a:gd name="connsiteX12-85" fmla="*/ 452632 w 2552675"/>
                <a:gd name="connsiteY12-86" fmla="*/ 1501082 h 2396685"/>
                <a:gd name="connsiteX13-87" fmla="*/ 90830 w 2552675"/>
                <a:gd name="connsiteY13-88" fmla="*/ 820615 h 2396685"/>
                <a:gd name="connsiteX14-89" fmla="*/ 911445 w 2552675"/>
                <a:gd name="connsiteY14-90" fmla="*/ 0 h 2396685"/>
                <a:gd name="connsiteX0-91" fmla="*/ 1081174 w 2722404"/>
                <a:gd name="connsiteY0-92" fmla="*/ 0 h 2396685"/>
                <a:gd name="connsiteX1-93" fmla="*/ 1661437 w 2722404"/>
                <a:gd name="connsiteY1-94" fmla="*/ 240353 h 2396685"/>
                <a:gd name="connsiteX2-95" fmla="*/ 1678771 w 2722404"/>
                <a:gd name="connsiteY2-96" fmla="*/ 261362 h 2396685"/>
                <a:gd name="connsiteX3-97" fmla="*/ 1736407 w 2722404"/>
                <a:gd name="connsiteY3-98" fmla="*/ 246542 h 2396685"/>
                <a:gd name="connsiteX4-99" fmla="*/ 1901789 w 2722404"/>
                <a:gd name="connsiteY4-100" fmla="*/ 229870 h 2396685"/>
                <a:gd name="connsiteX5-101" fmla="*/ 2722404 w 2722404"/>
                <a:gd name="connsiteY5-102" fmla="*/ 1050485 h 2396685"/>
                <a:gd name="connsiteX6-103" fmla="*/ 2360603 w 2722404"/>
                <a:gd name="connsiteY6-104" fmla="*/ 1730952 h 2396685"/>
                <a:gd name="connsiteX7-105" fmla="*/ 2292532 w 2722404"/>
                <a:gd name="connsiteY7-106" fmla="*/ 1767900 h 2396685"/>
                <a:gd name="connsiteX8-107" fmla="*/ 2279111 w 2722404"/>
                <a:gd name="connsiteY8-108" fmla="*/ 1820096 h 2396685"/>
                <a:gd name="connsiteX9-109" fmla="*/ 1495389 w 2722404"/>
                <a:gd name="connsiteY9-110" fmla="*/ 2396685 h 2396685"/>
                <a:gd name="connsiteX10-111" fmla="*/ 674774 w 2722404"/>
                <a:gd name="connsiteY10-112" fmla="*/ 1576070 h 2396685"/>
                <a:gd name="connsiteX11-113" fmla="*/ 677061 w 2722404"/>
                <a:gd name="connsiteY11-114" fmla="*/ 1530773 h 2396685"/>
                <a:gd name="connsiteX12-115" fmla="*/ 44022 w 2722404"/>
                <a:gd name="connsiteY12-116" fmla="*/ 1618313 h 2396685"/>
                <a:gd name="connsiteX13-117" fmla="*/ 260559 w 2722404"/>
                <a:gd name="connsiteY13-118" fmla="*/ 820615 h 2396685"/>
                <a:gd name="connsiteX14-119" fmla="*/ 1081174 w 2722404"/>
                <a:gd name="connsiteY14-120" fmla="*/ 0 h 2396685"/>
                <a:gd name="connsiteX0-121" fmla="*/ 1081174 w 2722404"/>
                <a:gd name="connsiteY0-122" fmla="*/ 0 h 2396685"/>
                <a:gd name="connsiteX1-123" fmla="*/ 1661437 w 2722404"/>
                <a:gd name="connsiteY1-124" fmla="*/ 240353 h 2396685"/>
                <a:gd name="connsiteX2-125" fmla="*/ 1678771 w 2722404"/>
                <a:gd name="connsiteY2-126" fmla="*/ 261362 h 2396685"/>
                <a:gd name="connsiteX3-127" fmla="*/ 1736407 w 2722404"/>
                <a:gd name="connsiteY3-128" fmla="*/ 246542 h 2396685"/>
                <a:gd name="connsiteX4-129" fmla="*/ 1901789 w 2722404"/>
                <a:gd name="connsiteY4-130" fmla="*/ 229870 h 2396685"/>
                <a:gd name="connsiteX5-131" fmla="*/ 2722404 w 2722404"/>
                <a:gd name="connsiteY5-132" fmla="*/ 1050485 h 2396685"/>
                <a:gd name="connsiteX6-133" fmla="*/ 2360603 w 2722404"/>
                <a:gd name="connsiteY6-134" fmla="*/ 1730952 h 2396685"/>
                <a:gd name="connsiteX7-135" fmla="*/ 2292532 w 2722404"/>
                <a:gd name="connsiteY7-136" fmla="*/ 1767900 h 2396685"/>
                <a:gd name="connsiteX8-137" fmla="*/ 2279111 w 2722404"/>
                <a:gd name="connsiteY8-138" fmla="*/ 1820096 h 2396685"/>
                <a:gd name="connsiteX9-139" fmla="*/ 1495389 w 2722404"/>
                <a:gd name="connsiteY9-140" fmla="*/ 2396685 h 2396685"/>
                <a:gd name="connsiteX10-141" fmla="*/ 674774 w 2722404"/>
                <a:gd name="connsiteY10-142" fmla="*/ 1576070 h 2396685"/>
                <a:gd name="connsiteX11-143" fmla="*/ 309738 w 2722404"/>
                <a:gd name="connsiteY11-144" fmla="*/ 2054404 h 2396685"/>
                <a:gd name="connsiteX12-145" fmla="*/ 44022 w 2722404"/>
                <a:gd name="connsiteY12-146" fmla="*/ 1618313 h 2396685"/>
                <a:gd name="connsiteX13-147" fmla="*/ 260559 w 2722404"/>
                <a:gd name="connsiteY13-148" fmla="*/ 820615 h 2396685"/>
                <a:gd name="connsiteX14-149" fmla="*/ 1081174 w 2722404"/>
                <a:gd name="connsiteY14-150" fmla="*/ 0 h 2396685"/>
                <a:gd name="connsiteX0-151" fmla="*/ 1081174 w 2722404"/>
                <a:gd name="connsiteY0-152" fmla="*/ 0 h 2535067"/>
                <a:gd name="connsiteX1-153" fmla="*/ 1661437 w 2722404"/>
                <a:gd name="connsiteY1-154" fmla="*/ 240353 h 2535067"/>
                <a:gd name="connsiteX2-155" fmla="*/ 1678771 w 2722404"/>
                <a:gd name="connsiteY2-156" fmla="*/ 261362 h 2535067"/>
                <a:gd name="connsiteX3-157" fmla="*/ 1736407 w 2722404"/>
                <a:gd name="connsiteY3-158" fmla="*/ 246542 h 2535067"/>
                <a:gd name="connsiteX4-159" fmla="*/ 1901789 w 2722404"/>
                <a:gd name="connsiteY4-160" fmla="*/ 229870 h 2535067"/>
                <a:gd name="connsiteX5-161" fmla="*/ 2722404 w 2722404"/>
                <a:gd name="connsiteY5-162" fmla="*/ 1050485 h 2535067"/>
                <a:gd name="connsiteX6-163" fmla="*/ 2360603 w 2722404"/>
                <a:gd name="connsiteY6-164" fmla="*/ 1730952 h 2535067"/>
                <a:gd name="connsiteX7-165" fmla="*/ 2292532 w 2722404"/>
                <a:gd name="connsiteY7-166" fmla="*/ 1767900 h 2535067"/>
                <a:gd name="connsiteX8-167" fmla="*/ 2279111 w 2722404"/>
                <a:gd name="connsiteY8-168" fmla="*/ 1820096 h 2535067"/>
                <a:gd name="connsiteX9-169" fmla="*/ 1495389 w 2722404"/>
                <a:gd name="connsiteY9-170" fmla="*/ 2396685 h 2535067"/>
                <a:gd name="connsiteX10-171" fmla="*/ 1010836 w 2722404"/>
                <a:gd name="connsiteY10-172" fmla="*/ 2271639 h 2535067"/>
                <a:gd name="connsiteX11-173" fmla="*/ 309738 w 2722404"/>
                <a:gd name="connsiteY11-174" fmla="*/ 2054404 h 2535067"/>
                <a:gd name="connsiteX12-175" fmla="*/ 44022 w 2722404"/>
                <a:gd name="connsiteY12-176" fmla="*/ 1618313 h 2535067"/>
                <a:gd name="connsiteX13-177" fmla="*/ 260559 w 2722404"/>
                <a:gd name="connsiteY13-178" fmla="*/ 820615 h 2535067"/>
                <a:gd name="connsiteX14-179" fmla="*/ 1081174 w 2722404"/>
                <a:gd name="connsiteY14-180" fmla="*/ 0 h 2535067"/>
                <a:gd name="connsiteX0-181" fmla="*/ 1081174 w 2722404"/>
                <a:gd name="connsiteY0-182" fmla="*/ 0 h 2548703"/>
                <a:gd name="connsiteX1-183" fmla="*/ 1661437 w 2722404"/>
                <a:gd name="connsiteY1-184" fmla="*/ 240353 h 2548703"/>
                <a:gd name="connsiteX2-185" fmla="*/ 1678771 w 2722404"/>
                <a:gd name="connsiteY2-186" fmla="*/ 261362 h 2548703"/>
                <a:gd name="connsiteX3-187" fmla="*/ 1736407 w 2722404"/>
                <a:gd name="connsiteY3-188" fmla="*/ 246542 h 2548703"/>
                <a:gd name="connsiteX4-189" fmla="*/ 1901789 w 2722404"/>
                <a:gd name="connsiteY4-190" fmla="*/ 229870 h 2548703"/>
                <a:gd name="connsiteX5-191" fmla="*/ 2722404 w 2722404"/>
                <a:gd name="connsiteY5-192" fmla="*/ 1050485 h 2548703"/>
                <a:gd name="connsiteX6-193" fmla="*/ 2360603 w 2722404"/>
                <a:gd name="connsiteY6-194" fmla="*/ 1730952 h 2548703"/>
                <a:gd name="connsiteX7-195" fmla="*/ 2292532 w 2722404"/>
                <a:gd name="connsiteY7-196" fmla="*/ 1767900 h 2548703"/>
                <a:gd name="connsiteX8-197" fmla="*/ 2279111 w 2722404"/>
                <a:gd name="connsiteY8-198" fmla="*/ 1820096 h 2548703"/>
                <a:gd name="connsiteX9-199" fmla="*/ 1979943 w 2722404"/>
                <a:gd name="connsiteY9-200" fmla="*/ 2427946 h 2548703"/>
                <a:gd name="connsiteX10-201" fmla="*/ 1010836 w 2722404"/>
                <a:gd name="connsiteY10-202" fmla="*/ 2271639 h 2548703"/>
                <a:gd name="connsiteX11-203" fmla="*/ 309738 w 2722404"/>
                <a:gd name="connsiteY11-204" fmla="*/ 2054404 h 2548703"/>
                <a:gd name="connsiteX12-205" fmla="*/ 44022 w 2722404"/>
                <a:gd name="connsiteY12-206" fmla="*/ 1618313 h 2548703"/>
                <a:gd name="connsiteX13-207" fmla="*/ 260559 w 2722404"/>
                <a:gd name="connsiteY13-208" fmla="*/ 820615 h 2548703"/>
                <a:gd name="connsiteX14-209" fmla="*/ 1081174 w 2722404"/>
                <a:gd name="connsiteY14-210" fmla="*/ 0 h 2548703"/>
                <a:gd name="connsiteX0-211" fmla="*/ 1081174 w 2722404"/>
                <a:gd name="connsiteY0-212" fmla="*/ 0 h 2548703"/>
                <a:gd name="connsiteX1-213" fmla="*/ 1661437 w 2722404"/>
                <a:gd name="connsiteY1-214" fmla="*/ 240353 h 2548703"/>
                <a:gd name="connsiteX2-215" fmla="*/ 1678771 w 2722404"/>
                <a:gd name="connsiteY2-216" fmla="*/ 261362 h 2548703"/>
                <a:gd name="connsiteX3-217" fmla="*/ 1736407 w 2722404"/>
                <a:gd name="connsiteY3-218" fmla="*/ 246542 h 2548703"/>
                <a:gd name="connsiteX4-219" fmla="*/ 1901789 w 2722404"/>
                <a:gd name="connsiteY4-220" fmla="*/ 229870 h 2548703"/>
                <a:gd name="connsiteX5-221" fmla="*/ 2722404 w 2722404"/>
                <a:gd name="connsiteY5-222" fmla="*/ 1050485 h 2548703"/>
                <a:gd name="connsiteX6-223" fmla="*/ 2360603 w 2722404"/>
                <a:gd name="connsiteY6-224" fmla="*/ 1730952 h 2548703"/>
                <a:gd name="connsiteX7-225" fmla="*/ 2292532 w 2722404"/>
                <a:gd name="connsiteY7-226" fmla="*/ 1767900 h 2548703"/>
                <a:gd name="connsiteX8-227" fmla="*/ 2279111 w 2722404"/>
                <a:gd name="connsiteY8-228" fmla="*/ 1820096 h 2548703"/>
                <a:gd name="connsiteX9-229" fmla="*/ 1979943 w 2722404"/>
                <a:gd name="connsiteY9-230" fmla="*/ 2427946 h 2548703"/>
                <a:gd name="connsiteX10-231" fmla="*/ 1010836 w 2722404"/>
                <a:gd name="connsiteY10-232" fmla="*/ 2271639 h 2548703"/>
                <a:gd name="connsiteX11-233" fmla="*/ 411338 w 2722404"/>
                <a:gd name="connsiteY11-234" fmla="*/ 2132557 h 2548703"/>
                <a:gd name="connsiteX12-235" fmla="*/ 44022 w 2722404"/>
                <a:gd name="connsiteY12-236" fmla="*/ 1618313 h 2548703"/>
                <a:gd name="connsiteX13-237" fmla="*/ 260559 w 2722404"/>
                <a:gd name="connsiteY13-238" fmla="*/ 820615 h 2548703"/>
                <a:gd name="connsiteX14-239" fmla="*/ 1081174 w 2722404"/>
                <a:gd name="connsiteY14-240" fmla="*/ 0 h 2548703"/>
                <a:gd name="connsiteX0-241" fmla="*/ 1081174 w 2722404"/>
                <a:gd name="connsiteY0-242" fmla="*/ 0 h 2428424"/>
                <a:gd name="connsiteX1-243" fmla="*/ 1661437 w 2722404"/>
                <a:gd name="connsiteY1-244" fmla="*/ 240353 h 2428424"/>
                <a:gd name="connsiteX2-245" fmla="*/ 1678771 w 2722404"/>
                <a:gd name="connsiteY2-246" fmla="*/ 261362 h 2428424"/>
                <a:gd name="connsiteX3-247" fmla="*/ 1736407 w 2722404"/>
                <a:gd name="connsiteY3-248" fmla="*/ 246542 h 2428424"/>
                <a:gd name="connsiteX4-249" fmla="*/ 1901789 w 2722404"/>
                <a:gd name="connsiteY4-250" fmla="*/ 229870 h 2428424"/>
                <a:gd name="connsiteX5-251" fmla="*/ 2722404 w 2722404"/>
                <a:gd name="connsiteY5-252" fmla="*/ 1050485 h 2428424"/>
                <a:gd name="connsiteX6-253" fmla="*/ 2360603 w 2722404"/>
                <a:gd name="connsiteY6-254" fmla="*/ 1730952 h 2428424"/>
                <a:gd name="connsiteX7-255" fmla="*/ 2292532 w 2722404"/>
                <a:gd name="connsiteY7-256" fmla="*/ 1767900 h 2428424"/>
                <a:gd name="connsiteX8-257" fmla="*/ 2279111 w 2722404"/>
                <a:gd name="connsiteY8-258" fmla="*/ 1820096 h 2428424"/>
                <a:gd name="connsiteX9-259" fmla="*/ 1979943 w 2722404"/>
                <a:gd name="connsiteY9-260" fmla="*/ 2427946 h 2428424"/>
                <a:gd name="connsiteX10-261" fmla="*/ 1339082 w 2722404"/>
                <a:gd name="connsiteY10-262" fmla="*/ 1873054 h 2428424"/>
                <a:gd name="connsiteX11-263" fmla="*/ 411338 w 2722404"/>
                <a:gd name="connsiteY11-264" fmla="*/ 2132557 h 2428424"/>
                <a:gd name="connsiteX12-265" fmla="*/ 44022 w 2722404"/>
                <a:gd name="connsiteY12-266" fmla="*/ 1618313 h 2428424"/>
                <a:gd name="connsiteX13-267" fmla="*/ 260559 w 2722404"/>
                <a:gd name="connsiteY13-268" fmla="*/ 820615 h 2428424"/>
                <a:gd name="connsiteX14-269" fmla="*/ 1081174 w 2722404"/>
                <a:gd name="connsiteY14-270" fmla="*/ 0 h 2428424"/>
                <a:gd name="connsiteX0-271" fmla="*/ 1081174 w 2722404"/>
                <a:gd name="connsiteY0-272" fmla="*/ 0 h 2428424"/>
                <a:gd name="connsiteX1-273" fmla="*/ 1661437 w 2722404"/>
                <a:gd name="connsiteY1-274" fmla="*/ 240353 h 2428424"/>
                <a:gd name="connsiteX2-275" fmla="*/ 1678771 w 2722404"/>
                <a:gd name="connsiteY2-276" fmla="*/ 261362 h 2428424"/>
                <a:gd name="connsiteX3-277" fmla="*/ 1736407 w 2722404"/>
                <a:gd name="connsiteY3-278" fmla="*/ 246542 h 2428424"/>
                <a:gd name="connsiteX4-279" fmla="*/ 1901789 w 2722404"/>
                <a:gd name="connsiteY4-280" fmla="*/ 229870 h 2428424"/>
                <a:gd name="connsiteX5-281" fmla="*/ 2722404 w 2722404"/>
                <a:gd name="connsiteY5-282" fmla="*/ 1050485 h 2428424"/>
                <a:gd name="connsiteX6-283" fmla="*/ 2360603 w 2722404"/>
                <a:gd name="connsiteY6-284" fmla="*/ 1730952 h 2428424"/>
                <a:gd name="connsiteX7-285" fmla="*/ 2292532 w 2722404"/>
                <a:gd name="connsiteY7-286" fmla="*/ 1767900 h 2428424"/>
                <a:gd name="connsiteX8-287" fmla="*/ 2279111 w 2722404"/>
                <a:gd name="connsiteY8-288" fmla="*/ 1820096 h 2428424"/>
                <a:gd name="connsiteX9-289" fmla="*/ 1979943 w 2722404"/>
                <a:gd name="connsiteY9-290" fmla="*/ 2427946 h 2428424"/>
                <a:gd name="connsiteX10-291" fmla="*/ 1339082 w 2722404"/>
                <a:gd name="connsiteY10-292" fmla="*/ 1873054 h 2428424"/>
                <a:gd name="connsiteX11-293" fmla="*/ 411338 w 2722404"/>
                <a:gd name="connsiteY11-294" fmla="*/ 2132557 h 2428424"/>
                <a:gd name="connsiteX12-295" fmla="*/ 44022 w 2722404"/>
                <a:gd name="connsiteY12-296" fmla="*/ 1618313 h 2428424"/>
                <a:gd name="connsiteX13-297" fmla="*/ 260559 w 2722404"/>
                <a:gd name="connsiteY13-298" fmla="*/ 820615 h 2428424"/>
                <a:gd name="connsiteX14-299" fmla="*/ 1081174 w 2722404"/>
                <a:gd name="connsiteY14-300" fmla="*/ 0 h 2428424"/>
                <a:gd name="connsiteX0-301" fmla="*/ 1055376 w 2696606"/>
                <a:gd name="connsiteY0-302" fmla="*/ 0 h 2428424"/>
                <a:gd name="connsiteX1-303" fmla="*/ 1635639 w 2696606"/>
                <a:gd name="connsiteY1-304" fmla="*/ 240353 h 2428424"/>
                <a:gd name="connsiteX2-305" fmla="*/ 1652973 w 2696606"/>
                <a:gd name="connsiteY2-306" fmla="*/ 261362 h 2428424"/>
                <a:gd name="connsiteX3-307" fmla="*/ 1710609 w 2696606"/>
                <a:gd name="connsiteY3-308" fmla="*/ 246542 h 2428424"/>
                <a:gd name="connsiteX4-309" fmla="*/ 1875991 w 2696606"/>
                <a:gd name="connsiteY4-310" fmla="*/ 229870 h 2428424"/>
                <a:gd name="connsiteX5-311" fmla="*/ 2696606 w 2696606"/>
                <a:gd name="connsiteY5-312" fmla="*/ 1050485 h 2428424"/>
                <a:gd name="connsiteX6-313" fmla="*/ 2334805 w 2696606"/>
                <a:gd name="connsiteY6-314" fmla="*/ 1730952 h 2428424"/>
                <a:gd name="connsiteX7-315" fmla="*/ 2266734 w 2696606"/>
                <a:gd name="connsiteY7-316" fmla="*/ 1767900 h 2428424"/>
                <a:gd name="connsiteX8-317" fmla="*/ 2253313 w 2696606"/>
                <a:gd name="connsiteY8-318" fmla="*/ 1820096 h 2428424"/>
                <a:gd name="connsiteX9-319" fmla="*/ 1954145 w 2696606"/>
                <a:gd name="connsiteY9-320" fmla="*/ 2427946 h 2428424"/>
                <a:gd name="connsiteX10-321" fmla="*/ 1313284 w 2696606"/>
                <a:gd name="connsiteY10-322" fmla="*/ 1873054 h 2428424"/>
                <a:gd name="connsiteX11-323" fmla="*/ 385540 w 2696606"/>
                <a:gd name="connsiteY11-324" fmla="*/ 2132557 h 2428424"/>
                <a:gd name="connsiteX12-325" fmla="*/ 18224 w 2696606"/>
                <a:gd name="connsiteY12-326" fmla="*/ 1618313 h 2428424"/>
                <a:gd name="connsiteX13-327" fmla="*/ 234761 w 2696606"/>
                <a:gd name="connsiteY13-328" fmla="*/ 820615 h 2428424"/>
                <a:gd name="connsiteX14-329" fmla="*/ 1055376 w 2696606"/>
                <a:gd name="connsiteY14-330" fmla="*/ 0 h 2428424"/>
                <a:gd name="connsiteX0-331" fmla="*/ 1055376 w 2696606"/>
                <a:gd name="connsiteY0-332" fmla="*/ 0 h 2428424"/>
                <a:gd name="connsiteX1-333" fmla="*/ 1635639 w 2696606"/>
                <a:gd name="connsiteY1-334" fmla="*/ 240353 h 2428424"/>
                <a:gd name="connsiteX2-335" fmla="*/ 1652973 w 2696606"/>
                <a:gd name="connsiteY2-336" fmla="*/ 261362 h 2428424"/>
                <a:gd name="connsiteX3-337" fmla="*/ 1710609 w 2696606"/>
                <a:gd name="connsiteY3-338" fmla="*/ 246542 h 2428424"/>
                <a:gd name="connsiteX4-339" fmla="*/ 1875991 w 2696606"/>
                <a:gd name="connsiteY4-340" fmla="*/ 229870 h 2428424"/>
                <a:gd name="connsiteX5-341" fmla="*/ 2696606 w 2696606"/>
                <a:gd name="connsiteY5-342" fmla="*/ 1050485 h 2428424"/>
                <a:gd name="connsiteX6-343" fmla="*/ 2334805 w 2696606"/>
                <a:gd name="connsiteY6-344" fmla="*/ 1730952 h 2428424"/>
                <a:gd name="connsiteX7-345" fmla="*/ 2266734 w 2696606"/>
                <a:gd name="connsiteY7-346" fmla="*/ 1767900 h 2428424"/>
                <a:gd name="connsiteX8-347" fmla="*/ 2253313 w 2696606"/>
                <a:gd name="connsiteY8-348" fmla="*/ 1820096 h 2428424"/>
                <a:gd name="connsiteX9-349" fmla="*/ 1954145 w 2696606"/>
                <a:gd name="connsiteY9-350" fmla="*/ 2427946 h 2428424"/>
                <a:gd name="connsiteX10-351" fmla="*/ 1313284 w 2696606"/>
                <a:gd name="connsiteY10-352" fmla="*/ 1873054 h 2428424"/>
                <a:gd name="connsiteX11-353" fmla="*/ 385540 w 2696606"/>
                <a:gd name="connsiteY11-354" fmla="*/ 2132557 h 2428424"/>
                <a:gd name="connsiteX12-355" fmla="*/ 18224 w 2696606"/>
                <a:gd name="connsiteY12-356" fmla="*/ 1618313 h 2428424"/>
                <a:gd name="connsiteX13-357" fmla="*/ 234761 w 2696606"/>
                <a:gd name="connsiteY13-358" fmla="*/ 820615 h 2428424"/>
                <a:gd name="connsiteX14-359" fmla="*/ 1055376 w 2696606"/>
                <a:gd name="connsiteY14-360" fmla="*/ 0 h 2428424"/>
                <a:gd name="connsiteX0-361" fmla="*/ 1055376 w 2696606"/>
                <a:gd name="connsiteY0-362" fmla="*/ 0 h 2428424"/>
                <a:gd name="connsiteX1-363" fmla="*/ 1635639 w 2696606"/>
                <a:gd name="connsiteY1-364" fmla="*/ 240353 h 2428424"/>
                <a:gd name="connsiteX2-365" fmla="*/ 1652973 w 2696606"/>
                <a:gd name="connsiteY2-366" fmla="*/ 261362 h 2428424"/>
                <a:gd name="connsiteX3-367" fmla="*/ 1710609 w 2696606"/>
                <a:gd name="connsiteY3-368" fmla="*/ 246542 h 2428424"/>
                <a:gd name="connsiteX4-369" fmla="*/ 1875991 w 2696606"/>
                <a:gd name="connsiteY4-370" fmla="*/ 229870 h 2428424"/>
                <a:gd name="connsiteX5-371" fmla="*/ 2696606 w 2696606"/>
                <a:gd name="connsiteY5-372" fmla="*/ 1050485 h 2428424"/>
                <a:gd name="connsiteX6-373" fmla="*/ 2334805 w 2696606"/>
                <a:gd name="connsiteY6-374" fmla="*/ 1730952 h 2428424"/>
                <a:gd name="connsiteX7-375" fmla="*/ 2266734 w 2696606"/>
                <a:gd name="connsiteY7-376" fmla="*/ 1767900 h 2428424"/>
                <a:gd name="connsiteX8-377" fmla="*/ 2253313 w 2696606"/>
                <a:gd name="connsiteY8-378" fmla="*/ 1820096 h 2428424"/>
                <a:gd name="connsiteX9-379" fmla="*/ 1954145 w 2696606"/>
                <a:gd name="connsiteY9-380" fmla="*/ 2427946 h 2428424"/>
                <a:gd name="connsiteX10-381" fmla="*/ 1313284 w 2696606"/>
                <a:gd name="connsiteY10-382" fmla="*/ 1873054 h 2428424"/>
                <a:gd name="connsiteX11-383" fmla="*/ 385540 w 2696606"/>
                <a:gd name="connsiteY11-384" fmla="*/ 2132557 h 2428424"/>
                <a:gd name="connsiteX12-385" fmla="*/ 18224 w 2696606"/>
                <a:gd name="connsiteY12-386" fmla="*/ 1618313 h 2428424"/>
                <a:gd name="connsiteX13-387" fmla="*/ 234761 w 2696606"/>
                <a:gd name="connsiteY13-388" fmla="*/ 820615 h 2428424"/>
                <a:gd name="connsiteX14-389" fmla="*/ 1055376 w 2696606"/>
                <a:gd name="connsiteY14-390" fmla="*/ 0 h 2428424"/>
                <a:gd name="connsiteX0-391" fmla="*/ 1055376 w 2696606"/>
                <a:gd name="connsiteY0-392" fmla="*/ 0 h 2428424"/>
                <a:gd name="connsiteX1-393" fmla="*/ 1635639 w 2696606"/>
                <a:gd name="connsiteY1-394" fmla="*/ 240353 h 2428424"/>
                <a:gd name="connsiteX2-395" fmla="*/ 1652973 w 2696606"/>
                <a:gd name="connsiteY2-396" fmla="*/ 261362 h 2428424"/>
                <a:gd name="connsiteX3-397" fmla="*/ 1710609 w 2696606"/>
                <a:gd name="connsiteY3-398" fmla="*/ 246542 h 2428424"/>
                <a:gd name="connsiteX4-399" fmla="*/ 1875991 w 2696606"/>
                <a:gd name="connsiteY4-400" fmla="*/ 229870 h 2428424"/>
                <a:gd name="connsiteX5-401" fmla="*/ 2696606 w 2696606"/>
                <a:gd name="connsiteY5-402" fmla="*/ 1050485 h 2428424"/>
                <a:gd name="connsiteX6-403" fmla="*/ 2334805 w 2696606"/>
                <a:gd name="connsiteY6-404" fmla="*/ 1730952 h 2428424"/>
                <a:gd name="connsiteX7-405" fmla="*/ 2266734 w 2696606"/>
                <a:gd name="connsiteY7-406" fmla="*/ 1767900 h 2428424"/>
                <a:gd name="connsiteX8-407" fmla="*/ 2253313 w 2696606"/>
                <a:gd name="connsiteY8-408" fmla="*/ 1820096 h 2428424"/>
                <a:gd name="connsiteX9-409" fmla="*/ 1954145 w 2696606"/>
                <a:gd name="connsiteY9-410" fmla="*/ 2427946 h 2428424"/>
                <a:gd name="connsiteX10-411" fmla="*/ 1313284 w 2696606"/>
                <a:gd name="connsiteY10-412" fmla="*/ 1873054 h 2428424"/>
                <a:gd name="connsiteX11-413" fmla="*/ 385540 w 2696606"/>
                <a:gd name="connsiteY11-414" fmla="*/ 2132557 h 2428424"/>
                <a:gd name="connsiteX12-415" fmla="*/ 18224 w 2696606"/>
                <a:gd name="connsiteY12-416" fmla="*/ 1618313 h 2428424"/>
                <a:gd name="connsiteX13-417" fmla="*/ 234761 w 2696606"/>
                <a:gd name="connsiteY13-418" fmla="*/ 820615 h 2428424"/>
                <a:gd name="connsiteX14-419" fmla="*/ 1055376 w 2696606"/>
                <a:gd name="connsiteY14-420" fmla="*/ 0 h 2428424"/>
                <a:gd name="connsiteX0-421" fmla="*/ 844361 w 2696606"/>
                <a:gd name="connsiteY0-422" fmla="*/ 0 h 2506578"/>
                <a:gd name="connsiteX1-423" fmla="*/ 1635639 w 2696606"/>
                <a:gd name="connsiteY1-424" fmla="*/ 318507 h 2506578"/>
                <a:gd name="connsiteX2-425" fmla="*/ 1652973 w 2696606"/>
                <a:gd name="connsiteY2-426" fmla="*/ 339516 h 2506578"/>
                <a:gd name="connsiteX3-427" fmla="*/ 1710609 w 2696606"/>
                <a:gd name="connsiteY3-428" fmla="*/ 324696 h 2506578"/>
                <a:gd name="connsiteX4-429" fmla="*/ 1875991 w 2696606"/>
                <a:gd name="connsiteY4-430" fmla="*/ 308024 h 2506578"/>
                <a:gd name="connsiteX5-431" fmla="*/ 2696606 w 2696606"/>
                <a:gd name="connsiteY5-432" fmla="*/ 1128639 h 2506578"/>
                <a:gd name="connsiteX6-433" fmla="*/ 2334805 w 2696606"/>
                <a:gd name="connsiteY6-434" fmla="*/ 1809106 h 2506578"/>
                <a:gd name="connsiteX7-435" fmla="*/ 2266734 w 2696606"/>
                <a:gd name="connsiteY7-436" fmla="*/ 1846054 h 2506578"/>
                <a:gd name="connsiteX8-437" fmla="*/ 2253313 w 2696606"/>
                <a:gd name="connsiteY8-438" fmla="*/ 1898250 h 2506578"/>
                <a:gd name="connsiteX9-439" fmla="*/ 1954145 w 2696606"/>
                <a:gd name="connsiteY9-440" fmla="*/ 2506100 h 2506578"/>
                <a:gd name="connsiteX10-441" fmla="*/ 1313284 w 2696606"/>
                <a:gd name="connsiteY10-442" fmla="*/ 1951208 h 2506578"/>
                <a:gd name="connsiteX11-443" fmla="*/ 385540 w 2696606"/>
                <a:gd name="connsiteY11-444" fmla="*/ 2210711 h 2506578"/>
                <a:gd name="connsiteX12-445" fmla="*/ 18224 w 2696606"/>
                <a:gd name="connsiteY12-446" fmla="*/ 1696467 h 2506578"/>
                <a:gd name="connsiteX13-447" fmla="*/ 234761 w 2696606"/>
                <a:gd name="connsiteY13-448" fmla="*/ 898769 h 2506578"/>
                <a:gd name="connsiteX14-449" fmla="*/ 844361 w 2696606"/>
                <a:gd name="connsiteY14-450" fmla="*/ 0 h 2506578"/>
                <a:gd name="connsiteX0-451" fmla="*/ 844361 w 2696606"/>
                <a:gd name="connsiteY0-452" fmla="*/ 0 h 2506578"/>
                <a:gd name="connsiteX1-453" fmla="*/ 1635639 w 2696606"/>
                <a:gd name="connsiteY1-454" fmla="*/ 318507 h 2506578"/>
                <a:gd name="connsiteX2-455" fmla="*/ 1652973 w 2696606"/>
                <a:gd name="connsiteY2-456" fmla="*/ 339516 h 2506578"/>
                <a:gd name="connsiteX3-457" fmla="*/ 1710609 w 2696606"/>
                <a:gd name="connsiteY3-458" fmla="*/ 324696 h 2506578"/>
                <a:gd name="connsiteX4-459" fmla="*/ 1875991 w 2696606"/>
                <a:gd name="connsiteY4-460" fmla="*/ 308024 h 2506578"/>
                <a:gd name="connsiteX5-461" fmla="*/ 2696606 w 2696606"/>
                <a:gd name="connsiteY5-462" fmla="*/ 1128639 h 2506578"/>
                <a:gd name="connsiteX6-463" fmla="*/ 2334805 w 2696606"/>
                <a:gd name="connsiteY6-464" fmla="*/ 1809106 h 2506578"/>
                <a:gd name="connsiteX7-465" fmla="*/ 2266734 w 2696606"/>
                <a:gd name="connsiteY7-466" fmla="*/ 1846054 h 2506578"/>
                <a:gd name="connsiteX8-467" fmla="*/ 2253313 w 2696606"/>
                <a:gd name="connsiteY8-468" fmla="*/ 1898250 h 2506578"/>
                <a:gd name="connsiteX9-469" fmla="*/ 1954145 w 2696606"/>
                <a:gd name="connsiteY9-470" fmla="*/ 2506100 h 2506578"/>
                <a:gd name="connsiteX10-471" fmla="*/ 1313284 w 2696606"/>
                <a:gd name="connsiteY10-472" fmla="*/ 1951208 h 2506578"/>
                <a:gd name="connsiteX11-473" fmla="*/ 385540 w 2696606"/>
                <a:gd name="connsiteY11-474" fmla="*/ 2210711 h 2506578"/>
                <a:gd name="connsiteX12-475" fmla="*/ 18224 w 2696606"/>
                <a:gd name="connsiteY12-476" fmla="*/ 1696467 h 2506578"/>
                <a:gd name="connsiteX13-477" fmla="*/ 234761 w 2696606"/>
                <a:gd name="connsiteY13-478" fmla="*/ 898769 h 2506578"/>
                <a:gd name="connsiteX14-479" fmla="*/ 844361 w 2696606"/>
                <a:gd name="connsiteY14-480" fmla="*/ 0 h 25065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2696606" h="2506578">
                  <a:moveTo>
                    <a:pt x="844361" y="0"/>
                  </a:moveTo>
                  <a:cubicBezTo>
                    <a:pt x="2196384" y="1391139"/>
                    <a:pt x="1487137" y="170005"/>
                    <a:pt x="1635639" y="318507"/>
                  </a:cubicBezTo>
                  <a:lnTo>
                    <a:pt x="1652973" y="339516"/>
                  </a:lnTo>
                  <a:lnTo>
                    <a:pt x="1710609" y="324696"/>
                  </a:lnTo>
                  <a:cubicBezTo>
                    <a:pt x="1764029" y="313765"/>
                    <a:pt x="1819340" y="308024"/>
                    <a:pt x="1875991" y="308024"/>
                  </a:cubicBezTo>
                  <a:cubicBezTo>
                    <a:pt x="2329204" y="308024"/>
                    <a:pt x="2696606" y="675426"/>
                    <a:pt x="2696606" y="1128639"/>
                  </a:cubicBezTo>
                  <a:cubicBezTo>
                    <a:pt x="2696606" y="1411897"/>
                    <a:pt x="2553090" y="1661635"/>
                    <a:pt x="2334805" y="1809106"/>
                  </a:cubicBezTo>
                  <a:lnTo>
                    <a:pt x="2266734" y="1846054"/>
                  </a:lnTo>
                  <a:lnTo>
                    <a:pt x="2253313" y="1898250"/>
                  </a:lnTo>
                  <a:cubicBezTo>
                    <a:pt x="2149414" y="2232296"/>
                    <a:pt x="2110816" y="2497274"/>
                    <a:pt x="1954145" y="2506100"/>
                  </a:cubicBezTo>
                  <a:cubicBezTo>
                    <a:pt x="1797474" y="2514926"/>
                    <a:pt x="1313284" y="2404421"/>
                    <a:pt x="1313284" y="1951208"/>
                  </a:cubicBezTo>
                  <a:cubicBezTo>
                    <a:pt x="1314046" y="1936109"/>
                    <a:pt x="601383" y="2253168"/>
                    <a:pt x="385540" y="2210711"/>
                  </a:cubicBezTo>
                  <a:cubicBezTo>
                    <a:pt x="169697" y="2168254"/>
                    <a:pt x="-68291" y="1929907"/>
                    <a:pt x="18224" y="1696467"/>
                  </a:cubicBezTo>
                  <a:cubicBezTo>
                    <a:pt x="104739" y="1463027"/>
                    <a:pt x="477038" y="1221104"/>
                    <a:pt x="234761" y="898769"/>
                  </a:cubicBezTo>
                  <a:cubicBezTo>
                    <a:pt x="-109116" y="375217"/>
                    <a:pt x="391148" y="0"/>
                    <a:pt x="844361" y="0"/>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字魂59号-创粗黑" panose="00000500000000000000" pitchFamily="2" charset="-122"/>
              </a:endParaRPr>
            </a:p>
          </p:txBody>
        </p:sp>
        <p:sp>
          <p:nvSpPr>
            <p:cNvPr id="7" name="淘宝-想搞设计PPT(倒卖必究)-7"/>
            <p:cNvSpPr/>
            <p:nvPr/>
          </p:nvSpPr>
          <p:spPr>
            <a:xfrm rot="1151942" flipH="1">
              <a:off x="-1345274" y="-788979"/>
              <a:ext cx="2075163" cy="3313977"/>
            </a:xfrm>
            <a:custGeom>
              <a:avLst/>
              <a:gdLst>
                <a:gd name="connsiteX0" fmla="*/ 820615 w 2461845"/>
                <a:gd name="connsiteY0" fmla="*/ 0 h 2396685"/>
                <a:gd name="connsiteX1" fmla="*/ 1400878 w 2461845"/>
                <a:gd name="connsiteY1" fmla="*/ 240353 h 2396685"/>
                <a:gd name="connsiteX2" fmla="*/ 1418212 w 2461845"/>
                <a:gd name="connsiteY2" fmla="*/ 261362 h 2396685"/>
                <a:gd name="connsiteX3" fmla="*/ 1475848 w 2461845"/>
                <a:gd name="connsiteY3" fmla="*/ 246542 h 2396685"/>
                <a:gd name="connsiteX4" fmla="*/ 1641230 w 2461845"/>
                <a:gd name="connsiteY4" fmla="*/ 229870 h 2396685"/>
                <a:gd name="connsiteX5" fmla="*/ 2461845 w 2461845"/>
                <a:gd name="connsiteY5" fmla="*/ 1050485 h 2396685"/>
                <a:gd name="connsiteX6" fmla="*/ 2100044 w 2461845"/>
                <a:gd name="connsiteY6" fmla="*/ 1730952 h 2396685"/>
                <a:gd name="connsiteX7" fmla="*/ 2031973 w 2461845"/>
                <a:gd name="connsiteY7" fmla="*/ 1767900 h 2396685"/>
                <a:gd name="connsiteX8" fmla="*/ 2018552 w 2461845"/>
                <a:gd name="connsiteY8" fmla="*/ 1820096 h 2396685"/>
                <a:gd name="connsiteX9" fmla="*/ 1234830 w 2461845"/>
                <a:gd name="connsiteY9" fmla="*/ 2396685 h 2396685"/>
                <a:gd name="connsiteX10" fmla="*/ 414215 w 2461845"/>
                <a:gd name="connsiteY10" fmla="*/ 1576070 h 2396685"/>
                <a:gd name="connsiteX11" fmla="*/ 416502 w 2461845"/>
                <a:gd name="connsiteY11" fmla="*/ 1530773 h 2396685"/>
                <a:gd name="connsiteX12" fmla="*/ 361802 w 2461845"/>
                <a:gd name="connsiteY12" fmla="*/ 1501082 h 2396685"/>
                <a:gd name="connsiteX13" fmla="*/ 0 w 2461845"/>
                <a:gd name="connsiteY13" fmla="*/ 820615 h 2396685"/>
                <a:gd name="connsiteX14" fmla="*/ 820615 w 2461845"/>
                <a:gd name="connsiteY14" fmla="*/ 0 h 2396685"/>
                <a:gd name="connsiteX0-1" fmla="*/ 820615 w 2461845"/>
                <a:gd name="connsiteY0-2" fmla="*/ 0 h 2396685"/>
                <a:gd name="connsiteX1-3" fmla="*/ 1400878 w 2461845"/>
                <a:gd name="connsiteY1-4" fmla="*/ 240353 h 2396685"/>
                <a:gd name="connsiteX2-5" fmla="*/ 1418212 w 2461845"/>
                <a:gd name="connsiteY2-6" fmla="*/ 261362 h 2396685"/>
                <a:gd name="connsiteX3-7" fmla="*/ 1475848 w 2461845"/>
                <a:gd name="connsiteY3-8" fmla="*/ 246542 h 2396685"/>
                <a:gd name="connsiteX4-9" fmla="*/ 1641230 w 2461845"/>
                <a:gd name="connsiteY4-10" fmla="*/ 229870 h 2396685"/>
                <a:gd name="connsiteX5-11" fmla="*/ 2461845 w 2461845"/>
                <a:gd name="connsiteY5-12" fmla="*/ 1050485 h 2396685"/>
                <a:gd name="connsiteX6-13" fmla="*/ 2100044 w 2461845"/>
                <a:gd name="connsiteY6-14" fmla="*/ 1730952 h 2396685"/>
                <a:gd name="connsiteX7-15" fmla="*/ 2031973 w 2461845"/>
                <a:gd name="connsiteY7-16" fmla="*/ 1767900 h 2396685"/>
                <a:gd name="connsiteX8-17" fmla="*/ 2018552 w 2461845"/>
                <a:gd name="connsiteY8-18" fmla="*/ 1820096 h 2396685"/>
                <a:gd name="connsiteX9-19" fmla="*/ 1234830 w 2461845"/>
                <a:gd name="connsiteY9-20" fmla="*/ 2396685 h 2396685"/>
                <a:gd name="connsiteX10-21" fmla="*/ 414215 w 2461845"/>
                <a:gd name="connsiteY10-22" fmla="*/ 1576070 h 2396685"/>
                <a:gd name="connsiteX11-23" fmla="*/ 416502 w 2461845"/>
                <a:gd name="connsiteY11-24" fmla="*/ 1530773 h 2396685"/>
                <a:gd name="connsiteX12-25" fmla="*/ 361802 w 2461845"/>
                <a:gd name="connsiteY12-26" fmla="*/ 1501082 h 2396685"/>
                <a:gd name="connsiteX13-27" fmla="*/ 0 w 2461845"/>
                <a:gd name="connsiteY13-28" fmla="*/ 820615 h 2396685"/>
                <a:gd name="connsiteX14-29" fmla="*/ 820615 w 2461845"/>
                <a:gd name="connsiteY14-30" fmla="*/ 0 h 2396685"/>
                <a:gd name="connsiteX0-31" fmla="*/ 911445 w 2552675"/>
                <a:gd name="connsiteY0-32" fmla="*/ 0 h 2396685"/>
                <a:gd name="connsiteX1-33" fmla="*/ 1491708 w 2552675"/>
                <a:gd name="connsiteY1-34" fmla="*/ 240353 h 2396685"/>
                <a:gd name="connsiteX2-35" fmla="*/ 1509042 w 2552675"/>
                <a:gd name="connsiteY2-36" fmla="*/ 261362 h 2396685"/>
                <a:gd name="connsiteX3-37" fmla="*/ 1566678 w 2552675"/>
                <a:gd name="connsiteY3-38" fmla="*/ 246542 h 2396685"/>
                <a:gd name="connsiteX4-39" fmla="*/ 1732060 w 2552675"/>
                <a:gd name="connsiteY4-40" fmla="*/ 229870 h 2396685"/>
                <a:gd name="connsiteX5-41" fmla="*/ 2552675 w 2552675"/>
                <a:gd name="connsiteY5-42" fmla="*/ 1050485 h 2396685"/>
                <a:gd name="connsiteX6-43" fmla="*/ 2190874 w 2552675"/>
                <a:gd name="connsiteY6-44" fmla="*/ 1730952 h 2396685"/>
                <a:gd name="connsiteX7-45" fmla="*/ 2122803 w 2552675"/>
                <a:gd name="connsiteY7-46" fmla="*/ 1767900 h 2396685"/>
                <a:gd name="connsiteX8-47" fmla="*/ 2109382 w 2552675"/>
                <a:gd name="connsiteY8-48" fmla="*/ 1820096 h 2396685"/>
                <a:gd name="connsiteX9-49" fmla="*/ 1325660 w 2552675"/>
                <a:gd name="connsiteY9-50" fmla="*/ 2396685 h 2396685"/>
                <a:gd name="connsiteX10-51" fmla="*/ 505045 w 2552675"/>
                <a:gd name="connsiteY10-52" fmla="*/ 1576070 h 2396685"/>
                <a:gd name="connsiteX11-53" fmla="*/ 507332 w 2552675"/>
                <a:gd name="connsiteY11-54" fmla="*/ 1530773 h 2396685"/>
                <a:gd name="connsiteX12-55" fmla="*/ 452632 w 2552675"/>
                <a:gd name="connsiteY12-56" fmla="*/ 1501082 h 2396685"/>
                <a:gd name="connsiteX13-57" fmla="*/ 90830 w 2552675"/>
                <a:gd name="connsiteY13-58" fmla="*/ 820615 h 2396685"/>
                <a:gd name="connsiteX14-59" fmla="*/ 911445 w 2552675"/>
                <a:gd name="connsiteY14-60" fmla="*/ 0 h 2396685"/>
                <a:gd name="connsiteX0-61" fmla="*/ 911445 w 2552675"/>
                <a:gd name="connsiteY0-62" fmla="*/ 0 h 2396685"/>
                <a:gd name="connsiteX1-63" fmla="*/ 1491708 w 2552675"/>
                <a:gd name="connsiteY1-64" fmla="*/ 240353 h 2396685"/>
                <a:gd name="connsiteX2-65" fmla="*/ 1509042 w 2552675"/>
                <a:gd name="connsiteY2-66" fmla="*/ 261362 h 2396685"/>
                <a:gd name="connsiteX3-67" fmla="*/ 1566678 w 2552675"/>
                <a:gd name="connsiteY3-68" fmla="*/ 246542 h 2396685"/>
                <a:gd name="connsiteX4-69" fmla="*/ 1732060 w 2552675"/>
                <a:gd name="connsiteY4-70" fmla="*/ 229870 h 2396685"/>
                <a:gd name="connsiteX5-71" fmla="*/ 2552675 w 2552675"/>
                <a:gd name="connsiteY5-72" fmla="*/ 1050485 h 2396685"/>
                <a:gd name="connsiteX6-73" fmla="*/ 2190874 w 2552675"/>
                <a:gd name="connsiteY6-74" fmla="*/ 1730952 h 2396685"/>
                <a:gd name="connsiteX7-75" fmla="*/ 2122803 w 2552675"/>
                <a:gd name="connsiteY7-76" fmla="*/ 1767900 h 2396685"/>
                <a:gd name="connsiteX8-77" fmla="*/ 2109382 w 2552675"/>
                <a:gd name="connsiteY8-78" fmla="*/ 1820096 h 2396685"/>
                <a:gd name="connsiteX9-79" fmla="*/ 1325660 w 2552675"/>
                <a:gd name="connsiteY9-80" fmla="*/ 2396685 h 2396685"/>
                <a:gd name="connsiteX10-81" fmla="*/ 505045 w 2552675"/>
                <a:gd name="connsiteY10-82" fmla="*/ 1576070 h 2396685"/>
                <a:gd name="connsiteX11-83" fmla="*/ 507332 w 2552675"/>
                <a:gd name="connsiteY11-84" fmla="*/ 1530773 h 2396685"/>
                <a:gd name="connsiteX12-85" fmla="*/ 452632 w 2552675"/>
                <a:gd name="connsiteY12-86" fmla="*/ 1501082 h 2396685"/>
                <a:gd name="connsiteX13-87" fmla="*/ 90830 w 2552675"/>
                <a:gd name="connsiteY13-88" fmla="*/ 820615 h 2396685"/>
                <a:gd name="connsiteX14-89" fmla="*/ 911445 w 2552675"/>
                <a:gd name="connsiteY14-90" fmla="*/ 0 h 2396685"/>
                <a:gd name="connsiteX0-91" fmla="*/ 1081174 w 2722404"/>
                <a:gd name="connsiteY0-92" fmla="*/ 0 h 2396685"/>
                <a:gd name="connsiteX1-93" fmla="*/ 1661437 w 2722404"/>
                <a:gd name="connsiteY1-94" fmla="*/ 240353 h 2396685"/>
                <a:gd name="connsiteX2-95" fmla="*/ 1678771 w 2722404"/>
                <a:gd name="connsiteY2-96" fmla="*/ 261362 h 2396685"/>
                <a:gd name="connsiteX3-97" fmla="*/ 1736407 w 2722404"/>
                <a:gd name="connsiteY3-98" fmla="*/ 246542 h 2396685"/>
                <a:gd name="connsiteX4-99" fmla="*/ 1901789 w 2722404"/>
                <a:gd name="connsiteY4-100" fmla="*/ 229870 h 2396685"/>
                <a:gd name="connsiteX5-101" fmla="*/ 2722404 w 2722404"/>
                <a:gd name="connsiteY5-102" fmla="*/ 1050485 h 2396685"/>
                <a:gd name="connsiteX6-103" fmla="*/ 2360603 w 2722404"/>
                <a:gd name="connsiteY6-104" fmla="*/ 1730952 h 2396685"/>
                <a:gd name="connsiteX7-105" fmla="*/ 2292532 w 2722404"/>
                <a:gd name="connsiteY7-106" fmla="*/ 1767900 h 2396685"/>
                <a:gd name="connsiteX8-107" fmla="*/ 2279111 w 2722404"/>
                <a:gd name="connsiteY8-108" fmla="*/ 1820096 h 2396685"/>
                <a:gd name="connsiteX9-109" fmla="*/ 1495389 w 2722404"/>
                <a:gd name="connsiteY9-110" fmla="*/ 2396685 h 2396685"/>
                <a:gd name="connsiteX10-111" fmla="*/ 674774 w 2722404"/>
                <a:gd name="connsiteY10-112" fmla="*/ 1576070 h 2396685"/>
                <a:gd name="connsiteX11-113" fmla="*/ 677061 w 2722404"/>
                <a:gd name="connsiteY11-114" fmla="*/ 1530773 h 2396685"/>
                <a:gd name="connsiteX12-115" fmla="*/ 44022 w 2722404"/>
                <a:gd name="connsiteY12-116" fmla="*/ 1618313 h 2396685"/>
                <a:gd name="connsiteX13-117" fmla="*/ 260559 w 2722404"/>
                <a:gd name="connsiteY13-118" fmla="*/ 820615 h 2396685"/>
                <a:gd name="connsiteX14-119" fmla="*/ 1081174 w 2722404"/>
                <a:gd name="connsiteY14-120" fmla="*/ 0 h 2396685"/>
                <a:gd name="connsiteX0-121" fmla="*/ 1081174 w 2722404"/>
                <a:gd name="connsiteY0-122" fmla="*/ 0 h 2396685"/>
                <a:gd name="connsiteX1-123" fmla="*/ 1661437 w 2722404"/>
                <a:gd name="connsiteY1-124" fmla="*/ 240353 h 2396685"/>
                <a:gd name="connsiteX2-125" fmla="*/ 1678771 w 2722404"/>
                <a:gd name="connsiteY2-126" fmla="*/ 261362 h 2396685"/>
                <a:gd name="connsiteX3-127" fmla="*/ 1736407 w 2722404"/>
                <a:gd name="connsiteY3-128" fmla="*/ 246542 h 2396685"/>
                <a:gd name="connsiteX4-129" fmla="*/ 1901789 w 2722404"/>
                <a:gd name="connsiteY4-130" fmla="*/ 229870 h 2396685"/>
                <a:gd name="connsiteX5-131" fmla="*/ 2722404 w 2722404"/>
                <a:gd name="connsiteY5-132" fmla="*/ 1050485 h 2396685"/>
                <a:gd name="connsiteX6-133" fmla="*/ 2360603 w 2722404"/>
                <a:gd name="connsiteY6-134" fmla="*/ 1730952 h 2396685"/>
                <a:gd name="connsiteX7-135" fmla="*/ 2292532 w 2722404"/>
                <a:gd name="connsiteY7-136" fmla="*/ 1767900 h 2396685"/>
                <a:gd name="connsiteX8-137" fmla="*/ 2279111 w 2722404"/>
                <a:gd name="connsiteY8-138" fmla="*/ 1820096 h 2396685"/>
                <a:gd name="connsiteX9-139" fmla="*/ 1495389 w 2722404"/>
                <a:gd name="connsiteY9-140" fmla="*/ 2396685 h 2396685"/>
                <a:gd name="connsiteX10-141" fmla="*/ 674774 w 2722404"/>
                <a:gd name="connsiteY10-142" fmla="*/ 1576070 h 2396685"/>
                <a:gd name="connsiteX11-143" fmla="*/ 309738 w 2722404"/>
                <a:gd name="connsiteY11-144" fmla="*/ 2054404 h 2396685"/>
                <a:gd name="connsiteX12-145" fmla="*/ 44022 w 2722404"/>
                <a:gd name="connsiteY12-146" fmla="*/ 1618313 h 2396685"/>
                <a:gd name="connsiteX13-147" fmla="*/ 260559 w 2722404"/>
                <a:gd name="connsiteY13-148" fmla="*/ 820615 h 2396685"/>
                <a:gd name="connsiteX14-149" fmla="*/ 1081174 w 2722404"/>
                <a:gd name="connsiteY14-150" fmla="*/ 0 h 2396685"/>
                <a:gd name="connsiteX0-151" fmla="*/ 1081174 w 2722404"/>
                <a:gd name="connsiteY0-152" fmla="*/ 0 h 2535067"/>
                <a:gd name="connsiteX1-153" fmla="*/ 1661437 w 2722404"/>
                <a:gd name="connsiteY1-154" fmla="*/ 240353 h 2535067"/>
                <a:gd name="connsiteX2-155" fmla="*/ 1678771 w 2722404"/>
                <a:gd name="connsiteY2-156" fmla="*/ 261362 h 2535067"/>
                <a:gd name="connsiteX3-157" fmla="*/ 1736407 w 2722404"/>
                <a:gd name="connsiteY3-158" fmla="*/ 246542 h 2535067"/>
                <a:gd name="connsiteX4-159" fmla="*/ 1901789 w 2722404"/>
                <a:gd name="connsiteY4-160" fmla="*/ 229870 h 2535067"/>
                <a:gd name="connsiteX5-161" fmla="*/ 2722404 w 2722404"/>
                <a:gd name="connsiteY5-162" fmla="*/ 1050485 h 2535067"/>
                <a:gd name="connsiteX6-163" fmla="*/ 2360603 w 2722404"/>
                <a:gd name="connsiteY6-164" fmla="*/ 1730952 h 2535067"/>
                <a:gd name="connsiteX7-165" fmla="*/ 2292532 w 2722404"/>
                <a:gd name="connsiteY7-166" fmla="*/ 1767900 h 2535067"/>
                <a:gd name="connsiteX8-167" fmla="*/ 2279111 w 2722404"/>
                <a:gd name="connsiteY8-168" fmla="*/ 1820096 h 2535067"/>
                <a:gd name="connsiteX9-169" fmla="*/ 1495389 w 2722404"/>
                <a:gd name="connsiteY9-170" fmla="*/ 2396685 h 2535067"/>
                <a:gd name="connsiteX10-171" fmla="*/ 1010836 w 2722404"/>
                <a:gd name="connsiteY10-172" fmla="*/ 2271639 h 2535067"/>
                <a:gd name="connsiteX11-173" fmla="*/ 309738 w 2722404"/>
                <a:gd name="connsiteY11-174" fmla="*/ 2054404 h 2535067"/>
                <a:gd name="connsiteX12-175" fmla="*/ 44022 w 2722404"/>
                <a:gd name="connsiteY12-176" fmla="*/ 1618313 h 2535067"/>
                <a:gd name="connsiteX13-177" fmla="*/ 260559 w 2722404"/>
                <a:gd name="connsiteY13-178" fmla="*/ 820615 h 2535067"/>
                <a:gd name="connsiteX14-179" fmla="*/ 1081174 w 2722404"/>
                <a:gd name="connsiteY14-180" fmla="*/ 0 h 2535067"/>
                <a:gd name="connsiteX0-181" fmla="*/ 1081174 w 2722404"/>
                <a:gd name="connsiteY0-182" fmla="*/ 0 h 2548703"/>
                <a:gd name="connsiteX1-183" fmla="*/ 1661437 w 2722404"/>
                <a:gd name="connsiteY1-184" fmla="*/ 240353 h 2548703"/>
                <a:gd name="connsiteX2-185" fmla="*/ 1678771 w 2722404"/>
                <a:gd name="connsiteY2-186" fmla="*/ 261362 h 2548703"/>
                <a:gd name="connsiteX3-187" fmla="*/ 1736407 w 2722404"/>
                <a:gd name="connsiteY3-188" fmla="*/ 246542 h 2548703"/>
                <a:gd name="connsiteX4-189" fmla="*/ 1901789 w 2722404"/>
                <a:gd name="connsiteY4-190" fmla="*/ 229870 h 2548703"/>
                <a:gd name="connsiteX5-191" fmla="*/ 2722404 w 2722404"/>
                <a:gd name="connsiteY5-192" fmla="*/ 1050485 h 2548703"/>
                <a:gd name="connsiteX6-193" fmla="*/ 2360603 w 2722404"/>
                <a:gd name="connsiteY6-194" fmla="*/ 1730952 h 2548703"/>
                <a:gd name="connsiteX7-195" fmla="*/ 2292532 w 2722404"/>
                <a:gd name="connsiteY7-196" fmla="*/ 1767900 h 2548703"/>
                <a:gd name="connsiteX8-197" fmla="*/ 2279111 w 2722404"/>
                <a:gd name="connsiteY8-198" fmla="*/ 1820096 h 2548703"/>
                <a:gd name="connsiteX9-199" fmla="*/ 1979943 w 2722404"/>
                <a:gd name="connsiteY9-200" fmla="*/ 2427946 h 2548703"/>
                <a:gd name="connsiteX10-201" fmla="*/ 1010836 w 2722404"/>
                <a:gd name="connsiteY10-202" fmla="*/ 2271639 h 2548703"/>
                <a:gd name="connsiteX11-203" fmla="*/ 309738 w 2722404"/>
                <a:gd name="connsiteY11-204" fmla="*/ 2054404 h 2548703"/>
                <a:gd name="connsiteX12-205" fmla="*/ 44022 w 2722404"/>
                <a:gd name="connsiteY12-206" fmla="*/ 1618313 h 2548703"/>
                <a:gd name="connsiteX13-207" fmla="*/ 260559 w 2722404"/>
                <a:gd name="connsiteY13-208" fmla="*/ 820615 h 2548703"/>
                <a:gd name="connsiteX14-209" fmla="*/ 1081174 w 2722404"/>
                <a:gd name="connsiteY14-210" fmla="*/ 0 h 2548703"/>
                <a:gd name="connsiteX0-211" fmla="*/ 1081174 w 2722404"/>
                <a:gd name="connsiteY0-212" fmla="*/ 0 h 2548703"/>
                <a:gd name="connsiteX1-213" fmla="*/ 1661437 w 2722404"/>
                <a:gd name="connsiteY1-214" fmla="*/ 240353 h 2548703"/>
                <a:gd name="connsiteX2-215" fmla="*/ 1678771 w 2722404"/>
                <a:gd name="connsiteY2-216" fmla="*/ 261362 h 2548703"/>
                <a:gd name="connsiteX3-217" fmla="*/ 1736407 w 2722404"/>
                <a:gd name="connsiteY3-218" fmla="*/ 246542 h 2548703"/>
                <a:gd name="connsiteX4-219" fmla="*/ 1901789 w 2722404"/>
                <a:gd name="connsiteY4-220" fmla="*/ 229870 h 2548703"/>
                <a:gd name="connsiteX5-221" fmla="*/ 2722404 w 2722404"/>
                <a:gd name="connsiteY5-222" fmla="*/ 1050485 h 2548703"/>
                <a:gd name="connsiteX6-223" fmla="*/ 2360603 w 2722404"/>
                <a:gd name="connsiteY6-224" fmla="*/ 1730952 h 2548703"/>
                <a:gd name="connsiteX7-225" fmla="*/ 2292532 w 2722404"/>
                <a:gd name="connsiteY7-226" fmla="*/ 1767900 h 2548703"/>
                <a:gd name="connsiteX8-227" fmla="*/ 2279111 w 2722404"/>
                <a:gd name="connsiteY8-228" fmla="*/ 1820096 h 2548703"/>
                <a:gd name="connsiteX9-229" fmla="*/ 1979943 w 2722404"/>
                <a:gd name="connsiteY9-230" fmla="*/ 2427946 h 2548703"/>
                <a:gd name="connsiteX10-231" fmla="*/ 1010836 w 2722404"/>
                <a:gd name="connsiteY10-232" fmla="*/ 2271639 h 2548703"/>
                <a:gd name="connsiteX11-233" fmla="*/ 411338 w 2722404"/>
                <a:gd name="connsiteY11-234" fmla="*/ 2132557 h 2548703"/>
                <a:gd name="connsiteX12-235" fmla="*/ 44022 w 2722404"/>
                <a:gd name="connsiteY12-236" fmla="*/ 1618313 h 2548703"/>
                <a:gd name="connsiteX13-237" fmla="*/ 260559 w 2722404"/>
                <a:gd name="connsiteY13-238" fmla="*/ 820615 h 2548703"/>
                <a:gd name="connsiteX14-239" fmla="*/ 1081174 w 2722404"/>
                <a:gd name="connsiteY14-240" fmla="*/ 0 h 2548703"/>
                <a:gd name="connsiteX0-241" fmla="*/ 1081174 w 2722404"/>
                <a:gd name="connsiteY0-242" fmla="*/ 0 h 2428424"/>
                <a:gd name="connsiteX1-243" fmla="*/ 1661437 w 2722404"/>
                <a:gd name="connsiteY1-244" fmla="*/ 240353 h 2428424"/>
                <a:gd name="connsiteX2-245" fmla="*/ 1678771 w 2722404"/>
                <a:gd name="connsiteY2-246" fmla="*/ 261362 h 2428424"/>
                <a:gd name="connsiteX3-247" fmla="*/ 1736407 w 2722404"/>
                <a:gd name="connsiteY3-248" fmla="*/ 246542 h 2428424"/>
                <a:gd name="connsiteX4-249" fmla="*/ 1901789 w 2722404"/>
                <a:gd name="connsiteY4-250" fmla="*/ 229870 h 2428424"/>
                <a:gd name="connsiteX5-251" fmla="*/ 2722404 w 2722404"/>
                <a:gd name="connsiteY5-252" fmla="*/ 1050485 h 2428424"/>
                <a:gd name="connsiteX6-253" fmla="*/ 2360603 w 2722404"/>
                <a:gd name="connsiteY6-254" fmla="*/ 1730952 h 2428424"/>
                <a:gd name="connsiteX7-255" fmla="*/ 2292532 w 2722404"/>
                <a:gd name="connsiteY7-256" fmla="*/ 1767900 h 2428424"/>
                <a:gd name="connsiteX8-257" fmla="*/ 2279111 w 2722404"/>
                <a:gd name="connsiteY8-258" fmla="*/ 1820096 h 2428424"/>
                <a:gd name="connsiteX9-259" fmla="*/ 1979943 w 2722404"/>
                <a:gd name="connsiteY9-260" fmla="*/ 2427946 h 2428424"/>
                <a:gd name="connsiteX10-261" fmla="*/ 1339082 w 2722404"/>
                <a:gd name="connsiteY10-262" fmla="*/ 1873054 h 2428424"/>
                <a:gd name="connsiteX11-263" fmla="*/ 411338 w 2722404"/>
                <a:gd name="connsiteY11-264" fmla="*/ 2132557 h 2428424"/>
                <a:gd name="connsiteX12-265" fmla="*/ 44022 w 2722404"/>
                <a:gd name="connsiteY12-266" fmla="*/ 1618313 h 2428424"/>
                <a:gd name="connsiteX13-267" fmla="*/ 260559 w 2722404"/>
                <a:gd name="connsiteY13-268" fmla="*/ 820615 h 2428424"/>
                <a:gd name="connsiteX14-269" fmla="*/ 1081174 w 2722404"/>
                <a:gd name="connsiteY14-270" fmla="*/ 0 h 2428424"/>
                <a:gd name="connsiteX0-271" fmla="*/ 1081174 w 2722404"/>
                <a:gd name="connsiteY0-272" fmla="*/ 0 h 2428424"/>
                <a:gd name="connsiteX1-273" fmla="*/ 1661437 w 2722404"/>
                <a:gd name="connsiteY1-274" fmla="*/ 240353 h 2428424"/>
                <a:gd name="connsiteX2-275" fmla="*/ 1678771 w 2722404"/>
                <a:gd name="connsiteY2-276" fmla="*/ 261362 h 2428424"/>
                <a:gd name="connsiteX3-277" fmla="*/ 1736407 w 2722404"/>
                <a:gd name="connsiteY3-278" fmla="*/ 246542 h 2428424"/>
                <a:gd name="connsiteX4-279" fmla="*/ 1901789 w 2722404"/>
                <a:gd name="connsiteY4-280" fmla="*/ 229870 h 2428424"/>
                <a:gd name="connsiteX5-281" fmla="*/ 2722404 w 2722404"/>
                <a:gd name="connsiteY5-282" fmla="*/ 1050485 h 2428424"/>
                <a:gd name="connsiteX6-283" fmla="*/ 2360603 w 2722404"/>
                <a:gd name="connsiteY6-284" fmla="*/ 1730952 h 2428424"/>
                <a:gd name="connsiteX7-285" fmla="*/ 2292532 w 2722404"/>
                <a:gd name="connsiteY7-286" fmla="*/ 1767900 h 2428424"/>
                <a:gd name="connsiteX8-287" fmla="*/ 2279111 w 2722404"/>
                <a:gd name="connsiteY8-288" fmla="*/ 1820096 h 2428424"/>
                <a:gd name="connsiteX9-289" fmla="*/ 1979943 w 2722404"/>
                <a:gd name="connsiteY9-290" fmla="*/ 2427946 h 2428424"/>
                <a:gd name="connsiteX10-291" fmla="*/ 1339082 w 2722404"/>
                <a:gd name="connsiteY10-292" fmla="*/ 1873054 h 2428424"/>
                <a:gd name="connsiteX11-293" fmla="*/ 411338 w 2722404"/>
                <a:gd name="connsiteY11-294" fmla="*/ 2132557 h 2428424"/>
                <a:gd name="connsiteX12-295" fmla="*/ 44022 w 2722404"/>
                <a:gd name="connsiteY12-296" fmla="*/ 1618313 h 2428424"/>
                <a:gd name="connsiteX13-297" fmla="*/ 260559 w 2722404"/>
                <a:gd name="connsiteY13-298" fmla="*/ 820615 h 2428424"/>
                <a:gd name="connsiteX14-299" fmla="*/ 1081174 w 2722404"/>
                <a:gd name="connsiteY14-300" fmla="*/ 0 h 2428424"/>
                <a:gd name="connsiteX0-301" fmla="*/ 1055376 w 2696606"/>
                <a:gd name="connsiteY0-302" fmla="*/ 0 h 2428424"/>
                <a:gd name="connsiteX1-303" fmla="*/ 1635639 w 2696606"/>
                <a:gd name="connsiteY1-304" fmla="*/ 240353 h 2428424"/>
                <a:gd name="connsiteX2-305" fmla="*/ 1652973 w 2696606"/>
                <a:gd name="connsiteY2-306" fmla="*/ 261362 h 2428424"/>
                <a:gd name="connsiteX3-307" fmla="*/ 1710609 w 2696606"/>
                <a:gd name="connsiteY3-308" fmla="*/ 246542 h 2428424"/>
                <a:gd name="connsiteX4-309" fmla="*/ 1875991 w 2696606"/>
                <a:gd name="connsiteY4-310" fmla="*/ 229870 h 2428424"/>
                <a:gd name="connsiteX5-311" fmla="*/ 2696606 w 2696606"/>
                <a:gd name="connsiteY5-312" fmla="*/ 1050485 h 2428424"/>
                <a:gd name="connsiteX6-313" fmla="*/ 2334805 w 2696606"/>
                <a:gd name="connsiteY6-314" fmla="*/ 1730952 h 2428424"/>
                <a:gd name="connsiteX7-315" fmla="*/ 2266734 w 2696606"/>
                <a:gd name="connsiteY7-316" fmla="*/ 1767900 h 2428424"/>
                <a:gd name="connsiteX8-317" fmla="*/ 2253313 w 2696606"/>
                <a:gd name="connsiteY8-318" fmla="*/ 1820096 h 2428424"/>
                <a:gd name="connsiteX9-319" fmla="*/ 1954145 w 2696606"/>
                <a:gd name="connsiteY9-320" fmla="*/ 2427946 h 2428424"/>
                <a:gd name="connsiteX10-321" fmla="*/ 1313284 w 2696606"/>
                <a:gd name="connsiteY10-322" fmla="*/ 1873054 h 2428424"/>
                <a:gd name="connsiteX11-323" fmla="*/ 385540 w 2696606"/>
                <a:gd name="connsiteY11-324" fmla="*/ 2132557 h 2428424"/>
                <a:gd name="connsiteX12-325" fmla="*/ 18224 w 2696606"/>
                <a:gd name="connsiteY12-326" fmla="*/ 1618313 h 2428424"/>
                <a:gd name="connsiteX13-327" fmla="*/ 234761 w 2696606"/>
                <a:gd name="connsiteY13-328" fmla="*/ 820615 h 2428424"/>
                <a:gd name="connsiteX14-329" fmla="*/ 1055376 w 2696606"/>
                <a:gd name="connsiteY14-330" fmla="*/ 0 h 2428424"/>
                <a:gd name="connsiteX0-331" fmla="*/ 1055376 w 2696606"/>
                <a:gd name="connsiteY0-332" fmla="*/ 0 h 2428424"/>
                <a:gd name="connsiteX1-333" fmla="*/ 1635639 w 2696606"/>
                <a:gd name="connsiteY1-334" fmla="*/ 240353 h 2428424"/>
                <a:gd name="connsiteX2-335" fmla="*/ 1652973 w 2696606"/>
                <a:gd name="connsiteY2-336" fmla="*/ 261362 h 2428424"/>
                <a:gd name="connsiteX3-337" fmla="*/ 1710609 w 2696606"/>
                <a:gd name="connsiteY3-338" fmla="*/ 246542 h 2428424"/>
                <a:gd name="connsiteX4-339" fmla="*/ 1875991 w 2696606"/>
                <a:gd name="connsiteY4-340" fmla="*/ 229870 h 2428424"/>
                <a:gd name="connsiteX5-341" fmla="*/ 2696606 w 2696606"/>
                <a:gd name="connsiteY5-342" fmla="*/ 1050485 h 2428424"/>
                <a:gd name="connsiteX6-343" fmla="*/ 2334805 w 2696606"/>
                <a:gd name="connsiteY6-344" fmla="*/ 1730952 h 2428424"/>
                <a:gd name="connsiteX7-345" fmla="*/ 2266734 w 2696606"/>
                <a:gd name="connsiteY7-346" fmla="*/ 1767900 h 2428424"/>
                <a:gd name="connsiteX8-347" fmla="*/ 2253313 w 2696606"/>
                <a:gd name="connsiteY8-348" fmla="*/ 1820096 h 2428424"/>
                <a:gd name="connsiteX9-349" fmla="*/ 1954145 w 2696606"/>
                <a:gd name="connsiteY9-350" fmla="*/ 2427946 h 2428424"/>
                <a:gd name="connsiteX10-351" fmla="*/ 1313284 w 2696606"/>
                <a:gd name="connsiteY10-352" fmla="*/ 1873054 h 2428424"/>
                <a:gd name="connsiteX11-353" fmla="*/ 385540 w 2696606"/>
                <a:gd name="connsiteY11-354" fmla="*/ 2132557 h 2428424"/>
                <a:gd name="connsiteX12-355" fmla="*/ 18224 w 2696606"/>
                <a:gd name="connsiteY12-356" fmla="*/ 1618313 h 2428424"/>
                <a:gd name="connsiteX13-357" fmla="*/ 234761 w 2696606"/>
                <a:gd name="connsiteY13-358" fmla="*/ 820615 h 2428424"/>
                <a:gd name="connsiteX14-359" fmla="*/ 1055376 w 2696606"/>
                <a:gd name="connsiteY14-360" fmla="*/ 0 h 2428424"/>
                <a:gd name="connsiteX0-361" fmla="*/ 1055376 w 2696606"/>
                <a:gd name="connsiteY0-362" fmla="*/ 0 h 2428424"/>
                <a:gd name="connsiteX1-363" fmla="*/ 1635639 w 2696606"/>
                <a:gd name="connsiteY1-364" fmla="*/ 240353 h 2428424"/>
                <a:gd name="connsiteX2-365" fmla="*/ 1652973 w 2696606"/>
                <a:gd name="connsiteY2-366" fmla="*/ 261362 h 2428424"/>
                <a:gd name="connsiteX3-367" fmla="*/ 1710609 w 2696606"/>
                <a:gd name="connsiteY3-368" fmla="*/ 246542 h 2428424"/>
                <a:gd name="connsiteX4-369" fmla="*/ 1875991 w 2696606"/>
                <a:gd name="connsiteY4-370" fmla="*/ 229870 h 2428424"/>
                <a:gd name="connsiteX5-371" fmla="*/ 2696606 w 2696606"/>
                <a:gd name="connsiteY5-372" fmla="*/ 1050485 h 2428424"/>
                <a:gd name="connsiteX6-373" fmla="*/ 2334805 w 2696606"/>
                <a:gd name="connsiteY6-374" fmla="*/ 1730952 h 2428424"/>
                <a:gd name="connsiteX7-375" fmla="*/ 2266734 w 2696606"/>
                <a:gd name="connsiteY7-376" fmla="*/ 1767900 h 2428424"/>
                <a:gd name="connsiteX8-377" fmla="*/ 2253313 w 2696606"/>
                <a:gd name="connsiteY8-378" fmla="*/ 1820096 h 2428424"/>
                <a:gd name="connsiteX9-379" fmla="*/ 1954145 w 2696606"/>
                <a:gd name="connsiteY9-380" fmla="*/ 2427946 h 2428424"/>
                <a:gd name="connsiteX10-381" fmla="*/ 1313284 w 2696606"/>
                <a:gd name="connsiteY10-382" fmla="*/ 1873054 h 2428424"/>
                <a:gd name="connsiteX11-383" fmla="*/ 385540 w 2696606"/>
                <a:gd name="connsiteY11-384" fmla="*/ 2132557 h 2428424"/>
                <a:gd name="connsiteX12-385" fmla="*/ 18224 w 2696606"/>
                <a:gd name="connsiteY12-386" fmla="*/ 1618313 h 2428424"/>
                <a:gd name="connsiteX13-387" fmla="*/ 234761 w 2696606"/>
                <a:gd name="connsiteY13-388" fmla="*/ 820615 h 2428424"/>
                <a:gd name="connsiteX14-389" fmla="*/ 1055376 w 2696606"/>
                <a:gd name="connsiteY14-390" fmla="*/ 0 h 2428424"/>
                <a:gd name="connsiteX0-391" fmla="*/ 1055376 w 2696606"/>
                <a:gd name="connsiteY0-392" fmla="*/ 0 h 2428424"/>
                <a:gd name="connsiteX1-393" fmla="*/ 1635639 w 2696606"/>
                <a:gd name="connsiteY1-394" fmla="*/ 240353 h 2428424"/>
                <a:gd name="connsiteX2-395" fmla="*/ 1652973 w 2696606"/>
                <a:gd name="connsiteY2-396" fmla="*/ 261362 h 2428424"/>
                <a:gd name="connsiteX3-397" fmla="*/ 1710609 w 2696606"/>
                <a:gd name="connsiteY3-398" fmla="*/ 246542 h 2428424"/>
                <a:gd name="connsiteX4-399" fmla="*/ 1875991 w 2696606"/>
                <a:gd name="connsiteY4-400" fmla="*/ 229870 h 2428424"/>
                <a:gd name="connsiteX5-401" fmla="*/ 2696606 w 2696606"/>
                <a:gd name="connsiteY5-402" fmla="*/ 1050485 h 2428424"/>
                <a:gd name="connsiteX6-403" fmla="*/ 2334805 w 2696606"/>
                <a:gd name="connsiteY6-404" fmla="*/ 1730952 h 2428424"/>
                <a:gd name="connsiteX7-405" fmla="*/ 2266734 w 2696606"/>
                <a:gd name="connsiteY7-406" fmla="*/ 1767900 h 2428424"/>
                <a:gd name="connsiteX8-407" fmla="*/ 2253313 w 2696606"/>
                <a:gd name="connsiteY8-408" fmla="*/ 1820096 h 2428424"/>
                <a:gd name="connsiteX9-409" fmla="*/ 1954145 w 2696606"/>
                <a:gd name="connsiteY9-410" fmla="*/ 2427946 h 2428424"/>
                <a:gd name="connsiteX10-411" fmla="*/ 1313284 w 2696606"/>
                <a:gd name="connsiteY10-412" fmla="*/ 1873054 h 2428424"/>
                <a:gd name="connsiteX11-413" fmla="*/ 385540 w 2696606"/>
                <a:gd name="connsiteY11-414" fmla="*/ 2132557 h 2428424"/>
                <a:gd name="connsiteX12-415" fmla="*/ 18224 w 2696606"/>
                <a:gd name="connsiteY12-416" fmla="*/ 1618313 h 2428424"/>
                <a:gd name="connsiteX13-417" fmla="*/ 234761 w 2696606"/>
                <a:gd name="connsiteY13-418" fmla="*/ 820615 h 2428424"/>
                <a:gd name="connsiteX14-419" fmla="*/ 1055376 w 2696606"/>
                <a:gd name="connsiteY14-420" fmla="*/ 0 h 2428424"/>
                <a:gd name="connsiteX0-421" fmla="*/ 844361 w 2696606"/>
                <a:gd name="connsiteY0-422" fmla="*/ 0 h 2506578"/>
                <a:gd name="connsiteX1-423" fmla="*/ 1635639 w 2696606"/>
                <a:gd name="connsiteY1-424" fmla="*/ 318507 h 2506578"/>
                <a:gd name="connsiteX2-425" fmla="*/ 1652973 w 2696606"/>
                <a:gd name="connsiteY2-426" fmla="*/ 339516 h 2506578"/>
                <a:gd name="connsiteX3-427" fmla="*/ 1710609 w 2696606"/>
                <a:gd name="connsiteY3-428" fmla="*/ 324696 h 2506578"/>
                <a:gd name="connsiteX4-429" fmla="*/ 1875991 w 2696606"/>
                <a:gd name="connsiteY4-430" fmla="*/ 308024 h 2506578"/>
                <a:gd name="connsiteX5-431" fmla="*/ 2696606 w 2696606"/>
                <a:gd name="connsiteY5-432" fmla="*/ 1128639 h 2506578"/>
                <a:gd name="connsiteX6-433" fmla="*/ 2334805 w 2696606"/>
                <a:gd name="connsiteY6-434" fmla="*/ 1809106 h 2506578"/>
                <a:gd name="connsiteX7-435" fmla="*/ 2266734 w 2696606"/>
                <a:gd name="connsiteY7-436" fmla="*/ 1846054 h 2506578"/>
                <a:gd name="connsiteX8-437" fmla="*/ 2253313 w 2696606"/>
                <a:gd name="connsiteY8-438" fmla="*/ 1898250 h 2506578"/>
                <a:gd name="connsiteX9-439" fmla="*/ 1954145 w 2696606"/>
                <a:gd name="connsiteY9-440" fmla="*/ 2506100 h 2506578"/>
                <a:gd name="connsiteX10-441" fmla="*/ 1313284 w 2696606"/>
                <a:gd name="connsiteY10-442" fmla="*/ 1951208 h 2506578"/>
                <a:gd name="connsiteX11-443" fmla="*/ 385540 w 2696606"/>
                <a:gd name="connsiteY11-444" fmla="*/ 2210711 h 2506578"/>
                <a:gd name="connsiteX12-445" fmla="*/ 18224 w 2696606"/>
                <a:gd name="connsiteY12-446" fmla="*/ 1696467 h 2506578"/>
                <a:gd name="connsiteX13-447" fmla="*/ 234761 w 2696606"/>
                <a:gd name="connsiteY13-448" fmla="*/ 898769 h 2506578"/>
                <a:gd name="connsiteX14-449" fmla="*/ 844361 w 2696606"/>
                <a:gd name="connsiteY14-450" fmla="*/ 0 h 2506578"/>
                <a:gd name="connsiteX0-451" fmla="*/ 844361 w 2696606"/>
                <a:gd name="connsiteY0-452" fmla="*/ 0 h 2506578"/>
                <a:gd name="connsiteX1-453" fmla="*/ 1635639 w 2696606"/>
                <a:gd name="connsiteY1-454" fmla="*/ 318507 h 2506578"/>
                <a:gd name="connsiteX2-455" fmla="*/ 1652973 w 2696606"/>
                <a:gd name="connsiteY2-456" fmla="*/ 339516 h 2506578"/>
                <a:gd name="connsiteX3-457" fmla="*/ 1710609 w 2696606"/>
                <a:gd name="connsiteY3-458" fmla="*/ 324696 h 2506578"/>
                <a:gd name="connsiteX4-459" fmla="*/ 1875991 w 2696606"/>
                <a:gd name="connsiteY4-460" fmla="*/ 308024 h 2506578"/>
                <a:gd name="connsiteX5-461" fmla="*/ 2696606 w 2696606"/>
                <a:gd name="connsiteY5-462" fmla="*/ 1128639 h 2506578"/>
                <a:gd name="connsiteX6-463" fmla="*/ 2334805 w 2696606"/>
                <a:gd name="connsiteY6-464" fmla="*/ 1809106 h 2506578"/>
                <a:gd name="connsiteX7-465" fmla="*/ 2266734 w 2696606"/>
                <a:gd name="connsiteY7-466" fmla="*/ 1846054 h 2506578"/>
                <a:gd name="connsiteX8-467" fmla="*/ 2253313 w 2696606"/>
                <a:gd name="connsiteY8-468" fmla="*/ 1898250 h 2506578"/>
                <a:gd name="connsiteX9-469" fmla="*/ 1954145 w 2696606"/>
                <a:gd name="connsiteY9-470" fmla="*/ 2506100 h 2506578"/>
                <a:gd name="connsiteX10-471" fmla="*/ 1313284 w 2696606"/>
                <a:gd name="connsiteY10-472" fmla="*/ 1951208 h 2506578"/>
                <a:gd name="connsiteX11-473" fmla="*/ 385540 w 2696606"/>
                <a:gd name="connsiteY11-474" fmla="*/ 2210711 h 2506578"/>
                <a:gd name="connsiteX12-475" fmla="*/ 18224 w 2696606"/>
                <a:gd name="connsiteY12-476" fmla="*/ 1696467 h 2506578"/>
                <a:gd name="connsiteX13-477" fmla="*/ 234761 w 2696606"/>
                <a:gd name="connsiteY13-478" fmla="*/ 898769 h 2506578"/>
                <a:gd name="connsiteX14-479" fmla="*/ 844361 w 2696606"/>
                <a:gd name="connsiteY14-480" fmla="*/ 0 h 25065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2696606" h="2506578">
                  <a:moveTo>
                    <a:pt x="844361" y="0"/>
                  </a:moveTo>
                  <a:cubicBezTo>
                    <a:pt x="2196384" y="1391139"/>
                    <a:pt x="1487137" y="170005"/>
                    <a:pt x="1635639" y="318507"/>
                  </a:cubicBezTo>
                  <a:lnTo>
                    <a:pt x="1652973" y="339516"/>
                  </a:lnTo>
                  <a:lnTo>
                    <a:pt x="1710609" y="324696"/>
                  </a:lnTo>
                  <a:cubicBezTo>
                    <a:pt x="1764029" y="313765"/>
                    <a:pt x="1819340" y="308024"/>
                    <a:pt x="1875991" y="308024"/>
                  </a:cubicBezTo>
                  <a:cubicBezTo>
                    <a:pt x="2329204" y="308024"/>
                    <a:pt x="2696606" y="675426"/>
                    <a:pt x="2696606" y="1128639"/>
                  </a:cubicBezTo>
                  <a:cubicBezTo>
                    <a:pt x="2696606" y="1411897"/>
                    <a:pt x="2553090" y="1661635"/>
                    <a:pt x="2334805" y="1809106"/>
                  </a:cubicBezTo>
                  <a:lnTo>
                    <a:pt x="2266734" y="1846054"/>
                  </a:lnTo>
                  <a:lnTo>
                    <a:pt x="2253313" y="1898250"/>
                  </a:lnTo>
                  <a:cubicBezTo>
                    <a:pt x="2149414" y="2232296"/>
                    <a:pt x="2110816" y="2497274"/>
                    <a:pt x="1954145" y="2506100"/>
                  </a:cubicBezTo>
                  <a:cubicBezTo>
                    <a:pt x="1797474" y="2514926"/>
                    <a:pt x="1313284" y="2404421"/>
                    <a:pt x="1313284" y="1951208"/>
                  </a:cubicBezTo>
                  <a:cubicBezTo>
                    <a:pt x="1314046" y="1936109"/>
                    <a:pt x="601383" y="2253168"/>
                    <a:pt x="385540" y="2210711"/>
                  </a:cubicBezTo>
                  <a:cubicBezTo>
                    <a:pt x="169697" y="2168254"/>
                    <a:pt x="-68291" y="1929907"/>
                    <a:pt x="18224" y="1696467"/>
                  </a:cubicBezTo>
                  <a:cubicBezTo>
                    <a:pt x="104739" y="1463027"/>
                    <a:pt x="477038" y="1221104"/>
                    <a:pt x="234761" y="898769"/>
                  </a:cubicBezTo>
                  <a:cubicBezTo>
                    <a:pt x="-109116" y="375217"/>
                    <a:pt x="391148" y="0"/>
                    <a:pt x="844361" y="0"/>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字魂59号-创粗黑" panose="00000500000000000000" pitchFamily="2" charset="-122"/>
              </a:endParaRPr>
            </a:p>
          </p:txBody>
        </p:sp>
      </p:grpSp>
      <p:pic>
        <p:nvPicPr>
          <p:cNvPr id="42" name="Picture 41" descr="河南大学.png"/>
          <p:cNvPicPr>
            <a:picLocks noChangeAspect="1"/>
          </p:cNvPicPr>
          <p:nvPr/>
        </p:nvPicPr>
        <p:blipFill>
          <a:blip r:embed="rId2"/>
          <a:stretch>
            <a:fillRect/>
          </a:stretch>
        </p:blipFill>
        <p:spPr>
          <a:xfrm>
            <a:off x="10282827" y="172834"/>
            <a:ext cx="1756624" cy="47907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timing>
    <p:tnLst>
      <p:par>
        <p:cTn id="1" dur="indefinite" restart="never" nodeType="tmRoot"/>
      </p:par>
    </p:tnLst>
    <p:bldLst>
      <p:bldP spid="6" grpId="0" animBg="1"/>
      <p:bldP spid="20" grpId="0"/>
      <p:bldP spid="21" grpId="0"/>
      <p:bldP spid="18" grpId="0"/>
      <p:bldP spid="19" grpId="0"/>
      <p:bldP spid="16" grpId="0"/>
      <p:bldP spid="17" grpId="0"/>
      <p:bldP spid="14" grpId="0"/>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666f522521c73f083051be0c.jpg"/>
          <p:cNvPicPr>
            <a:picLocks noChangeAspect="1"/>
          </p:cNvPicPr>
          <p:nvPr/>
        </p:nvPicPr>
        <p:blipFill>
          <a:blip r:embed="rId1"/>
          <a:stretch>
            <a:fillRect/>
          </a:stretch>
        </p:blipFill>
        <p:spPr>
          <a:xfrm>
            <a:off x="-2999845" y="-13642"/>
            <a:ext cx="10993403" cy="6872405"/>
          </a:xfrm>
          <a:prstGeom prst="rect">
            <a:avLst/>
          </a:prstGeom>
        </p:spPr>
      </p:pic>
      <p:grpSp>
        <p:nvGrpSpPr>
          <p:cNvPr id="2" name="组合 1"/>
          <p:cNvGrpSpPr/>
          <p:nvPr/>
        </p:nvGrpSpPr>
        <p:grpSpPr>
          <a:xfrm flipH="1">
            <a:off x="0" y="-46890"/>
            <a:ext cx="12074400" cy="7221414"/>
            <a:chOff x="0" y="-46890"/>
            <a:chExt cx="12074767" cy="7221414"/>
          </a:xfrm>
        </p:grpSpPr>
        <p:sp>
          <p:nvSpPr>
            <p:cNvPr id="11" name="淘宝-想搞设计PPT(倒卖必究)-11"/>
            <p:cNvSpPr/>
            <p:nvPr/>
          </p:nvSpPr>
          <p:spPr>
            <a:xfrm>
              <a:off x="0" y="0"/>
              <a:ext cx="8186080" cy="6858000"/>
            </a:xfrm>
            <a:custGeom>
              <a:avLst/>
              <a:gdLst>
                <a:gd name="connsiteX0" fmla="*/ 0 w 8186080"/>
                <a:gd name="connsiteY0" fmla="*/ 0 h 6858000"/>
                <a:gd name="connsiteX1" fmla="*/ 8186080 w 8186080"/>
                <a:gd name="connsiteY1" fmla="*/ 0 h 6858000"/>
                <a:gd name="connsiteX2" fmla="*/ 8167328 w 8186080"/>
                <a:gd name="connsiteY2" fmla="*/ 130526 h 6858000"/>
                <a:gd name="connsiteX3" fmla="*/ 6267937 w 8186080"/>
                <a:gd name="connsiteY3" fmla="*/ 1926156 h 6858000"/>
                <a:gd name="connsiteX4" fmla="*/ 6791566 w 8186080"/>
                <a:gd name="connsiteY4" fmla="*/ 4322570 h 6858000"/>
                <a:gd name="connsiteX5" fmla="*/ 4768410 w 8186080"/>
                <a:gd name="connsiteY5" fmla="*/ 6848508 h 6858000"/>
                <a:gd name="connsiteX6" fmla="*/ 4772321 w 8186080"/>
                <a:gd name="connsiteY6" fmla="*/ 6858000 h 6858000"/>
                <a:gd name="connsiteX7" fmla="*/ 0 w 818608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86080" h="6858000">
                  <a:moveTo>
                    <a:pt x="0" y="0"/>
                  </a:moveTo>
                  <a:lnTo>
                    <a:pt x="8186080" y="0"/>
                  </a:lnTo>
                  <a:lnTo>
                    <a:pt x="8167328" y="130526"/>
                  </a:lnTo>
                  <a:cubicBezTo>
                    <a:pt x="7899244" y="1733300"/>
                    <a:pt x="6766372" y="1339326"/>
                    <a:pt x="6267937" y="1926156"/>
                  </a:cubicBezTo>
                  <a:cubicBezTo>
                    <a:pt x="5753424" y="2531916"/>
                    <a:pt x="5753423" y="2928656"/>
                    <a:pt x="6791566" y="4322570"/>
                  </a:cubicBezTo>
                  <a:cubicBezTo>
                    <a:pt x="7732383" y="5585805"/>
                    <a:pt x="4691474" y="6382698"/>
                    <a:pt x="4768410" y="6848508"/>
                  </a:cubicBezTo>
                  <a:lnTo>
                    <a:pt x="4772321" y="6858000"/>
                  </a:lnTo>
                  <a:lnTo>
                    <a:pt x="0" y="6858000"/>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4" name="淘宝-想搞设计PPT(倒卖必究)-14"/>
            <p:cNvSpPr/>
            <p:nvPr/>
          </p:nvSpPr>
          <p:spPr>
            <a:xfrm>
              <a:off x="4766972" y="-46890"/>
              <a:ext cx="7307795" cy="7221414"/>
            </a:xfrm>
            <a:custGeom>
              <a:avLst/>
              <a:gdLst>
                <a:gd name="connsiteX0" fmla="*/ 7307795 w 7307795"/>
                <a:gd name="connsiteY0" fmla="*/ 0 h 7221414"/>
                <a:gd name="connsiteX1" fmla="*/ 7307795 w 7307795"/>
                <a:gd name="connsiteY1" fmla="*/ 1543 h 7221414"/>
                <a:gd name="connsiteX2" fmla="*/ 3798687 w 7307795"/>
                <a:gd name="connsiteY2" fmla="*/ 15975 h 7221414"/>
                <a:gd name="connsiteX3" fmla="*/ 1876103 w 7307795"/>
                <a:gd name="connsiteY3" fmla="*/ 1973046 h 7221414"/>
                <a:gd name="connsiteX4" fmla="*/ 2399732 w 7307795"/>
                <a:gd name="connsiteY4" fmla="*/ 4369460 h 7221414"/>
                <a:gd name="connsiteX5" fmla="*/ 508409 w 7307795"/>
                <a:gd name="connsiteY5" fmla="*/ 7029480 h 7221414"/>
                <a:gd name="connsiteX6" fmla="*/ 1867637 w 7307795"/>
                <a:gd name="connsiteY6" fmla="*/ 7218557 h 7221414"/>
                <a:gd name="connsiteX7" fmla="*/ 1999012 w 7307795"/>
                <a:gd name="connsiteY7" fmla="*/ 7220162 h 7221414"/>
                <a:gd name="connsiteX8" fmla="*/ 1928457 w 7307795"/>
                <a:gd name="connsiteY8" fmla="*/ 7220989 h 7221414"/>
                <a:gd name="connsiteX9" fmla="*/ 133271 w 7307795"/>
                <a:gd name="connsiteY9" fmla="*/ 7029480 h 7221414"/>
                <a:gd name="connsiteX10" fmla="*/ 2024594 w 7307795"/>
                <a:gd name="connsiteY10" fmla="*/ 4369460 h 7221414"/>
                <a:gd name="connsiteX11" fmla="*/ 1500965 w 7307795"/>
                <a:gd name="connsiteY11" fmla="*/ 1973046 h 7221414"/>
                <a:gd name="connsiteX12" fmla="*/ 3423549 w 7307795"/>
                <a:gd name="connsiteY12" fmla="*/ 15975 h 7221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07795" h="7221414">
                  <a:moveTo>
                    <a:pt x="7307795" y="0"/>
                  </a:moveTo>
                  <a:lnTo>
                    <a:pt x="7307795" y="1543"/>
                  </a:lnTo>
                  <a:lnTo>
                    <a:pt x="3798687" y="15975"/>
                  </a:lnTo>
                  <a:cubicBezTo>
                    <a:pt x="3581158" y="1806628"/>
                    <a:pt x="2390616" y="1367286"/>
                    <a:pt x="1876103" y="1973046"/>
                  </a:cubicBezTo>
                  <a:cubicBezTo>
                    <a:pt x="1361590" y="2578806"/>
                    <a:pt x="1361589" y="2975546"/>
                    <a:pt x="2399732" y="4369460"/>
                  </a:cubicBezTo>
                  <a:cubicBezTo>
                    <a:pt x="3437875" y="5763374"/>
                    <a:pt x="-372125" y="6589472"/>
                    <a:pt x="508409" y="7029480"/>
                  </a:cubicBezTo>
                  <a:cubicBezTo>
                    <a:pt x="756060" y="7153232"/>
                    <a:pt x="1242751" y="7206321"/>
                    <a:pt x="1867637" y="7218557"/>
                  </a:cubicBezTo>
                  <a:lnTo>
                    <a:pt x="1999012" y="7220162"/>
                  </a:lnTo>
                  <a:lnTo>
                    <a:pt x="1928457" y="7220989"/>
                  </a:lnTo>
                  <a:cubicBezTo>
                    <a:pt x="1095724" y="7226426"/>
                    <a:pt x="435955" y="7180733"/>
                    <a:pt x="133271" y="7029480"/>
                  </a:cubicBezTo>
                  <a:cubicBezTo>
                    <a:pt x="-747263" y="6589472"/>
                    <a:pt x="3062737" y="5763374"/>
                    <a:pt x="2024594" y="4369460"/>
                  </a:cubicBezTo>
                  <a:cubicBezTo>
                    <a:pt x="986451" y="2975546"/>
                    <a:pt x="986452" y="2578806"/>
                    <a:pt x="1500965" y="1973046"/>
                  </a:cubicBezTo>
                  <a:cubicBezTo>
                    <a:pt x="2015478" y="1367286"/>
                    <a:pt x="3206020" y="1806628"/>
                    <a:pt x="3423549" y="15975"/>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ea typeface="字魂59号-创粗黑" panose="00000500000000000000" pitchFamily="2" charset="-122"/>
              </a:endParaRPr>
            </a:p>
          </p:txBody>
        </p:sp>
      </p:grpSp>
      <p:sp>
        <p:nvSpPr>
          <p:cNvPr id="3" name="淘宝-想搞设计PPT(倒卖必究)-3"/>
          <p:cNvSpPr txBox="1"/>
          <p:nvPr/>
        </p:nvSpPr>
        <p:spPr>
          <a:xfrm>
            <a:off x="7002172" y="2125448"/>
            <a:ext cx="2018373" cy="1862048"/>
          </a:xfrm>
          <a:prstGeom prst="rect">
            <a:avLst/>
          </a:prstGeom>
          <a:noFill/>
        </p:spPr>
        <p:txBody>
          <a:bodyPr wrap="square" rtlCol="0">
            <a:spAutoFit/>
            <a:scene3d>
              <a:camera prst="orthographicFront"/>
              <a:lightRig rig="threePt" dir="t"/>
            </a:scene3d>
            <a:sp3d contourW="12700"/>
          </a:bodyPr>
          <a:lstStyle/>
          <a:p>
            <a:pPr lvl="0" algn="dist">
              <a:defRPr/>
            </a:pPr>
            <a:r>
              <a:rPr lang="en-US" altLang="zh-CN" sz="11500" b="1" dirty="0">
                <a:solidFill>
                  <a:schemeClr val="tx1">
                    <a:lumMod val="75000"/>
                    <a:lumOff val="25000"/>
                  </a:schemeClr>
                </a:solidFill>
                <a:ea typeface="字魂59号-创粗黑" panose="00000500000000000000" pitchFamily="2" charset="-122"/>
              </a:rPr>
              <a:t>01</a:t>
            </a:r>
            <a:endParaRPr lang="zh-CN" altLang="en-US" sz="11500" b="1" dirty="0">
              <a:solidFill>
                <a:schemeClr val="tx1">
                  <a:lumMod val="75000"/>
                  <a:lumOff val="25000"/>
                </a:schemeClr>
              </a:solidFill>
              <a:ea typeface="字魂59号-创粗黑" panose="00000500000000000000" pitchFamily="2" charset="-122"/>
            </a:endParaRPr>
          </a:p>
        </p:txBody>
      </p:sp>
      <p:sp>
        <p:nvSpPr>
          <p:cNvPr id="4" name="淘宝-想搞设计PPT(倒卖必究)-4"/>
          <p:cNvSpPr txBox="1"/>
          <p:nvPr/>
        </p:nvSpPr>
        <p:spPr>
          <a:xfrm>
            <a:off x="7002173" y="1307728"/>
            <a:ext cx="1814086" cy="830997"/>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PART</a:t>
            </a:r>
            <a:endParaRPr kumimoji="0" lang="zh-CN" altLang="en-US" sz="4800" b="1" i="0" u="none" strike="noStrike" kern="1200" cap="none" spc="0" normalizeH="0" baseline="0" noProof="0" dirty="0">
              <a:ln>
                <a:noFill/>
              </a:ln>
              <a:solidFill>
                <a:srgbClr val="B71502"/>
              </a:solidFill>
              <a:effectLst/>
              <a:uLnTx/>
              <a:uFillTx/>
              <a:latin typeface="Arial" panose="020B0604020202020204"/>
              <a:ea typeface="字魂59号-创粗黑" panose="00000500000000000000" pitchFamily="2" charset="-122"/>
              <a:cs typeface="+mn-cs"/>
            </a:endParaRPr>
          </a:p>
        </p:txBody>
      </p:sp>
      <p:cxnSp>
        <p:nvCxnSpPr>
          <p:cNvPr id="6" name="淘宝-想搞设计PPT(倒卖必究)-6"/>
          <p:cNvCxnSpPr/>
          <p:nvPr/>
        </p:nvCxnSpPr>
        <p:spPr>
          <a:xfrm>
            <a:off x="7124701" y="5189378"/>
            <a:ext cx="1511299" cy="0"/>
          </a:xfrm>
          <a:prstGeom prst="line">
            <a:avLst/>
          </a:prstGeom>
          <a:ln w="38100">
            <a:solidFill>
              <a:srgbClr val="065EAF"/>
            </a:solidFill>
          </a:ln>
        </p:spPr>
        <p:style>
          <a:lnRef idx="1">
            <a:schemeClr val="accent1"/>
          </a:lnRef>
          <a:fillRef idx="0">
            <a:schemeClr val="accent1"/>
          </a:fillRef>
          <a:effectRef idx="0">
            <a:schemeClr val="accent1"/>
          </a:effectRef>
          <a:fontRef idx="minor">
            <a:schemeClr val="tx1"/>
          </a:fontRef>
        </p:style>
      </p:cxnSp>
      <p:sp>
        <p:nvSpPr>
          <p:cNvPr id="10" name="淘宝-想搞设计PPT(倒卖必究)-10"/>
          <p:cNvSpPr txBox="1"/>
          <p:nvPr/>
        </p:nvSpPr>
        <p:spPr>
          <a:xfrm>
            <a:off x="6449695" y="4120515"/>
            <a:ext cx="4392295" cy="792480"/>
          </a:xfrm>
          <a:prstGeom prst="rect">
            <a:avLst/>
          </a:prstGeom>
          <a:noFill/>
        </p:spPr>
        <p:txBody>
          <a:bodyPr wrap="square" rtlCol="0">
            <a:spAutoFit/>
            <a:scene3d>
              <a:camera prst="orthographicFront"/>
              <a:lightRig rig="threePt" dir="t"/>
            </a:scene3d>
            <a:sp3d contourW="12700"/>
          </a:bodyPr>
          <a:lstStyle/>
          <a:p>
            <a:pPr lvl="0" algn="dist">
              <a:lnSpc>
                <a:spcPct val="114000"/>
              </a:lnSpc>
              <a:spcBef>
                <a:spcPts val="0"/>
              </a:spcBef>
              <a:spcAft>
                <a:spcPts val="0"/>
              </a:spcAft>
              <a:buClrTx/>
              <a:buSzTx/>
              <a:buFontTx/>
              <a:defRPr/>
            </a:pPr>
            <a:r>
              <a:rPr lang="zh-CN" altLang="en-US" sz="4000" b="1" spc="300" dirty="0">
                <a:solidFill>
                  <a:schemeClr val="bg1">
                    <a:lumMod val="50000"/>
                  </a:schemeClr>
                </a:solidFill>
                <a:latin typeface="字魂59号-创粗黑" panose="00000500000000000000" pitchFamily="2" charset="-122"/>
                <a:ea typeface="字魂59号-创粗黑" panose="00000500000000000000" pitchFamily="2" charset="-122"/>
                <a:sym typeface="+mn-ea"/>
              </a:rPr>
              <a:t>研究背景与意义</a:t>
            </a:r>
            <a:endParaRPr lang="zh-CN" altLang="en-US" sz="4000" b="1" spc="300" dirty="0">
              <a:solidFill>
                <a:schemeClr val="bg1">
                  <a:lumMod val="50000"/>
                </a:schemeClr>
              </a:solidFill>
              <a:latin typeface="字魂59号-创粗黑" panose="00000500000000000000" pitchFamily="2" charset="-122"/>
              <a:ea typeface="字魂59号-创粗黑" panose="00000500000000000000" pitchFamily="2" charset="-122"/>
              <a:sym typeface="+mn-ea"/>
            </a:endParaRPr>
          </a:p>
        </p:txBody>
      </p:sp>
      <p:pic>
        <p:nvPicPr>
          <p:cNvPr id="22" name="Picture 21" descr="河南大学.png"/>
          <p:cNvPicPr>
            <a:picLocks noChangeAspect="1"/>
          </p:cNvPicPr>
          <p:nvPr/>
        </p:nvPicPr>
        <p:blipFill>
          <a:blip r:embed="rId2"/>
          <a:stretch>
            <a:fillRect/>
          </a:stretch>
        </p:blipFill>
        <p:spPr>
          <a:xfrm>
            <a:off x="10282827" y="172834"/>
            <a:ext cx="1756624" cy="47907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timing>
    <p:tnLst>
      <p:par>
        <p:cTn id="1" dur="indefinite" restart="never" nodeType="tmRoot"/>
      </p:par>
    </p:tnLst>
    <p:bldLst>
      <p:bldP spid="3" grpId="0"/>
      <p:bldP spid="4"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淘宝-想搞设计PPT(倒卖必究)-32"/>
          <p:cNvSpPr/>
          <p:nvPr>
            <p:custDataLst>
              <p:tags r:id="rId1"/>
            </p:custDataLst>
          </p:nvPr>
        </p:nvSpPr>
        <p:spPr>
          <a:xfrm>
            <a:off x="4767580" y="1389380"/>
            <a:ext cx="6911975" cy="5139690"/>
          </a:xfrm>
          <a:prstGeom prst="flowChartProcess">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custDataLst>
              <p:tags r:id="rId2"/>
            </p:custDataLst>
          </p:nvPr>
        </p:nvGrpSpPr>
        <p:grpSpPr>
          <a:xfrm>
            <a:off x="5293995" y="1555115"/>
            <a:ext cx="6204970" cy="1479550"/>
            <a:chOff x="5351436" y="1345450"/>
            <a:chExt cx="6204643" cy="1492948"/>
          </a:xfrm>
        </p:grpSpPr>
        <p:grpSp>
          <p:nvGrpSpPr>
            <p:cNvPr id="4" name="组合 3"/>
            <p:cNvGrpSpPr/>
            <p:nvPr/>
          </p:nvGrpSpPr>
          <p:grpSpPr>
            <a:xfrm>
              <a:off x="5975994" y="1345450"/>
              <a:ext cx="5580085" cy="1492948"/>
              <a:chOff x="5257547" y="522977"/>
              <a:chExt cx="5580085" cy="1492948"/>
            </a:xfrm>
          </p:grpSpPr>
          <p:sp>
            <p:nvSpPr>
              <p:cNvPr id="5" name="淘宝-想搞设计PPT(倒卖必究)-5"/>
              <p:cNvSpPr txBox="1"/>
              <p:nvPr>
                <p:custDataLst>
                  <p:tags r:id="rId3"/>
                </p:custDataLst>
              </p:nvPr>
            </p:nvSpPr>
            <p:spPr>
              <a:xfrm>
                <a:off x="5257547" y="522977"/>
                <a:ext cx="2444433" cy="526697"/>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2800" dirty="0">
                    <a:solidFill/>
                    <a:latin typeface="字魂59号-创粗黑" panose="00000500000000000000" pitchFamily="2" charset="-122"/>
                    <a:ea typeface="字魂59号-创粗黑" panose="00000500000000000000" pitchFamily="2" charset="-122"/>
                  </a:rPr>
                  <a:t>区域矛盾</a:t>
                </a:r>
                <a:endParaRPr lang="zh-CN" altLang="en-US" sz="2800" dirty="0">
                  <a:solidFill/>
                  <a:latin typeface="字魂59号-创粗黑" panose="00000500000000000000" pitchFamily="2" charset="-122"/>
                  <a:ea typeface="字魂59号-创粗黑" panose="00000500000000000000" pitchFamily="2" charset="-122"/>
                </a:endParaRPr>
              </a:p>
            </p:txBody>
          </p:sp>
          <p:sp>
            <p:nvSpPr>
              <p:cNvPr id="6" name="淘宝-想搞设计PPT(倒卖必究)-6"/>
              <p:cNvSpPr txBox="1"/>
              <p:nvPr>
                <p:custDataLst>
                  <p:tags r:id="rId4"/>
                </p:custDataLst>
              </p:nvPr>
            </p:nvSpPr>
            <p:spPr>
              <a:xfrm>
                <a:off x="5307709" y="918320"/>
                <a:ext cx="5529923" cy="1097605"/>
              </a:xfrm>
              <a:prstGeom prst="rect">
                <a:avLst/>
              </a:prstGeom>
              <a:noFill/>
            </p:spPr>
            <p:txBody>
              <a:bodyPr wrap="square" rtlCol="0">
                <a:spAutoFit/>
                <a:scene3d>
                  <a:camera prst="orthographicFront"/>
                  <a:lightRig rig="threePt" dir="t"/>
                </a:scene3d>
                <a:sp3d contourW="12700"/>
              </a:bodyPr>
              <a:lstStyle/>
              <a:p>
                <a:pPr>
                  <a:lnSpc>
                    <a:spcPct val="120000"/>
                  </a:lnSpc>
                </a:pPr>
                <a:r>
                  <a:rPr lang="zh-CN" altLang="en-US" dirty="0">
                    <a:solidFill>
                      <a:schemeClr val="tx1"/>
                    </a:solidFill>
                    <a:ea typeface="字魂59号-创粗黑" panose="00000500000000000000" pitchFamily="2" charset="-122"/>
                  </a:rPr>
                  <a:t>中东部高强度开发平原与外围山地生态屏障并置，城市增长与生态保护压力相互叠加。</a:t>
                </a:r>
                <a:endParaRPr lang="zh-CN" altLang="en-US" dirty="0">
                  <a:solidFill>
                    <a:schemeClr val="tx1"/>
                  </a:solidFill>
                  <a:ea typeface="字魂59号-创粗黑" panose="00000500000000000000" pitchFamily="2" charset="-122"/>
                </a:endParaRPr>
              </a:p>
            </p:txBody>
          </p:sp>
        </p:grpSp>
        <p:sp>
          <p:nvSpPr>
            <p:cNvPr id="7" name="淘宝-想搞设计PPT(倒卖必究)-7"/>
            <p:cNvSpPr/>
            <p:nvPr>
              <p:custDataLst>
                <p:tags r:id="rId5"/>
              </p:custDataLst>
            </p:nvPr>
          </p:nvSpPr>
          <p:spPr>
            <a:xfrm>
              <a:off x="5351436" y="1479820"/>
              <a:ext cx="537474" cy="537474"/>
            </a:xfrm>
            <a:prstGeom prst="ellipse">
              <a:avLst/>
            </a:prstGeom>
            <a:solidFill>
              <a:srgbClr val="065E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字魂59号-创粗黑" panose="00000500000000000000" pitchFamily="2" charset="-122"/>
              </a:endParaRPr>
            </a:p>
          </p:txBody>
        </p:sp>
        <p:sp>
          <p:nvSpPr>
            <p:cNvPr id="38" name="淘宝-想搞设计PPT(倒卖必究)-38"/>
            <p:cNvSpPr/>
            <p:nvPr>
              <p:custDataLst>
                <p:tags r:id="rId6"/>
              </p:custDataLst>
            </p:nvPr>
          </p:nvSpPr>
          <p:spPr>
            <a:xfrm>
              <a:off x="5506376" y="1609654"/>
              <a:ext cx="227593" cy="271812"/>
            </a:xfrm>
            <a:custGeom>
              <a:avLst/>
              <a:gdLst>
                <a:gd name="connsiteX0" fmla="*/ 132196 w 277813"/>
                <a:gd name="connsiteY0" fmla="*/ 133350 h 331788"/>
                <a:gd name="connsiteX1" fmla="*/ 132196 w 277813"/>
                <a:gd name="connsiteY1" fmla="*/ 152673 h 331788"/>
                <a:gd name="connsiteX2" fmla="*/ 99724 w 277813"/>
                <a:gd name="connsiteY2" fmla="*/ 186167 h 331788"/>
                <a:gd name="connsiteX3" fmla="*/ 134793 w 277813"/>
                <a:gd name="connsiteY3" fmla="*/ 220949 h 331788"/>
                <a:gd name="connsiteX4" fmla="*/ 154276 w 277813"/>
                <a:gd name="connsiteY4" fmla="*/ 237696 h 331788"/>
                <a:gd name="connsiteX5" fmla="*/ 136092 w 277813"/>
                <a:gd name="connsiteY5" fmla="*/ 249290 h 331788"/>
                <a:gd name="connsiteX6" fmla="*/ 104920 w 277813"/>
                <a:gd name="connsiteY6" fmla="*/ 241561 h 331788"/>
                <a:gd name="connsiteX7" fmla="*/ 98425 w 277813"/>
                <a:gd name="connsiteY7" fmla="*/ 263460 h 331788"/>
                <a:gd name="connsiteX8" fmla="*/ 130897 w 277813"/>
                <a:gd name="connsiteY8" fmla="*/ 272478 h 331788"/>
                <a:gd name="connsiteX9" fmla="*/ 130897 w 277813"/>
                <a:gd name="connsiteY9" fmla="*/ 290513 h 331788"/>
                <a:gd name="connsiteX10" fmla="*/ 150380 w 277813"/>
                <a:gd name="connsiteY10" fmla="*/ 290513 h 331788"/>
                <a:gd name="connsiteX11" fmla="*/ 150380 w 277813"/>
                <a:gd name="connsiteY11" fmla="*/ 271190 h 331788"/>
                <a:gd name="connsiteX12" fmla="*/ 184150 w 277813"/>
                <a:gd name="connsiteY12" fmla="*/ 235120 h 331788"/>
                <a:gd name="connsiteX13" fmla="*/ 152978 w 277813"/>
                <a:gd name="connsiteY13" fmla="*/ 199049 h 331788"/>
                <a:gd name="connsiteX14" fmla="*/ 129598 w 277813"/>
                <a:gd name="connsiteY14" fmla="*/ 182303 h 331788"/>
                <a:gd name="connsiteX15" fmla="*/ 146483 w 277813"/>
                <a:gd name="connsiteY15" fmla="*/ 171997 h 331788"/>
                <a:gd name="connsiteX16" fmla="*/ 173759 w 277813"/>
                <a:gd name="connsiteY16" fmla="*/ 178438 h 331788"/>
                <a:gd name="connsiteX17" fmla="*/ 178955 w 277813"/>
                <a:gd name="connsiteY17" fmla="*/ 156538 h 331788"/>
                <a:gd name="connsiteX18" fmla="*/ 151679 w 277813"/>
                <a:gd name="connsiteY18" fmla="*/ 151385 h 331788"/>
                <a:gd name="connsiteX19" fmla="*/ 151679 w 277813"/>
                <a:gd name="connsiteY19" fmla="*/ 133350 h 331788"/>
                <a:gd name="connsiteX20" fmla="*/ 132196 w 277813"/>
                <a:gd name="connsiteY20" fmla="*/ 133350 h 331788"/>
                <a:gd name="connsiteX21" fmla="*/ 136310 w 277813"/>
                <a:gd name="connsiteY21" fmla="*/ 0 h 331788"/>
                <a:gd name="connsiteX22" fmla="*/ 167467 w 277813"/>
                <a:gd name="connsiteY22" fmla="*/ 3888 h 331788"/>
                <a:gd name="connsiteX23" fmla="*/ 158380 w 277813"/>
                <a:gd name="connsiteY23" fmla="*/ 25921 h 331788"/>
                <a:gd name="connsiteX24" fmla="*/ 184343 w 277813"/>
                <a:gd name="connsiteY24" fmla="*/ 6480 h 331788"/>
                <a:gd name="connsiteX25" fmla="*/ 214202 w 277813"/>
                <a:gd name="connsiteY25" fmla="*/ 9072 h 331788"/>
                <a:gd name="connsiteX26" fmla="*/ 188238 w 277813"/>
                <a:gd name="connsiteY26" fmla="*/ 62210 h 331788"/>
                <a:gd name="connsiteX27" fmla="*/ 215500 w 277813"/>
                <a:gd name="connsiteY27" fmla="*/ 62210 h 331788"/>
                <a:gd name="connsiteX28" fmla="*/ 215500 w 277813"/>
                <a:gd name="connsiteY28" fmla="*/ 81651 h 331788"/>
                <a:gd name="connsiteX29" fmla="*/ 183045 w 277813"/>
                <a:gd name="connsiteY29" fmla="*/ 81651 h 331788"/>
                <a:gd name="connsiteX30" fmla="*/ 277813 w 277813"/>
                <a:gd name="connsiteY30" fmla="*/ 243657 h 331788"/>
                <a:gd name="connsiteX31" fmla="*/ 138907 w 277813"/>
                <a:gd name="connsiteY31" fmla="*/ 331788 h 331788"/>
                <a:gd name="connsiteX32" fmla="*/ 0 w 277813"/>
                <a:gd name="connsiteY32" fmla="*/ 243657 h 331788"/>
                <a:gd name="connsiteX33" fmla="*/ 94768 w 277813"/>
                <a:gd name="connsiteY33" fmla="*/ 81651 h 331788"/>
                <a:gd name="connsiteX34" fmla="*/ 68804 w 277813"/>
                <a:gd name="connsiteY34" fmla="*/ 81651 h 331788"/>
                <a:gd name="connsiteX35" fmla="*/ 68804 w 277813"/>
                <a:gd name="connsiteY35" fmla="*/ 60914 h 331788"/>
                <a:gd name="connsiteX36" fmla="*/ 96066 w 277813"/>
                <a:gd name="connsiteY36" fmla="*/ 62210 h 331788"/>
                <a:gd name="connsiteX37" fmla="*/ 66208 w 277813"/>
                <a:gd name="connsiteY37" fmla="*/ 5184 h 331788"/>
                <a:gd name="connsiteX38" fmla="*/ 110347 w 277813"/>
                <a:gd name="connsiteY38" fmla="*/ 6480 h 331788"/>
                <a:gd name="connsiteX39" fmla="*/ 127223 w 277813"/>
                <a:gd name="connsiteY39" fmla="*/ 28513 h 331788"/>
                <a:gd name="connsiteX40" fmla="*/ 136310 w 277813"/>
                <a:gd name="connsiteY4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7813" h="331788">
                  <a:moveTo>
                    <a:pt x="132196" y="133350"/>
                  </a:moveTo>
                  <a:cubicBezTo>
                    <a:pt x="132196" y="133350"/>
                    <a:pt x="132196" y="133350"/>
                    <a:pt x="132196" y="152673"/>
                  </a:cubicBezTo>
                  <a:cubicBezTo>
                    <a:pt x="111414" y="156538"/>
                    <a:pt x="99724" y="169420"/>
                    <a:pt x="99724" y="186167"/>
                  </a:cubicBezTo>
                  <a:cubicBezTo>
                    <a:pt x="99724" y="204202"/>
                    <a:pt x="114012" y="214508"/>
                    <a:pt x="134793" y="220949"/>
                  </a:cubicBezTo>
                  <a:cubicBezTo>
                    <a:pt x="149081" y="226102"/>
                    <a:pt x="154276" y="231255"/>
                    <a:pt x="154276" y="237696"/>
                  </a:cubicBezTo>
                  <a:cubicBezTo>
                    <a:pt x="154276" y="245425"/>
                    <a:pt x="147782" y="249290"/>
                    <a:pt x="136092" y="249290"/>
                  </a:cubicBezTo>
                  <a:cubicBezTo>
                    <a:pt x="124403" y="249290"/>
                    <a:pt x="112713" y="245425"/>
                    <a:pt x="104920" y="241561"/>
                  </a:cubicBezTo>
                  <a:cubicBezTo>
                    <a:pt x="104920" y="241561"/>
                    <a:pt x="104920" y="241561"/>
                    <a:pt x="98425" y="263460"/>
                  </a:cubicBezTo>
                  <a:cubicBezTo>
                    <a:pt x="106218" y="267325"/>
                    <a:pt x="117908" y="271190"/>
                    <a:pt x="130897" y="272478"/>
                  </a:cubicBezTo>
                  <a:cubicBezTo>
                    <a:pt x="130897" y="272478"/>
                    <a:pt x="130897" y="272478"/>
                    <a:pt x="130897" y="290513"/>
                  </a:cubicBezTo>
                  <a:cubicBezTo>
                    <a:pt x="130897" y="290513"/>
                    <a:pt x="130897" y="290513"/>
                    <a:pt x="150380" y="290513"/>
                  </a:cubicBezTo>
                  <a:cubicBezTo>
                    <a:pt x="150380" y="290513"/>
                    <a:pt x="150380" y="290513"/>
                    <a:pt x="150380" y="271190"/>
                  </a:cubicBezTo>
                  <a:cubicBezTo>
                    <a:pt x="172460" y="267325"/>
                    <a:pt x="184150" y="251866"/>
                    <a:pt x="184150" y="235120"/>
                  </a:cubicBezTo>
                  <a:cubicBezTo>
                    <a:pt x="184150" y="218373"/>
                    <a:pt x="175058" y="208067"/>
                    <a:pt x="152978" y="199049"/>
                  </a:cubicBezTo>
                  <a:cubicBezTo>
                    <a:pt x="136092" y="193897"/>
                    <a:pt x="129598" y="188744"/>
                    <a:pt x="129598" y="182303"/>
                  </a:cubicBezTo>
                  <a:cubicBezTo>
                    <a:pt x="129598" y="177150"/>
                    <a:pt x="133495" y="171997"/>
                    <a:pt x="146483" y="171997"/>
                  </a:cubicBezTo>
                  <a:cubicBezTo>
                    <a:pt x="159472" y="171997"/>
                    <a:pt x="168564" y="177150"/>
                    <a:pt x="173759" y="178438"/>
                  </a:cubicBezTo>
                  <a:cubicBezTo>
                    <a:pt x="173759" y="178438"/>
                    <a:pt x="173759" y="178438"/>
                    <a:pt x="178955" y="156538"/>
                  </a:cubicBezTo>
                  <a:cubicBezTo>
                    <a:pt x="172460" y="153962"/>
                    <a:pt x="164667" y="151385"/>
                    <a:pt x="151679" y="151385"/>
                  </a:cubicBezTo>
                  <a:cubicBezTo>
                    <a:pt x="151679" y="151385"/>
                    <a:pt x="151679" y="151385"/>
                    <a:pt x="151679" y="133350"/>
                  </a:cubicBezTo>
                  <a:cubicBezTo>
                    <a:pt x="151679" y="133350"/>
                    <a:pt x="151679" y="133350"/>
                    <a:pt x="132196" y="133350"/>
                  </a:cubicBezTo>
                  <a:close/>
                  <a:moveTo>
                    <a:pt x="136310" y="0"/>
                  </a:moveTo>
                  <a:cubicBezTo>
                    <a:pt x="136310" y="0"/>
                    <a:pt x="136310" y="0"/>
                    <a:pt x="167467" y="3888"/>
                  </a:cubicBezTo>
                  <a:cubicBezTo>
                    <a:pt x="167467" y="3888"/>
                    <a:pt x="167467" y="3888"/>
                    <a:pt x="158380" y="25921"/>
                  </a:cubicBezTo>
                  <a:cubicBezTo>
                    <a:pt x="158380" y="25921"/>
                    <a:pt x="158380" y="25921"/>
                    <a:pt x="184343" y="6480"/>
                  </a:cubicBezTo>
                  <a:cubicBezTo>
                    <a:pt x="184343" y="6480"/>
                    <a:pt x="184343" y="6480"/>
                    <a:pt x="214202" y="9072"/>
                  </a:cubicBezTo>
                  <a:cubicBezTo>
                    <a:pt x="214202" y="9072"/>
                    <a:pt x="214202" y="9072"/>
                    <a:pt x="188238" y="62210"/>
                  </a:cubicBezTo>
                  <a:cubicBezTo>
                    <a:pt x="188238" y="62210"/>
                    <a:pt x="188238" y="62210"/>
                    <a:pt x="215500" y="62210"/>
                  </a:cubicBezTo>
                  <a:cubicBezTo>
                    <a:pt x="215500" y="62210"/>
                    <a:pt x="215500" y="62210"/>
                    <a:pt x="215500" y="81651"/>
                  </a:cubicBezTo>
                  <a:cubicBezTo>
                    <a:pt x="215500" y="81651"/>
                    <a:pt x="215500" y="81651"/>
                    <a:pt x="183045" y="81651"/>
                  </a:cubicBezTo>
                  <a:cubicBezTo>
                    <a:pt x="237569" y="114052"/>
                    <a:pt x="277813" y="198295"/>
                    <a:pt x="277813" y="243657"/>
                  </a:cubicBezTo>
                  <a:cubicBezTo>
                    <a:pt x="277813" y="299387"/>
                    <a:pt x="215500" y="331788"/>
                    <a:pt x="138907" y="331788"/>
                  </a:cubicBezTo>
                  <a:cubicBezTo>
                    <a:pt x="62313" y="331788"/>
                    <a:pt x="0" y="299387"/>
                    <a:pt x="0" y="243657"/>
                  </a:cubicBezTo>
                  <a:cubicBezTo>
                    <a:pt x="0" y="198295"/>
                    <a:pt x="40244" y="114052"/>
                    <a:pt x="94768" y="81651"/>
                  </a:cubicBezTo>
                  <a:cubicBezTo>
                    <a:pt x="94768" y="81651"/>
                    <a:pt x="94768" y="81651"/>
                    <a:pt x="68804" y="81651"/>
                  </a:cubicBezTo>
                  <a:cubicBezTo>
                    <a:pt x="68804" y="81651"/>
                    <a:pt x="68804" y="81651"/>
                    <a:pt x="68804" y="60914"/>
                  </a:cubicBezTo>
                  <a:cubicBezTo>
                    <a:pt x="68804" y="60914"/>
                    <a:pt x="68804" y="60914"/>
                    <a:pt x="96066" y="62210"/>
                  </a:cubicBezTo>
                  <a:cubicBezTo>
                    <a:pt x="96066" y="62210"/>
                    <a:pt x="96066" y="62210"/>
                    <a:pt x="66208" y="5184"/>
                  </a:cubicBezTo>
                  <a:cubicBezTo>
                    <a:pt x="66208" y="5184"/>
                    <a:pt x="66208" y="5184"/>
                    <a:pt x="110347" y="6480"/>
                  </a:cubicBezTo>
                  <a:cubicBezTo>
                    <a:pt x="110347" y="6480"/>
                    <a:pt x="110347" y="6480"/>
                    <a:pt x="127223" y="28513"/>
                  </a:cubicBezTo>
                  <a:cubicBezTo>
                    <a:pt x="127223" y="28513"/>
                    <a:pt x="127223" y="28513"/>
                    <a:pt x="136310"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ea typeface="字魂59号-创粗黑" panose="00000500000000000000" pitchFamily="2" charset="-122"/>
              </a:endParaRPr>
            </a:p>
          </p:txBody>
        </p:sp>
      </p:grpSp>
      <p:grpSp>
        <p:nvGrpSpPr>
          <p:cNvPr id="9" name="组合 8"/>
          <p:cNvGrpSpPr/>
          <p:nvPr>
            <p:custDataLst>
              <p:tags r:id="rId7"/>
            </p:custDataLst>
          </p:nvPr>
        </p:nvGrpSpPr>
        <p:grpSpPr>
          <a:xfrm>
            <a:off x="5294279" y="3278361"/>
            <a:ext cx="6559268" cy="1544320"/>
            <a:chOff x="5351429" y="2979911"/>
            <a:chExt cx="6559268" cy="1544320"/>
          </a:xfrm>
        </p:grpSpPr>
        <p:grpSp>
          <p:nvGrpSpPr>
            <p:cNvPr id="10" name="组合 9"/>
            <p:cNvGrpSpPr/>
            <p:nvPr/>
          </p:nvGrpSpPr>
          <p:grpSpPr>
            <a:xfrm>
              <a:off x="5975987" y="2979911"/>
              <a:ext cx="5934710" cy="1544320"/>
              <a:chOff x="5257540" y="926347"/>
              <a:chExt cx="5934710" cy="1544320"/>
            </a:xfrm>
          </p:grpSpPr>
          <p:sp>
            <p:nvSpPr>
              <p:cNvPr id="12" name="淘宝-想搞设计PPT(倒卖必究)-12"/>
              <p:cNvSpPr txBox="1"/>
              <p:nvPr>
                <p:custDataLst>
                  <p:tags r:id="rId8"/>
                </p:custDataLst>
              </p:nvPr>
            </p:nvSpPr>
            <p:spPr>
              <a:xfrm>
                <a:off x="5257540" y="926347"/>
                <a:ext cx="2444433" cy="521970"/>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2800" dirty="0">
                    <a:solidFill/>
                    <a:latin typeface="字魂59号-创粗黑" panose="00000500000000000000" pitchFamily="2" charset="-122"/>
                    <a:ea typeface="字魂59号-创粗黑" panose="00000500000000000000" pitchFamily="2" charset="-122"/>
                  </a:rPr>
                  <a:t>研究缺口</a:t>
                </a:r>
                <a:endParaRPr lang="zh-CN" altLang="en-US" sz="2800" dirty="0">
                  <a:solidFill/>
                  <a:latin typeface="字魂59号-创粗黑" panose="00000500000000000000" pitchFamily="2" charset="-122"/>
                  <a:ea typeface="字魂59号-创粗黑" panose="00000500000000000000" pitchFamily="2" charset="-122"/>
                </a:endParaRPr>
              </a:p>
            </p:txBody>
          </p:sp>
          <p:sp>
            <p:nvSpPr>
              <p:cNvPr id="13" name="淘宝-想搞设计PPT(倒卖必究)-13"/>
              <p:cNvSpPr txBox="1"/>
              <p:nvPr>
                <p:custDataLst>
                  <p:tags r:id="rId9"/>
                </p:custDataLst>
              </p:nvPr>
            </p:nvSpPr>
            <p:spPr>
              <a:xfrm>
                <a:off x="5257540" y="1382912"/>
                <a:ext cx="5934710" cy="1087755"/>
              </a:xfrm>
              <a:prstGeom prst="rect">
                <a:avLst/>
              </a:prstGeom>
              <a:noFill/>
            </p:spPr>
            <p:txBody>
              <a:bodyPr wrap="square" rtlCol="0">
                <a:spAutoFit/>
                <a:scene3d>
                  <a:camera prst="orthographicFront"/>
                  <a:lightRig rig="threePt" dir="t"/>
                </a:scene3d>
                <a:sp3d contourW="12700"/>
              </a:bodyPr>
              <a:lstStyle/>
              <a:p>
                <a:pPr>
                  <a:lnSpc>
                    <a:spcPct val="120000"/>
                  </a:lnSpc>
                </a:pPr>
                <a:r>
                  <a:rPr lang="en-US" altLang="zh-CN" dirty="0">
                    <a:solidFill>
                      <a:schemeClr val="tx1"/>
                    </a:solidFill>
                    <a:ea typeface="字魂59号-创粗黑" panose="00000500000000000000" pitchFamily="2" charset="-122"/>
                  </a:rPr>
                  <a:t>建成区识别与生态网络研究往往分开开展，缺少统一时间序列下的空间耦合分析。</a:t>
                </a:r>
                <a:endParaRPr lang="zh-CN" altLang="en-US" dirty="0">
                  <a:solidFill>
                    <a:schemeClr val="tx1"/>
                  </a:solidFill>
                  <a:ea typeface="字魂59号-创粗黑" panose="00000500000000000000" pitchFamily="2" charset="-122"/>
                </a:endParaRPr>
              </a:p>
            </p:txBody>
          </p:sp>
        </p:grpSp>
        <p:sp>
          <p:nvSpPr>
            <p:cNvPr id="11" name="淘宝-想搞设计PPT(倒卖必究)-11"/>
            <p:cNvSpPr/>
            <p:nvPr>
              <p:custDataLst>
                <p:tags r:id="rId10"/>
              </p:custDataLst>
            </p:nvPr>
          </p:nvSpPr>
          <p:spPr>
            <a:xfrm>
              <a:off x="5351429" y="3114281"/>
              <a:ext cx="537474" cy="537474"/>
            </a:xfrm>
            <a:prstGeom prst="ellipse">
              <a:avLst/>
            </a:prstGeom>
            <a:solidFill>
              <a:srgbClr val="065E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字魂59号-创粗黑" panose="00000500000000000000" pitchFamily="2" charset="-122"/>
              </a:endParaRPr>
            </a:p>
          </p:txBody>
        </p:sp>
        <p:sp>
          <p:nvSpPr>
            <p:cNvPr id="39" name="淘宝-想搞设计PPT(倒卖必究)-39"/>
            <p:cNvSpPr/>
            <p:nvPr>
              <p:custDataLst>
                <p:tags r:id="rId11"/>
              </p:custDataLst>
            </p:nvPr>
          </p:nvSpPr>
          <p:spPr>
            <a:xfrm>
              <a:off x="5484260" y="3245416"/>
              <a:ext cx="271812" cy="269211"/>
            </a:xfrm>
            <a:custGeom>
              <a:avLst/>
              <a:gdLst>
                <a:gd name="connsiteX0" fmla="*/ 292147 w 331788"/>
                <a:gd name="connsiteY0" fmla="*/ 109538 h 328613"/>
                <a:gd name="connsiteX1" fmla="*/ 327025 w 331788"/>
                <a:gd name="connsiteY1" fmla="*/ 145621 h 328613"/>
                <a:gd name="connsiteX2" fmla="*/ 327025 w 331788"/>
                <a:gd name="connsiteY2" fmla="*/ 229385 h 328613"/>
                <a:gd name="connsiteX3" fmla="*/ 293438 w 331788"/>
                <a:gd name="connsiteY3" fmla="*/ 264179 h 328613"/>
                <a:gd name="connsiteX4" fmla="*/ 252101 w 331788"/>
                <a:gd name="connsiteY4" fmla="*/ 264179 h 328613"/>
                <a:gd name="connsiteX5" fmla="*/ 252101 w 331788"/>
                <a:gd name="connsiteY5" fmla="*/ 319593 h 328613"/>
                <a:gd name="connsiteX6" fmla="*/ 243059 w 331788"/>
                <a:gd name="connsiteY6" fmla="*/ 328613 h 328613"/>
                <a:gd name="connsiteX7" fmla="*/ 205596 w 331788"/>
                <a:gd name="connsiteY7" fmla="*/ 328613 h 328613"/>
                <a:gd name="connsiteX8" fmla="*/ 195262 w 331788"/>
                <a:gd name="connsiteY8" fmla="*/ 319593 h 328613"/>
                <a:gd name="connsiteX9" fmla="*/ 195262 w 331788"/>
                <a:gd name="connsiteY9" fmla="*/ 235829 h 328613"/>
                <a:gd name="connsiteX10" fmla="*/ 224973 w 331788"/>
                <a:gd name="connsiteY10" fmla="*/ 207478 h 328613"/>
                <a:gd name="connsiteX11" fmla="*/ 255976 w 331788"/>
                <a:gd name="connsiteY11" fmla="*/ 207478 h 328613"/>
                <a:gd name="connsiteX12" fmla="*/ 255976 w 331788"/>
                <a:gd name="connsiteY12" fmla="*/ 145621 h 328613"/>
                <a:gd name="connsiteX13" fmla="*/ 292147 w 331788"/>
                <a:gd name="connsiteY13" fmla="*/ 109538 h 328613"/>
                <a:gd name="connsiteX14" fmla="*/ 38473 w 331788"/>
                <a:gd name="connsiteY14" fmla="*/ 109538 h 328613"/>
                <a:gd name="connsiteX15" fmla="*/ 75079 w 331788"/>
                <a:gd name="connsiteY15" fmla="*/ 145621 h 328613"/>
                <a:gd name="connsiteX16" fmla="*/ 75079 w 331788"/>
                <a:gd name="connsiteY16" fmla="*/ 207478 h 328613"/>
                <a:gd name="connsiteX17" fmla="*/ 106456 w 331788"/>
                <a:gd name="connsiteY17" fmla="*/ 207478 h 328613"/>
                <a:gd name="connsiteX18" fmla="*/ 136525 w 331788"/>
                <a:gd name="connsiteY18" fmla="*/ 235829 h 328613"/>
                <a:gd name="connsiteX19" fmla="*/ 136525 w 331788"/>
                <a:gd name="connsiteY19" fmla="*/ 319593 h 328613"/>
                <a:gd name="connsiteX20" fmla="*/ 126066 w 331788"/>
                <a:gd name="connsiteY20" fmla="*/ 328613 h 328613"/>
                <a:gd name="connsiteX21" fmla="*/ 88153 w 331788"/>
                <a:gd name="connsiteY21" fmla="*/ 328613 h 328613"/>
                <a:gd name="connsiteX22" fmla="*/ 79001 w 331788"/>
                <a:gd name="connsiteY22" fmla="*/ 319593 h 328613"/>
                <a:gd name="connsiteX23" fmla="*/ 79001 w 331788"/>
                <a:gd name="connsiteY23" fmla="*/ 264179 h 328613"/>
                <a:gd name="connsiteX24" fmla="*/ 37166 w 331788"/>
                <a:gd name="connsiteY24" fmla="*/ 264179 h 328613"/>
                <a:gd name="connsiteX25" fmla="*/ 3175 w 331788"/>
                <a:gd name="connsiteY25" fmla="*/ 229385 h 328613"/>
                <a:gd name="connsiteX26" fmla="*/ 3175 w 331788"/>
                <a:gd name="connsiteY26" fmla="*/ 145621 h 328613"/>
                <a:gd name="connsiteX27" fmla="*/ 38473 w 331788"/>
                <a:gd name="connsiteY27" fmla="*/ 109538 h 328613"/>
                <a:gd name="connsiteX28" fmla="*/ 160734 w 331788"/>
                <a:gd name="connsiteY28" fmla="*/ 88900 h 328613"/>
                <a:gd name="connsiteX29" fmla="*/ 171053 w 331788"/>
                <a:gd name="connsiteY29" fmla="*/ 88900 h 328613"/>
                <a:gd name="connsiteX30" fmla="*/ 173633 w 331788"/>
                <a:gd name="connsiteY30" fmla="*/ 90195 h 328613"/>
                <a:gd name="connsiteX31" fmla="*/ 174923 w 331788"/>
                <a:gd name="connsiteY31" fmla="*/ 95375 h 328613"/>
                <a:gd name="connsiteX32" fmla="*/ 169763 w 331788"/>
                <a:gd name="connsiteY32" fmla="*/ 103146 h 328613"/>
                <a:gd name="connsiteX33" fmla="*/ 172343 w 331788"/>
                <a:gd name="connsiteY33" fmla="*/ 123867 h 328613"/>
                <a:gd name="connsiteX34" fmla="*/ 167184 w 331788"/>
                <a:gd name="connsiteY34" fmla="*/ 136818 h 328613"/>
                <a:gd name="connsiteX35" fmla="*/ 164604 w 331788"/>
                <a:gd name="connsiteY35" fmla="*/ 136818 h 328613"/>
                <a:gd name="connsiteX36" fmla="*/ 159444 w 331788"/>
                <a:gd name="connsiteY36" fmla="*/ 123867 h 328613"/>
                <a:gd name="connsiteX37" fmla="*/ 162024 w 331788"/>
                <a:gd name="connsiteY37" fmla="*/ 103146 h 328613"/>
                <a:gd name="connsiteX38" fmla="*/ 156865 w 331788"/>
                <a:gd name="connsiteY38" fmla="*/ 95375 h 328613"/>
                <a:gd name="connsiteX39" fmla="*/ 158155 w 331788"/>
                <a:gd name="connsiteY39" fmla="*/ 90195 h 328613"/>
                <a:gd name="connsiteX40" fmla="*/ 160734 w 331788"/>
                <a:gd name="connsiteY40" fmla="*/ 88900 h 328613"/>
                <a:gd name="connsiteX41" fmla="*/ 136182 w 331788"/>
                <a:gd name="connsiteY41" fmla="*/ 88900 h 328613"/>
                <a:gd name="connsiteX42" fmla="*/ 138766 w 331788"/>
                <a:gd name="connsiteY42" fmla="*/ 91502 h 328613"/>
                <a:gd name="connsiteX43" fmla="*/ 165893 w 331788"/>
                <a:gd name="connsiteY43" fmla="*/ 165652 h 328613"/>
                <a:gd name="connsiteX44" fmla="*/ 193021 w 331788"/>
                <a:gd name="connsiteY44" fmla="*/ 91502 h 328613"/>
                <a:gd name="connsiteX45" fmla="*/ 196897 w 331788"/>
                <a:gd name="connsiteY45" fmla="*/ 90201 h 328613"/>
                <a:gd name="connsiteX46" fmla="*/ 208523 w 331788"/>
                <a:gd name="connsiteY46" fmla="*/ 92802 h 328613"/>
                <a:gd name="connsiteX47" fmla="*/ 231775 w 331788"/>
                <a:gd name="connsiteY47" fmla="*/ 125325 h 328613"/>
                <a:gd name="connsiteX48" fmla="*/ 231775 w 331788"/>
                <a:gd name="connsiteY48" fmla="*/ 176059 h 328613"/>
                <a:gd name="connsiteX49" fmla="*/ 226608 w 331788"/>
                <a:gd name="connsiteY49" fmla="*/ 182563 h 328613"/>
                <a:gd name="connsiteX50" fmla="*/ 105179 w 331788"/>
                <a:gd name="connsiteY50" fmla="*/ 182563 h 328613"/>
                <a:gd name="connsiteX51" fmla="*/ 100012 w 331788"/>
                <a:gd name="connsiteY51" fmla="*/ 176059 h 328613"/>
                <a:gd name="connsiteX52" fmla="*/ 100012 w 331788"/>
                <a:gd name="connsiteY52" fmla="*/ 125325 h 328613"/>
                <a:gd name="connsiteX53" fmla="*/ 123264 w 331788"/>
                <a:gd name="connsiteY53" fmla="*/ 92802 h 328613"/>
                <a:gd name="connsiteX54" fmla="*/ 134890 w 331788"/>
                <a:gd name="connsiteY54" fmla="*/ 90201 h 328613"/>
                <a:gd name="connsiteX55" fmla="*/ 136182 w 331788"/>
                <a:gd name="connsiteY55" fmla="*/ 88900 h 328613"/>
                <a:gd name="connsiteX56" fmla="*/ 292100 w 331788"/>
                <a:gd name="connsiteY56" fmla="*/ 19050 h 328613"/>
                <a:gd name="connsiteX57" fmla="*/ 331788 w 331788"/>
                <a:gd name="connsiteY57" fmla="*/ 58738 h 328613"/>
                <a:gd name="connsiteX58" fmla="*/ 292100 w 331788"/>
                <a:gd name="connsiteY58" fmla="*/ 98426 h 328613"/>
                <a:gd name="connsiteX59" fmla="*/ 252412 w 331788"/>
                <a:gd name="connsiteY59" fmla="*/ 58738 h 328613"/>
                <a:gd name="connsiteX60" fmla="*/ 292100 w 331788"/>
                <a:gd name="connsiteY60" fmla="*/ 19050 h 328613"/>
                <a:gd name="connsiteX61" fmla="*/ 39688 w 331788"/>
                <a:gd name="connsiteY61" fmla="*/ 19050 h 328613"/>
                <a:gd name="connsiteX62" fmla="*/ 79376 w 331788"/>
                <a:gd name="connsiteY62" fmla="*/ 58738 h 328613"/>
                <a:gd name="connsiteX63" fmla="*/ 39688 w 331788"/>
                <a:gd name="connsiteY63" fmla="*/ 98426 h 328613"/>
                <a:gd name="connsiteX64" fmla="*/ 0 w 331788"/>
                <a:gd name="connsiteY64" fmla="*/ 58738 h 328613"/>
                <a:gd name="connsiteX65" fmla="*/ 39688 w 331788"/>
                <a:gd name="connsiteY65" fmla="*/ 19050 h 328613"/>
                <a:gd name="connsiteX66" fmla="*/ 165894 w 331788"/>
                <a:gd name="connsiteY66" fmla="*/ 0 h 328613"/>
                <a:gd name="connsiteX67" fmla="*/ 204788 w 331788"/>
                <a:gd name="connsiteY67" fmla="*/ 39688 h 328613"/>
                <a:gd name="connsiteX68" fmla="*/ 165894 w 331788"/>
                <a:gd name="connsiteY68" fmla="*/ 79376 h 328613"/>
                <a:gd name="connsiteX69" fmla="*/ 127000 w 331788"/>
                <a:gd name="connsiteY69" fmla="*/ 39688 h 328613"/>
                <a:gd name="connsiteX70" fmla="*/ 165894 w 331788"/>
                <a:gd name="connsiteY70"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31788" h="328613">
                  <a:moveTo>
                    <a:pt x="292147" y="109538"/>
                  </a:moveTo>
                  <a:cubicBezTo>
                    <a:pt x="311524" y="109538"/>
                    <a:pt x="327025" y="126291"/>
                    <a:pt x="327025" y="145621"/>
                  </a:cubicBezTo>
                  <a:cubicBezTo>
                    <a:pt x="327025" y="145621"/>
                    <a:pt x="327025" y="145621"/>
                    <a:pt x="327025" y="229385"/>
                  </a:cubicBezTo>
                  <a:cubicBezTo>
                    <a:pt x="327025" y="248715"/>
                    <a:pt x="311524" y="264179"/>
                    <a:pt x="293438" y="264179"/>
                  </a:cubicBezTo>
                  <a:cubicBezTo>
                    <a:pt x="293438" y="264179"/>
                    <a:pt x="293438" y="264179"/>
                    <a:pt x="252101" y="264179"/>
                  </a:cubicBezTo>
                  <a:cubicBezTo>
                    <a:pt x="252101" y="264179"/>
                    <a:pt x="252101" y="264179"/>
                    <a:pt x="252101" y="319593"/>
                  </a:cubicBezTo>
                  <a:cubicBezTo>
                    <a:pt x="252101" y="324747"/>
                    <a:pt x="248226" y="328613"/>
                    <a:pt x="243059" y="328613"/>
                  </a:cubicBezTo>
                  <a:cubicBezTo>
                    <a:pt x="243059" y="328613"/>
                    <a:pt x="243059" y="328613"/>
                    <a:pt x="205596" y="328613"/>
                  </a:cubicBezTo>
                  <a:cubicBezTo>
                    <a:pt x="199138" y="328613"/>
                    <a:pt x="195262" y="324747"/>
                    <a:pt x="195262" y="319593"/>
                  </a:cubicBezTo>
                  <a:cubicBezTo>
                    <a:pt x="195262" y="319593"/>
                    <a:pt x="195262" y="319593"/>
                    <a:pt x="195262" y="235829"/>
                  </a:cubicBezTo>
                  <a:cubicBezTo>
                    <a:pt x="195262" y="220364"/>
                    <a:pt x="208180" y="207478"/>
                    <a:pt x="224973" y="207478"/>
                  </a:cubicBezTo>
                  <a:cubicBezTo>
                    <a:pt x="224973" y="207478"/>
                    <a:pt x="224973" y="207478"/>
                    <a:pt x="255976" y="207478"/>
                  </a:cubicBezTo>
                  <a:cubicBezTo>
                    <a:pt x="255976" y="207478"/>
                    <a:pt x="255976" y="207478"/>
                    <a:pt x="255976" y="145621"/>
                  </a:cubicBezTo>
                  <a:cubicBezTo>
                    <a:pt x="255976" y="126291"/>
                    <a:pt x="271478" y="109538"/>
                    <a:pt x="292147" y="109538"/>
                  </a:cubicBezTo>
                  <a:close/>
                  <a:moveTo>
                    <a:pt x="38473" y="109538"/>
                  </a:moveTo>
                  <a:cubicBezTo>
                    <a:pt x="59391" y="109538"/>
                    <a:pt x="75079" y="126291"/>
                    <a:pt x="75079" y="145621"/>
                  </a:cubicBezTo>
                  <a:cubicBezTo>
                    <a:pt x="75079" y="145621"/>
                    <a:pt x="75079" y="145621"/>
                    <a:pt x="75079" y="207478"/>
                  </a:cubicBezTo>
                  <a:cubicBezTo>
                    <a:pt x="75079" y="207478"/>
                    <a:pt x="75079" y="207478"/>
                    <a:pt x="106456" y="207478"/>
                  </a:cubicBezTo>
                  <a:cubicBezTo>
                    <a:pt x="123451" y="207478"/>
                    <a:pt x="136525" y="220364"/>
                    <a:pt x="136525" y="235829"/>
                  </a:cubicBezTo>
                  <a:cubicBezTo>
                    <a:pt x="136525" y="235829"/>
                    <a:pt x="136525" y="235829"/>
                    <a:pt x="136525" y="319593"/>
                  </a:cubicBezTo>
                  <a:cubicBezTo>
                    <a:pt x="136525" y="324747"/>
                    <a:pt x="132603" y="328613"/>
                    <a:pt x="126066" y="328613"/>
                  </a:cubicBezTo>
                  <a:cubicBezTo>
                    <a:pt x="126066" y="328613"/>
                    <a:pt x="126066" y="328613"/>
                    <a:pt x="88153" y="328613"/>
                  </a:cubicBezTo>
                  <a:cubicBezTo>
                    <a:pt x="82923" y="328613"/>
                    <a:pt x="79001" y="324747"/>
                    <a:pt x="79001" y="319593"/>
                  </a:cubicBezTo>
                  <a:cubicBezTo>
                    <a:pt x="79001" y="319593"/>
                    <a:pt x="79001" y="319593"/>
                    <a:pt x="79001" y="264179"/>
                  </a:cubicBezTo>
                  <a:cubicBezTo>
                    <a:pt x="79001" y="264179"/>
                    <a:pt x="79001" y="264179"/>
                    <a:pt x="37166" y="264179"/>
                  </a:cubicBezTo>
                  <a:cubicBezTo>
                    <a:pt x="18863" y="264179"/>
                    <a:pt x="3175" y="248715"/>
                    <a:pt x="3175" y="229385"/>
                  </a:cubicBezTo>
                  <a:cubicBezTo>
                    <a:pt x="3175" y="229385"/>
                    <a:pt x="3175" y="229385"/>
                    <a:pt x="3175" y="145621"/>
                  </a:cubicBezTo>
                  <a:cubicBezTo>
                    <a:pt x="3175" y="126291"/>
                    <a:pt x="18863" y="109538"/>
                    <a:pt x="38473" y="109538"/>
                  </a:cubicBezTo>
                  <a:close/>
                  <a:moveTo>
                    <a:pt x="160734" y="88900"/>
                  </a:moveTo>
                  <a:cubicBezTo>
                    <a:pt x="160734" y="88900"/>
                    <a:pt x="160734" y="88900"/>
                    <a:pt x="171053" y="88900"/>
                  </a:cubicBezTo>
                  <a:cubicBezTo>
                    <a:pt x="172343" y="88900"/>
                    <a:pt x="173633" y="90195"/>
                    <a:pt x="173633" y="90195"/>
                  </a:cubicBezTo>
                  <a:cubicBezTo>
                    <a:pt x="174923" y="92785"/>
                    <a:pt x="176213" y="94080"/>
                    <a:pt x="174923" y="95375"/>
                  </a:cubicBezTo>
                  <a:cubicBezTo>
                    <a:pt x="174923" y="95375"/>
                    <a:pt x="174923" y="95375"/>
                    <a:pt x="169763" y="103146"/>
                  </a:cubicBezTo>
                  <a:cubicBezTo>
                    <a:pt x="169763" y="103146"/>
                    <a:pt x="169763" y="103146"/>
                    <a:pt x="172343" y="123867"/>
                  </a:cubicBezTo>
                  <a:cubicBezTo>
                    <a:pt x="172343" y="123867"/>
                    <a:pt x="172343" y="123867"/>
                    <a:pt x="167184" y="136818"/>
                  </a:cubicBezTo>
                  <a:cubicBezTo>
                    <a:pt x="167184" y="138113"/>
                    <a:pt x="164604" y="138113"/>
                    <a:pt x="164604" y="136818"/>
                  </a:cubicBezTo>
                  <a:cubicBezTo>
                    <a:pt x="164604" y="136818"/>
                    <a:pt x="164604" y="136818"/>
                    <a:pt x="159444" y="123867"/>
                  </a:cubicBezTo>
                  <a:cubicBezTo>
                    <a:pt x="159444" y="123867"/>
                    <a:pt x="159444" y="123867"/>
                    <a:pt x="162024" y="103146"/>
                  </a:cubicBezTo>
                  <a:cubicBezTo>
                    <a:pt x="162024" y="103146"/>
                    <a:pt x="162024" y="103146"/>
                    <a:pt x="156865" y="95375"/>
                  </a:cubicBezTo>
                  <a:cubicBezTo>
                    <a:pt x="155575" y="94080"/>
                    <a:pt x="156865" y="92785"/>
                    <a:pt x="158155" y="90195"/>
                  </a:cubicBezTo>
                  <a:cubicBezTo>
                    <a:pt x="158155" y="90195"/>
                    <a:pt x="159444" y="88900"/>
                    <a:pt x="160734" y="88900"/>
                  </a:cubicBezTo>
                  <a:close/>
                  <a:moveTo>
                    <a:pt x="136182" y="88900"/>
                  </a:moveTo>
                  <a:cubicBezTo>
                    <a:pt x="137474" y="88900"/>
                    <a:pt x="138766" y="90201"/>
                    <a:pt x="138766" y="91502"/>
                  </a:cubicBezTo>
                  <a:cubicBezTo>
                    <a:pt x="138766" y="91502"/>
                    <a:pt x="138766" y="91502"/>
                    <a:pt x="165893" y="165652"/>
                  </a:cubicBezTo>
                  <a:cubicBezTo>
                    <a:pt x="165893" y="165652"/>
                    <a:pt x="165893" y="165652"/>
                    <a:pt x="193021" y="91502"/>
                  </a:cubicBezTo>
                  <a:cubicBezTo>
                    <a:pt x="193021" y="90201"/>
                    <a:pt x="195605" y="88900"/>
                    <a:pt x="196897" y="90201"/>
                  </a:cubicBezTo>
                  <a:cubicBezTo>
                    <a:pt x="196897" y="90201"/>
                    <a:pt x="196897" y="90201"/>
                    <a:pt x="208523" y="92802"/>
                  </a:cubicBezTo>
                  <a:cubicBezTo>
                    <a:pt x="222733" y="98006"/>
                    <a:pt x="231775" y="111015"/>
                    <a:pt x="231775" y="125325"/>
                  </a:cubicBezTo>
                  <a:cubicBezTo>
                    <a:pt x="231775" y="125325"/>
                    <a:pt x="231775" y="125325"/>
                    <a:pt x="231775" y="176059"/>
                  </a:cubicBezTo>
                  <a:cubicBezTo>
                    <a:pt x="231775" y="179961"/>
                    <a:pt x="229192" y="182563"/>
                    <a:pt x="226608" y="182563"/>
                  </a:cubicBezTo>
                  <a:cubicBezTo>
                    <a:pt x="226608" y="182563"/>
                    <a:pt x="226608" y="182563"/>
                    <a:pt x="105179" y="182563"/>
                  </a:cubicBezTo>
                  <a:cubicBezTo>
                    <a:pt x="102595" y="182563"/>
                    <a:pt x="100012" y="179961"/>
                    <a:pt x="100012" y="176059"/>
                  </a:cubicBezTo>
                  <a:cubicBezTo>
                    <a:pt x="100012" y="176059"/>
                    <a:pt x="100012" y="176059"/>
                    <a:pt x="100012" y="125325"/>
                  </a:cubicBezTo>
                  <a:cubicBezTo>
                    <a:pt x="100012" y="111015"/>
                    <a:pt x="109054" y="98006"/>
                    <a:pt x="123264" y="92802"/>
                  </a:cubicBezTo>
                  <a:cubicBezTo>
                    <a:pt x="123264" y="92802"/>
                    <a:pt x="123264" y="92802"/>
                    <a:pt x="134890" y="90201"/>
                  </a:cubicBezTo>
                  <a:cubicBezTo>
                    <a:pt x="134890" y="88900"/>
                    <a:pt x="134890" y="88900"/>
                    <a:pt x="136182" y="88900"/>
                  </a:cubicBezTo>
                  <a:close/>
                  <a:moveTo>
                    <a:pt x="292100" y="19050"/>
                  </a:moveTo>
                  <a:cubicBezTo>
                    <a:pt x="314019" y="19050"/>
                    <a:pt x="331788" y="36819"/>
                    <a:pt x="331788" y="58738"/>
                  </a:cubicBezTo>
                  <a:cubicBezTo>
                    <a:pt x="331788" y="80657"/>
                    <a:pt x="314019" y="98426"/>
                    <a:pt x="292100" y="98426"/>
                  </a:cubicBezTo>
                  <a:cubicBezTo>
                    <a:pt x="270181" y="98426"/>
                    <a:pt x="252412" y="80657"/>
                    <a:pt x="252412" y="58738"/>
                  </a:cubicBezTo>
                  <a:cubicBezTo>
                    <a:pt x="252412" y="36819"/>
                    <a:pt x="270181" y="19050"/>
                    <a:pt x="292100" y="19050"/>
                  </a:cubicBezTo>
                  <a:close/>
                  <a:moveTo>
                    <a:pt x="39688" y="19050"/>
                  </a:moveTo>
                  <a:cubicBezTo>
                    <a:pt x="61607" y="19050"/>
                    <a:pt x="79376" y="36819"/>
                    <a:pt x="79376" y="58738"/>
                  </a:cubicBezTo>
                  <a:cubicBezTo>
                    <a:pt x="79376" y="80657"/>
                    <a:pt x="61607" y="98426"/>
                    <a:pt x="39688" y="98426"/>
                  </a:cubicBezTo>
                  <a:cubicBezTo>
                    <a:pt x="17769" y="98426"/>
                    <a:pt x="0" y="80657"/>
                    <a:pt x="0" y="58738"/>
                  </a:cubicBezTo>
                  <a:cubicBezTo>
                    <a:pt x="0" y="36819"/>
                    <a:pt x="17769" y="19050"/>
                    <a:pt x="39688" y="19050"/>
                  </a:cubicBezTo>
                  <a:close/>
                  <a:moveTo>
                    <a:pt x="165894" y="0"/>
                  </a:moveTo>
                  <a:cubicBezTo>
                    <a:pt x="187375" y="0"/>
                    <a:pt x="204788" y="17769"/>
                    <a:pt x="204788" y="39688"/>
                  </a:cubicBezTo>
                  <a:cubicBezTo>
                    <a:pt x="204788" y="61607"/>
                    <a:pt x="187375" y="79376"/>
                    <a:pt x="165894" y="79376"/>
                  </a:cubicBezTo>
                  <a:cubicBezTo>
                    <a:pt x="144413" y="79376"/>
                    <a:pt x="127000" y="61607"/>
                    <a:pt x="127000" y="39688"/>
                  </a:cubicBezTo>
                  <a:cubicBezTo>
                    <a:pt x="127000" y="17769"/>
                    <a:pt x="144413" y="0"/>
                    <a:pt x="165894"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ea typeface="字魂59号-创粗黑" panose="00000500000000000000" pitchFamily="2" charset="-122"/>
              </a:endParaRPr>
            </a:p>
          </p:txBody>
        </p:sp>
      </p:grpSp>
      <p:grpSp>
        <p:nvGrpSpPr>
          <p:cNvPr id="8" name="组合 7"/>
          <p:cNvGrpSpPr/>
          <p:nvPr>
            <p:custDataLst>
              <p:tags r:id="rId12"/>
            </p:custDataLst>
          </p:nvPr>
        </p:nvGrpSpPr>
        <p:grpSpPr>
          <a:xfrm>
            <a:off x="5271419" y="5129212"/>
            <a:ext cx="5989673" cy="1205230"/>
            <a:chOff x="5488589" y="4602162"/>
            <a:chExt cx="5989673" cy="1205230"/>
          </a:xfrm>
        </p:grpSpPr>
        <p:grpSp>
          <p:nvGrpSpPr>
            <p:cNvPr id="15" name="组合 14"/>
            <p:cNvGrpSpPr/>
            <p:nvPr/>
          </p:nvGrpSpPr>
          <p:grpSpPr>
            <a:xfrm>
              <a:off x="6113147" y="4602162"/>
              <a:ext cx="5365115" cy="1205230"/>
              <a:chOff x="5394700" y="1317507"/>
              <a:chExt cx="5365115" cy="1205230"/>
            </a:xfrm>
          </p:grpSpPr>
          <p:sp>
            <p:nvSpPr>
              <p:cNvPr id="17" name="淘宝-想搞设计PPT(倒卖必究)-17"/>
              <p:cNvSpPr txBox="1"/>
              <p:nvPr>
                <p:custDataLst>
                  <p:tags r:id="rId13"/>
                </p:custDataLst>
              </p:nvPr>
            </p:nvSpPr>
            <p:spPr>
              <a:xfrm>
                <a:off x="5394700" y="1317507"/>
                <a:ext cx="2444433" cy="521970"/>
              </a:xfrm>
              <a:prstGeom prst="rect">
                <a:avLst/>
              </a:prstGeom>
              <a:noFill/>
            </p:spPr>
            <p:txBody>
              <a:bodyPr wrap="square" rtlCol="0">
                <a:spAutoFit/>
                <a:scene3d>
                  <a:camera prst="orthographicFront"/>
                  <a:lightRig rig="threePt" dir="t"/>
                </a:scene3d>
                <a:sp3d contourW="12700"/>
              </a:bodyPr>
              <a:lstStyle>
                <a:defPPr>
                  <a:defRPr lang="zh-CN"/>
                </a:defPPr>
                <a:lvl1pPr>
                  <a:defRPr sz="1200">
                    <a:solidFill>
                      <a:schemeClr val="tx1">
                        <a:lumMod val="75000"/>
                        <a:lumOff val="25000"/>
                      </a:schemeClr>
                    </a:solidFill>
                    <a:latin typeface="EngraversGothic BT" panose="020B0507020203020204" pitchFamily="34" charset="0"/>
                  </a:defRPr>
                </a:lvl1pPr>
              </a:lstStyle>
              <a:p>
                <a:r>
                  <a:rPr lang="zh-CN" altLang="en-US" sz="2800" dirty="0">
                    <a:solidFill/>
                    <a:latin typeface="字魂59号-创粗黑" panose="00000500000000000000" pitchFamily="2" charset="-122"/>
                    <a:ea typeface="字魂59号-创粗黑" panose="00000500000000000000" pitchFamily="2" charset="-122"/>
                  </a:rPr>
                  <a:t>风险判断</a:t>
                </a:r>
                <a:endParaRPr lang="zh-CN" altLang="en-US" sz="2800" dirty="0">
                  <a:solidFill/>
                  <a:latin typeface="字魂59号-创粗黑" panose="00000500000000000000" pitchFamily="2" charset="-122"/>
                  <a:ea typeface="字魂59号-创粗黑" panose="00000500000000000000" pitchFamily="2" charset="-122"/>
                </a:endParaRPr>
              </a:p>
            </p:txBody>
          </p:sp>
          <p:sp>
            <p:nvSpPr>
              <p:cNvPr id="18" name="淘宝-想搞设计PPT(倒卖必究)-18"/>
              <p:cNvSpPr txBox="1"/>
              <p:nvPr>
                <p:custDataLst>
                  <p:tags r:id="rId14"/>
                </p:custDataLst>
              </p:nvPr>
            </p:nvSpPr>
            <p:spPr>
              <a:xfrm>
                <a:off x="5394700" y="1767087"/>
                <a:ext cx="5365115" cy="755650"/>
              </a:xfrm>
              <a:prstGeom prst="rect">
                <a:avLst/>
              </a:prstGeom>
              <a:noFill/>
            </p:spPr>
            <p:txBody>
              <a:bodyPr wrap="square" rtlCol="0">
                <a:spAutoFit/>
                <a:scene3d>
                  <a:camera prst="orthographicFront"/>
                  <a:lightRig rig="threePt" dir="t"/>
                </a:scene3d>
                <a:sp3d contourW="12700"/>
              </a:bodyPr>
              <a:lstStyle/>
              <a:p>
                <a:pPr>
                  <a:lnSpc>
                    <a:spcPct val="120000"/>
                  </a:lnSpc>
                </a:pPr>
                <a:r>
                  <a:rPr lang="zh-CN" altLang="en-US" dirty="0">
                    <a:solidFill>
                      <a:schemeClr val="tx1"/>
                    </a:solidFill>
                    <a:ea typeface="字魂59号-创粗黑" panose="00000500000000000000" pitchFamily="2" charset="-122"/>
                  </a:rPr>
                  <a:t>仅比较面积或几何相交容易低估廊道邻近开发造成的边缘效应与缓冲空间压缩。</a:t>
                </a:r>
                <a:endParaRPr lang="zh-CN" altLang="en-US" dirty="0">
                  <a:solidFill>
                    <a:schemeClr val="tx1"/>
                  </a:solidFill>
                  <a:ea typeface="字魂59号-创粗黑" panose="00000500000000000000" pitchFamily="2" charset="-122"/>
                </a:endParaRPr>
              </a:p>
            </p:txBody>
          </p:sp>
        </p:grpSp>
        <p:sp>
          <p:nvSpPr>
            <p:cNvPr id="16" name="淘宝-想搞设计PPT(倒卖必究)-16"/>
            <p:cNvSpPr/>
            <p:nvPr>
              <p:custDataLst>
                <p:tags r:id="rId15"/>
              </p:custDataLst>
            </p:nvPr>
          </p:nvSpPr>
          <p:spPr>
            <a:xfrm>
              <a:off x="5488589" y="4736532"/>
              <a:ext cx="537474" cy="537474"/>
            </a:xfrm>
            <a:prstGeom prst="ellipse">
              <a:avLst/>
            </a:prstGeom>
            <a:solidFill>
              <a:srgbClr val="065E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字魂59号-创粗黑" panose="00000500000000000000" pitchFamily="2" charset="-122"/>
              </a:endParaRPr>
            </a:p>
          </p:txBody>
        </p:sp>
        <p:sp>
          <p:nvSpPr>
            <p:cNvPr id="40" name="淘宝-想搞设计PPT(倒卖必究)-40"/>
            <p:cNvSpPr/>
            <p:nvPr>
              <p:custDataLst>
                <p:tags r:id="rId16"/>
              </p:custDataLst>
            </p:nvPr>
          </p:nvSpPr>
          <p:spPr>
            <a:xfrm>
              <a:off x="5621420" y="4870579"/>
              <a:ext cx="271812" cy="263386"/>
            </a:xfrm>
            <a:custGeom>
              <a:avLst/>
              <a:gdLst>
                <a:gd name="connsiteX0" fmla="*/ 58918 w 323554"/>
                <a:gd name="connsiteY0" fmla="*/ 189699 h 313525"/>
                <a:gd name="connsiteX1" fmla="*/ 101421 w 323554"/>
                <a:gd name="connsiteY1" fmla="*/ 189699 h 313525"/>
                <a:gd name="connsiteX2" fmla="*/ 103997 w 323554"/>
                <a:gd name="connsiteY2" fmla="*/ 189699 h 313525"/>
                <a:gd name="connsiteX3" fmla="*/ 114301 w 323554"/>
                <a:gd name="connsiteY3" fmla="*/ 201731 h 313525"/>
                <a:gd name="connsiteX4" fmla="*/ 113013 w 323554"/>
                <a:gd name="connsiteY4" fmla="*/ 205741 h 313525"/>
                <a:gd name="connsiteX5" fmla="*/ 101421 w 323554"/>
                <a:gd name="connsiteY5" fmla="*/ 215099 h 313525"/>
                <a:gd name="connsiteX6" fmla="*/ 58918 w 323554"/>
                <a:gd name="connsiteY6" fmla="*/ 215099 h 313525"/>
                <a:gd name="connsiteX7" fmla="*/ 46038 w 323554"/>
                <a:gd name="connsiteY7" fmla="*/ 201731 h 313525"/>
                <a:gd name="connsiteX8" fmla="*/ 58918 w 323554"/>
                <a:gd name="connsiteY8" fmla="*/ 189699 h 313525"/>
                <a:gd name="connsiteX9" fmla="*/ 149225 w 323554"/>
                <a:gd name="connsiteY9" fmla="*/ 165887 h 313525"/>
                <a:gd name="connsiteX10" fmla="*/ 142875 w 323554"/>
                <a:gd name="connsiteY10" fmla="*/ 186525 h 313525"/>
                <a:gd name="connsiteX11" fmla="*/ 153988 w 323554"/>
                <a:gd name="connsiteY11" fmla="*/ 196050 h 313525"/>
                <a:gd name="connsiteX12" fmla="*/ 173038 w 323554"/>
                <a:gd name="connsiteY12" fmla="*/ 188112 h 313525"/>
                <a:gd name="connsiteX13" fmla="*/ 145188 w 323554"/>
                <a:gd name="connsiteY13" fmla="*/ 151599 h 313525"/>
                <a:gd name="connsiteX14" fmla="*/ 187326 w 323554"/>
                <a:gd name="connsiteY14" fmla="*/ 190104 h 313525"/>
                <a:gd name="connsiteX15" fmla="*/ 138803 w 323554"/>
                <a:gd name="connsiteY15" fmla="*/ 210640 h 313525"/>
                <a:gd name="connsiteX16" fmla="*/ 131142 w 323554"/>
                <a:gd name="connsiteY16" fmla="*/ 210640 h 313525"/>
                <a:gd name="connsiteX17" fmla="*/ 129865 w 323554"/>
                <a:gd name="connsiteY17" fmla="*/ 202939 h 313525"/>
                <a:gd name="connsiteX18" fmla="*/ 145188 w 323554"/>
                <a:gd name="connsiteY18" fmla="*/ 151599 h 313525"/>
                <a:gd name="connsiteX19" fmla="*/ 58982 w 323554"/>
                <a:gd name="connsiteY19" fmla="*/ 146837 h 313525"/>
                <a:gd name="connsiteX20" fmla="*/ 130176 w 323554"/>
                <a:gd name="connsiteY20" fmla="*/ 146837 h 313525"/>
                <a:gd name="connsiteX21" fmla="*/ 130176 w 323554"/>
                <a:gd name="connsiteY21" fmla="*/ 148186 h 313525"/>
                <a:gd name="connsiteX22" fmla="*/ 122409 w 323554"/>
                <a:gd name="connsiteY22" fmla="*/ 173825 h 313525"/>
                <a:gd name="connsiteX23" fmla="*/ 58982 w 323554"/>
                <a:gd name="connsiteY23" fmla="*/ 173825 h 313525"/>
                <a:gd name="connsiteX24" fmla="*/ 46038 w 323554"/>
                <a:gd name="connsiteY24" fmla="*/ 160331 h 313525"/>
                <a:gd name="connsiteX25" fmla="*/ 58982 w 323554"/>
                <a:gd name="connsiteY25" fmla="*/ 146837 h 313525"/>
                <a:gd name="connsiteX26" fmla="*/ 59011 w 323554"/>
                <a:gd name="connsiteY26" fmla="*/ 105562 h 313525"/>
                <a:gd name="connsiteX27" fmla="*/ 166688 w 323554"/>
                <a:gd name="connsiteY27" fmla="*/ 105562 h 313525"/>
                <a:gd name="connsiteX28" fmla="*/ 144634 w 323554"/>
                <a:gd name="connsiteY28" fmla="*/ 130962 h 313525"/>
                <a:gd name="connsiteX29" fmla="*/ 59011 w 323554"/>
                <a:gd name="connsiteY29" fmla="*/ 130962 h 313525"/>
                <a:gd name="connsiteX30" fmla="*/ 46038 w 323554"/>
                <a:gd name="connsiteY30" fmla="*/ 118930 h 313525"/>
                <a:gd name="connsiteX31" fmla="*/ 59011 w 323554"/>
                <a:gd name="connsiteY31" fmla="*/ 105562 h 313525"/>
                <a:gd name="connsiteX32" fmla="*/ 226883 w 323554"/>
                <a:gd name="connsiteY32" fmla="*/ 81749 h 313525"/>
                <a:gd name="connsiteX33" fmla="*/ 224292 w 323554"/>
                <a:gd name="connsiteY33" fmla="*/ 83037 h 313525"/>
                <a:gd name="connsiteX34" fmla="*/ 171159 w 323554"/>
                <a:gd name="connsiteY34" fmla="*/ 140996 h 313525"/>
                <a:gd name="connsiteX35" fmla="*/ 172455 w 323554"/>
                <a:gd name="connsiteY35" fmla="*/ 146148 h 313525"/>
                <a:gd name="connsiteX36" fmla="*/ 175047 w 323554"/>
                <a:gd name="connsiteY36" fmla="*/ 148724 h 313525"/>
                <a:gd name="connsiteX37" fmla="*/ 177639 w 323554"/>
                <a:gd name="connsiteY37" fmla="*/ 150012 h 313525"/>
                <a:gd name="connsiteX38" fmla="*/ 180230 w 323554"/>
                <a:gd name="connsiteY38" fmla="*/ 148724 h 313525"/>
                <a:gd name="connsiteX39" fmla="*/ 232067 w 323554"/>
                <a:gd name="connsiteY39" fmla="*/ 90765 h 313525"/>
                <a:gd name="connsiteX40" fmla="*/ 232067 w 323554"/>
                <a:gd name="connsiteY40" fmla="*/ 85613 h 313525"/>
                <a:gd name="connsiteX41" fmla="*/ 229475 w 323554"/>
                <a:gd name="connsiteY41" fmla="*/ 83037 h 313525"/>
                <a:gd name="connsiteX42" fmla="*/ 226883 w 323554"/>
                <a:gd name="connsiteY42" fmla="*/ 81749 h 313525"/>
                <a:gd name="connsiteX43" fmla="*/ 247254 w 323554"/>
                <a:gd name="connsiteY43" fmla="*/ 62303 h 313525"/>
                <a:gd name="connsiteX44" fmla="*/ 242491 w 323554"/>
                <a:gd name="connsiteY44" fmla="*/ 63493 h 313525"/>
                <a:gd name="connsiteX45" fmla="*/ 237729 w 323554"/>
                <a:gd name="connsiteY45" fmla="*/ 68256 h 313525"/>
                <a:gd name="connsiteX46" fmla="*/ 236538 w 323554"/>
                <a:gd name="connsiteY46" fmla="*/ 70637 h 313525"/>
                <a:gd name="connsiteX47" fmla="*/ 237729 w 323554"/>
                <a:gd name="connsiteY47" fmla="*/ 73019 h 313525"/>
                <a:gd name="connsiteX48" fmla="*/ 240110 w 323554"/>
                <a:gd name="connsiteY48" fmla="*/ 74209 h 313525"/>
                <a:gd name="connsiteX49" fmla="*/ 242491 w 323554"/>
                <a:gd name="connsiteY49" fmla="*/ 75400 h 313525"/>
                <a:gd name="connsiteX50" fmla="*/ 244873 w 323554"/>
                <a:gd name="connsiteY50" fmla="*/ 75400 h 313525"/>
                <a:gd name="connsiteX51" fmla="*/ 244873 w 323554"/>
                <a:gd name="connsiteY51" fmla="*/ 74209 h 313525"/>
                <a:gd name="connsiteX52" fmla="*/ 249635 w 323554"/>
                <a:gd name="connsiteY52" fmla="*/ 69447 h 313525"/>
                <a:gd name="connsiteX53" fmla="*/ 249635 w 323554"/>
                <a:gd name="connsiteY53" fmla="*/ 64684 h 313525"/>
                <a:gd name="connsiteX54" fmla="*/ 247254 w 323554"/>
                <a:gd name="connsiteY54" fmla="*/ 62303 h 313525"/>
                <a:gd name="connsiteX55" fmla="*/ 24647 w 323554"/>
                <a:gd name="connsiteY55" fmla="*/ 48412 h 313525"/>
                <a:gd name="connsiteX56" fmla="*/ 201069 w 323554"/>
                <a:gd name="connsiteY56" fmla="*/ 48412 h 313525"/>
                <a:gd name="connsiteX57" fmla="*/ 214041 w 323554"/>
                <a:gd name="connsiteY57" fmla="*/ 52292 h 313525"/>
                <a:gd name="connsiteX58" fmla="*/ 193285 w 323554"/>
                <a:gd name="connsiteY58" fmla="*/ 76863 h 313525"/>
                <a:gd name="connsiteX59" fmla="*/ 181610 w 323554"/>
                <a:gd name="connsiteY59" fmla="*/ 72983 h 313525"/>
                <a:gd name="connsiteX60" fmla="*/ 45403 w 323554"/>
                <a:gd name="connsiteY60" fmla="*/ 72983 h 313525"/>
                <a:gd name="connsiteX61" fmla="*/ 24647 w 323554"/>
                <a:gd name="connsiteY61" fmla="*/ 93675 h 313525"/>
                <a:gd name="connsiteX62" fmla="*/ 24647 w 323554"/>
                <a:gd name="connsiteY62" fmla="*/ 268262 h 313525"/>
                <a:gd name="connsiteX63" fmla="*/ 45403 w 323554"/>
                <a:gd name="connsiteY63" fmla="*/ 287660 h 313525"/>
                <a:gd name="connsiteX64" fmla="*/ 181610 w 323554"/>
                <a:gd name="connsiteY64" fmla="*/ 287660 h 313525"/>
                <a:gd name="connsiteX65" fmla="*/ 202366 w 323554"/>
                <a:gd name="connsiteY65" fmla="*/ 268262 h 313525"/>
                <a:gd name="connsiteX66" fmla="*/ 202366 w 323554"/>
                <a:gd name="connsiteY66" fmla="*/ 202307 h 313525"/>
                <a:gd name="connsiteX67" fmla="*/ 203663 w 323554"/>
                <a:gd name="connsiteY67" fmla="*/ 201014 h 313525"/>
                <a:gd name="connsiteX68" fmla="*/ 206258 w 323554"/>
                <a:gd name="connsiteY68" fmla="*/ 198427 h 313525"/>
                <a:gd name="connsiteX69" fmla="*/ 227013 w 323554"/>
                <a:gd name="connsiteY69" fmla="*/ 175149 h 313525"/>
                <a:gd name="connsiteX70" fmla="*/ 227013 w 323554"/>
                <a:gd name="connsiteY70" fmla="*/ 287660 h 313525"/>
                <a:gd name="connsiteX71" fmla="*/ 201069 w 323554"/>
                <a:gd name="connsiteY71" fmla="*/ 313525 h 313525"/>
                <a:gd name="connsiteX72" fmla="*/ 25944 w 323554"/>
                <a:gd name="connsiteY72" fmla="*/ 313525 h 313525"/>
                <a:gd name="connsiteX73" fmla="*/ 0 w 323554"/>
                <a:gd name="connsiteY73" fmla="*/ 287660 h 313525"/>
                <a:gd name="connsiteX74" fmla="*/ 0 w 323554"/>
                <a:gd name="connsiteY74" fmla="*/ 72983 h 313525"/>
                <a:gd name="connsiteX75" fmla="*/ 24647 w 323554"/>
                <a:gd name="connsiteY75" fmla="*/ 48412 h 313525"/>
                <a:gd name="connsiteX76" fmla="*/ 242888 w 323554"/>
                <a:gd name="connsiteY76" fmla="*/ 42062 h 313525"/>
                <a:gd name="connsiteX77" fmla="*/ 285751 w 323554"/>
                <a:gd name="connsiteY77" fmla="*/ 81750 h 313525"/>
                <a:gd name="connsiteX78" fmla="*/ 279401 w 323554"/>
                <a:gd name="connsiteY78" fmla="*/ 89687 h 313525"/>
                <a:gd name="connsiteX79" fmla="*/ 200026 w 323554"/>
                <a:gd name="connsiteY79" fmla="*/ 178587 h 313525"/>
                <a:gd name="connsiteX80" fmla="*/ 193676 w 323554"/>
                <a:gd name="connsiteY80" fmla="*/ 184937 h 313525"/>
                <a:gd name="connsiteX81" fmla="*/ 150813 w 323554"/>
                <a:gd name="connsiteY81" fmla="*/ 146837 h 313525"/>
                <a:gd name="connsiteX82" fmla="*/ 155576 w 323554"/>
                <a:gd name="connsiteY82" fmla="*/ 138899 h 313525"/>
                <a:gd name="connsiteX83" fmla="*/ 236538 w 323554"/>
                <a:gd name="connsiteY83" fmla="*/ 48412 h 313525"/>
                <a:gd name="connsiteX84" fmla="*/ 257175 w 323554"/>
                <a:gd name="connsiteY84" fmla="*/ 26187 h 313525"/>
                <a:gd name="connsiteX85" fmla="*/ 301625 w 323554"/>
                <a:gd name="connsiteY85" fmla="*/ 64287 h 313525"/>
                <a:gd name="connsiteX86" fmla="*/ 295275 w 323554"/>
                <a:gd name="connsiteY86" fmla="*/ 72225 h 313525"/>
                <a:gd name="connsiteX87" fmla="*/ 290513 w 323554"/>
                <a:gd name="connsiteY87" fmla="*/ 75400 h 313525"/>
                <a:gd name="connsiteX88" fmla="*/ 247650 w 323554"/>
                <a:gd name="connsiteY88" fmla="*/ 37300 h 313525"/>
                <a:gd name="connsiteX89" fmla="*/ 250825 w 323554"/>
                <a:gd name="connsiteY89" fmla="*/ 34125 h 313525"/>
                <a:gd name="connsiteX90" fmla="*/ 285750 w 323554"/>
                <a:gd name="connsiteY90" fmla="*/ 11899 h 313525"/>
                <a:gd name="connsiteX91" fmla="*/ 279400 w 323554"/>
                <a:gd name="connsiteY91" fmla="*/ 19837 h 313525"/>
                <a:gd name="connsiteX92" fmla="*/ 304800 w 323554"/>
                <a:gd name="connsiteY92" fmla="*/ 43649 h 313525"/>
                <a:gd name="connsiteX93" fmla="*/ 312738 w 323554"/>
                <a:gd name="connsiteY93" fmla="*/ 35712 h 313525"/>
                <a:gd name="connsiteX94" fmla="*/ 285265 w 323554"/>
                <a:gd name="connsiteY94" fmla="*/ 516 h 313525"/>
                <a:gd name="connsiteX95" fmla="*/ 294336 w 323554"/>
                <a:gd name="connsiteY95" fmla="*/ 3151 h 313525"/>
                <a:gd name="connsiteX96" fmla="*/ 318958 w 323554"/>
                <a:gd name="connsiteY96" fmla="*/ 25545 h 313525"/>
                <a:gd name="connsiteX97" fmla="*/ 320254 w 323554"/>
                <a:gd name="connsiteY97" fmla="*/ 43987 h 313525"/>
                <a:gd name="connsiteX98" fmla="*/ 305999 w 323554"/>
                <a:gd name="connsiteY98" fmla="*/ 61112 h 313525"/>
                <a:gd name="connsiteX99" fmla="*/ 261938 w 323554"/>
                <a:gd name="connsiteY99" fmla="*/ 20276 h 313525"/>
                <a:gd name="connsiteX100" fmla="*/ 276193 w 323554"/>
                <a:gd name="connsiteY100" fmla="*/ 4468 h 313525"/>
                <a:gd name="connsiteX101" fmla="*/ 285265 w 323554"/>
                <a:gd name="connsiteY101" fmla="*/ 516 h 31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23554" h="313525">
                  <a:moveTo>
                    <a:pt x="58918" y="189699"/>
                  </a:moveTo>
                  <a:cubicBezTo>
                    <a:pt x="58918" y="189699"/>
                    <a:pt x="58918" y="189699"/>
                    <a:pt x="101421" y="189699"/>
                  </a:cubicBezTo>
                  <a:cubicBezTo>
                    <a:pt x="102709" y="189699"/>
                    <a:pt x="102709" y="189699"/>
                    <a:pt x="103997" y="189699"/>
                  </a:cubicBezTo>
                  <a:cubicBezTo>
                    <a:pt x="109149" y="189699"/>
                    <a:pt x="114301" y="195046"/>
                    <a:pt x="114301" y="201731"/>
                  </a:cubicBezTo>
                  <a:cubicBezTo>
                    <a:pt x="114301" y="203067"/>
                    <a:pt x="114301" y="204404"/>
                    <a:pt x="113013" y="205741"/>
                  </a:cubicBezTo>
                  <a:cubicBezTo>
                    <a:pt x="111725" y="211088"/>
                    <a:pt x="107861" y="215099"/>
                    <a:pt x="101421" y="215099"/>
                  </a:cubicBezTo>
                  <a:cubicBezTo>
                    <a:pt x="101421" y="215099"/>
                    <a:pt x="101421" y="215099"/>
                    <a:pt x="58918" y="215099"/>
                  </a:cubicBezTo>
                  <a:cubicBezTo>
                    <a:pt x="51190" y="215099"/>
                    <a:pt x="46038" y="209752"/>
                    <a:pt x="46038" y="201731"/>
                  </a:cubicBezTo>
                  <a:cubicBezTo>
                    <a:pt x="46038" y="195046"/>
                    <a:pt x="51190" y="189699"/>
                    <a:pt x="58918" y="189699"/>
                  </a:cubicBezTo>
                  <a:close/>
                  <a:moveTo>
                    <a:pt x="149225" y="165887"/>
                  </a:moveTo>
                  <a:lnTo>
                    <a:pt x="142875" y="186525"/>
                  </a:lnTo>
                  <a:lnTo>
                    <a:pt x="153988" y="196050"/>
                  </a:lnTo>
                  <a:lnTo>
                    <a:pt x="173038" y="188112"/>
                  </a:lnTo>
                  <a:close/>
                  <a:moveTo>
                    <a:pt x="145188" y="151599"/>
                  </a:moveTo>
                  <a:cubicBezTo>
                    <a:pt x="145188" y="151599"/>
                    <a:pt x="145188" y="151599"/>
                    <a:pt x="187326" y="190104"/>
                  </a:cubicBezTo>
                  <a:cubicBezTo>
                    <a:pt x="187326" y="190104"/>
                    <a:pt x="187326" y="190104"/>
                    <a:pt x="138803" y="210640"/>
                  </a:cubicBezTo>
                  <a:cubicBezTo>
                    <a:pt x="136249" y="211924"/>
                    <a:pt x="133696" y="211924"/>
                    <a:pt x="131142" y="210640"/>
                  </a:cubicBezTo>
                  <a:cubicBezTo>
                    <a:pt x="129865" y="208073"/>
                    <a:pt x="128588" y="205506"/>
                    <a:pt x="129865" y="202939"/>
                  </a:cubicBezTo>
                  <a:cubicBezTo>
                    <a:pt x="129865" y="202939"/>
                    <a:pt x="129865" y="202939"/>
                    <a:pt x="145188" y="151599"/>
                  </a:cubicBezTo>
                  <a:close/>
                  <a:moveTo>
                    <a:pt x="58982" y="146837"/>
                  </a:moveTo>
                  <a:cubicBezTo>
                    <a:pt x="58982" y="146837"/>
                    <a:pt x="58982" y="146837"/>
                    <a:pt x="130176" y="146837"/>
                  </a:cubicBezTo>
                  <a:cubicBezTo>
                    <a:pt x="130176" y="148186"/>
                    <a:pt x="130176" y="148186"/>
                    <a:pt x="130176" y="148186"/>
                  </a:cubicBezTo>
                  <a:lnTo>
                    <a:pt x="122409" y="173825"/>
                  </a:lnTo>
                  <a:cubicBezTo>
                    <a:pt x="122409" y="173825"/>
                    <a:pt x="122409" y="173825"/>
                    <a:pt x="58982" y="173825"/>
                  </a:cubicBezTo>
                  <a:cubicBezTo>
                    <a:pt x="51216" y="173825"/>
                    <a:pt x="46038" y="167078"/>
                    <a:pt x="46038" y="160331"/>
                  </a:cubicBezTo>
                  <a:cubicBezTo>
                    <a:pt x="46038" y="153584"/>
                    <a:pt x="51216" y="146837"/>
                    <a:pt x="58982" y="146837"/>
                  </a:cubicBezTo>
                  <a:close/>
                  <a:moveTo>
                    <a:pt x="59011" y="105562"/>
                  </a:moveTo>
                  <a:lnTo>
                    <a:pt x="166688" y="105562"/>
                  </a:lnTo>
                  <a:cubicBezTo>
                    <a:pt x="166688" y="105562"/>
                    <a:pt x="166688" y="105562"/>
                    <a:pt x="144634" y="130962"/>
                  </a:cubicBezTo>
                  <a:cubicBezTo>
                    <a:pt x="144634" y="130962"/>
                    <a:pt x="144634" y="130962"/>
                    <a:pt x="59011" y="130962"/>
                  </a:cubicBezTo>
                  <a:cubicBezTo>
                    <a:pt x="51227" y="130962"/>
                    <a:pt x="46038" y="125615"/>
                    <a:pt x="46038" y="118930"/>
                  </a:cubicBezTo>
                  <a:cubicBezTo>
                    <a:pt x="46038" y="110909"/>
                    <a:pt x="51227" y="105562"/>
                    <a:pt x="59011" y="105562"/>
                  </a:cubicBezTo>
                  <a:close/>
                  <a:moveTo>
                    <a:pt x="226883" y="81749"/>
                  </a:moveTo>
                  <a:cubicBezTo>
                    <a:pt x="225587" y="81749"/>
                    <a:pt x="224292" y="83037"/>
                    <a:pt x="224292" y="83037"/>
                  </a:cubicBezTo>
                  <a:cubicBezTo>
                    <a:pt x="224292" y="83037"/>
                    <a:pt x="224292" y="83037"/>
                    <a:pt x="171159" y="140996"/>
                  </a:cubicBezTo>
                  <a:cubicBezTo>
                    <a:pt x="169863" y="142284"/>
                    <a:pt x="169863" y="144860"/>
                    <a:pt x="172455" y="146148"/>
                  </a:cubicBezTo>
                  <a:cubicBezTo>
                    <a:pt x="172455" y="146148"/>
                    <a:pt x="172455" y="146148"/>
                    <a:pt x="175047" y="148724"/>
                  </a:cubicBezTo>
                  <a:cubicBezTo>
                    <a:pt x="175047" y="148724"/>
                    <a:pt x="176343" y="150012"/>
                    <a:pt x="177639" y="150012"/>
                  </a:cubicBezTo>
                  <a:cubicBezTo>
                    <a:pt x="177639" y="150012"/>
                    <a:pt x="178934" y="148724"/>
                    <a:pt x="180230" y="148724"/>
                  </a:cubicBezTo>
                  <a:cubicBezTo>
                    <a:pt x="180230" y="148724"/>
                    <a:pt x="180230" y="148724"/>
                    <a:pt x="232067" y="90765"/>
                  </a:cubicBezTo>
                  <a:cubicBezTo>
                    <a:pt x="233363" y="89477"/>
                    <a:pt x="233363" y="86901"/>
                    <a:pt x="232067" y="85613"/>
                  </a:cubicBezTo>
                  <a:cubicBezTo>
                    <a:pt x="232067" y="85613"/>
                    <a:pt x="232067" y="85613"/>
                    <a:pt x="229475" y="83037"/>
                  </a:cubicBezTo>
                  <a:cubicBezTo>
                    <a:pt x="228179" y="81749"/>
                    <a:pt x="226883" y="81749"/>
                    <a:pt x="226883" y="81749"/>
                  </a:cubicBezTo>
                  <a:close/>
                  <a:moveTo>
                    <a:pt x="247254" y="62303"/>
                  </a:moveTo>
                  <a:cubicBezTo>
                    <a:pt x="244873" y="61112"/>
                    <a:pt x="243682" y="62303"/>
                    <a:pt x="242491" y="63493"/>
                  </a:cubicBezTo>
                  <a:cubicBezTo>
                    <a:pt x="242491" y="63493"/>
                    <a:pt x="242491" y="63493"/>
                    <a:pt x="237729" y="68256"/>
                  </a:cubicBezTo>
                  <a:cubicBezTo>
                    <a:pt x="237729" y="68256"/>
                    <a:pt x="236538" y="69447"/>
                    <a:pt x="236538" y="70637"/>
                  </a:cubicBezTo>
                  <a:cubicBezTo>
                    <a:pt x="236538" y="70637"/>
                    <a:pt x="237729" y="71828"/>
                    <a:pt x="237729" y="73019"/>
                  </a:cubicBezTo>
                  <a:cubicBezTo>
                    <a:pt x="237729" y="73019"/>
                    <a:pt x="237729" y="73019"/>
                    <a:pt x="240110" y="74209"/>
                  </a:cubicBezTo>
                  <a:cubicBezTo>
                    <a:pt x="241301" y="75400"/>
                    <a:pt x="242491" y="75400"/>
                    <a:pt x="242491" y="75400"/>
                  </a:cubicBezTo>
                  <a:cubicBezTo>
                    <a:pt x="243682" y="75400"/>
                    <a:pt x="243682" y="75400"/>
                    <a:pt x="244873" y="75400"/>
                  </a:cubicBezTo>
                  <a:cubicBezTo>
                    <a:pt x="244873" y="74209"/>
                    <a:pt x="244873" y="74209"/>
                    <a:pt x="244873" y="74209"/>
                  </a:cubicBezTo>
                  <a:cubicBezTo>
                    <a:pt x="244873" y="74209"/>
                    <a:pt x="244873" y="74209"/>
                    <a:pt x="249635" y="69447"/>
                  </a:cubicBezTo>
                  <a:cubicBezTo>
                    <a:pt x="250826" y="68256"/>
                    <a:pt x="250826" y="65875"/>
                    <a:pt x="249635" y="64684"/>
                  </a:cubicBezTo>
                  <a:cubicBezTo>
                    <a:pt x="249635" y="64684"/>
                    <a:pt x="249635" y="64684"/>
                    <a:pt x="247254" y="62303"/>
                  </a:cubicBezTo>
                  <a:close/>
                  <a:moveTo>
                    <a:pt x="24647" y="48412"/>
                  </a:moveTo>
                  <a:cubicBezTo>
                    <a:pt x="24647" y="48412"/>
                    <a:pt x="24647" y="48412"/>
                    <a:pt x="201069" y="48412"/>
                  </a:cubicBezTo>
                  <a:cubicBezTo>
                    <a:pt x="206258" y="48412"/>
                    <a:pt x="210149" y="49705"/>
                    <a:pt x="214041" y="52292"/>
                  </a:cubicBezTo>
                  <a:cubicBezTo>
                    <a:pt x="214041" y="52292"/>
                    <a:pt x="214041" y="52292"/>
                    <a:pt x="193285" y="76863"/>
                  </a:cubicBezTo>
                  <a:cubicBezTo>
                    <a:pt x="189394" y="74277"/>
                    <a:pt x="185502" y="72983"/>
                    <a:pt x="181610" y="72983"/>
                  </a:cubicBezTo>
                  <a:cubicBezTo>
                    <a:pt x="181610" y="72983"/>
                    <a:pt x="181610" y="72983"/>
                    <a:pt x="45403" y="72983"/>
                  </a:cubicBezTo>
                  <a:cubicBezTo>
                    <a:pt x="33728" y="72983"/>
                    <a:pt x="24647" y="82036"/>
                    <a:pt x="24647" y="93675"/>
                  </a:cubicBezTo>
                  <a:cubicBezTo>
                    <a:pt x="24647" y="93675"/>
                    <a:pt x="24647" y="93675"/>
                    <a:pt x="24647" y="268262"/>
                  </a:cubicBezTo>
                  <a:cubicBezTo>
                    <a:pt x="24647" y="278608"/>
                    <a:pt x="33728" y="287660"/>
                    <a:pt x="45403" y="287660"/>
                  </a:cubicBezTo>
                  <a:cubicBezTo>
                    <a:pt x="45403" y="287660"/>
                    <a:pt x="45403" y="287660"/>
                    <a:pt x="181610" y="287660"/>
                  </a:cubicBezTo>
                  <a:cubicBezTo>
                    <a:pt x="193285" y="287660"/>
                    <a:pt x="202366" y="278608"/>
                    <a:pt x="202366" y="268262"/>
                  </a:cubicBezTo>
                  <a:cubicBezTo>
                    <a:pt x="202366" y="268262"/>
                    <a:pt x="202366" y="268262"/>
                    <a:pt x="202366" y="202307"/>
                  </a:cubicBezTo>
                  <a:cubicBezTo>
                    <a:pt x="202366" y="202307"/>
                    <a:pt x="202366" y="201014"/>
                    <a:pt x="203663" y="201014"/>
                  </a:cubicBezTo>
                  <a:cubicBezTo>
                    <a:pt x="203663" y="199720"/>
                    <a:pt x="204960" y="199720"/>
                    <a:pt x="206258" y="198427"/>
                  </a:cubicBezTo>
                  <a:cubicBezTo>
                    <a:pt x="206258" y="198427"/>
                    <a:pt x="206258" y="198427"/>
                    <a:pt x="227013" y="175149"/>
                  </a:cubicBezTo>
                  <a:cubicBezTo>
                    <a:pt x="227013" y="175149"/>
                    <a:pt x="227013" y="175149"/>
                    <a:pt x="227013" y="287660"/>
                  </a:cubicBezTo>
                  <a:cubicBezTo>
                    <a:pt x="227013" y="301886"/>
                    <a:pt x="215338" y="313525"/>
                    <a:pt x="201069" y="313525"/>
                  </a:cubicBezTo>
                  <a:cubicBezTo>
                    <a:pt x="201069" y="313525"/>
                    <a:pt x="201069" y="313525"/>
                    <a:pt x="25944" y="313525"/>
                  </a:cubicBezTo>
                  <a:cubicBezTo>
                    <a:pt x="11675" y="313525"/>
                    <a:pt x="0" y="301886"/>
                    <a:pt x="0" y="287660"/>
                  </a:cubicBezTo>
                  <a:cubicBezTo>
                    <a:pt x="0" y="287660"/>
                    <a:pt x="0" y="287660"/>
                    <a:pt x="0" y="72983"/>
                  </a:cubicBezTo>
                  <a:cubicBezTo>
                    <a:pt x="0" y="60051"/>
                    <a:pt x="10378" y="48412"/>
                    <a:pt x="24647" y="48412"/>
                  </a:cubicBezTo>
                  <a:close/>
                  <a:moveTo>
                    <a:pt x="242888" y="42062"/>
                  </a:moveTo>
                  <a:lnTo>
                    <a:pt x="285751" y="81750"/>
                  </a:lnTo>
                  <a:lnTo>
                    <a:pt x="279401" y="89687"/>
                  </a:lnTo>
                  <a:lnTo>
                    <a:pt x="200026" y="178587"/>
                  </a:lnTo>
                  <a:lnTo>
                    <a:pt x="193676" y="184937"/>
                  </a:lnTo>
                  <a:lnTo>
                    <a:pt x="150813" y="146837"/>
                  </a:lnTo>
                  <a:lnTo>
                    <a:pt x="155576" y="138899"/>
                  </a:lnTo>
                  <a:lnTo>
                    <a:pt x="236538" y="48412"/>
                  </a:lnTo>
                  <a:close/>
                  <a:moveTo>
                    <a:pt x="257175" y="26187"/>
                  </a:moveTo>
                  <a:lnTo>
                    <a:pt x="301625" y="64287"/>
                  </a:lnTo>
                  <a:lnTo>
                    <a:pt x="295275" y="72225"/>
                  </a:lnTo>
                  <a:lnTo>
                    <a:pt x="290513" y="75400"/>
                  </a:lnTo>
                  <a:lnTo>
                    <a:pt x="247650" y="37300"/>
                  </a:lnTo>
                  <a:lnTo>
                    <a:pt x="250825" y="34125"/>
                  </a:lnTo>
                  <a:close/>
                  <a:moveTo>
                    <a:pt x="285750" y="11899"/>
                  </a:moveTo>
                  <a:lnTo>
                    <a:pt x="279400" y="19837"/>
                  </a:lnTo>
                  <a:lnTo>
                    <a:pt x="304800" y="43649"/>
                  </a:lnTo>
                  <a:lnTo>
                    <a:pt x="312738" y="35712"/>
                  </a:lnTo>
                  <a:close/>
                  <a:moveTo>
                    <a:pt x="285265" y="516"/>
                  </a:moveTo>
                  <a:cubicBezTo>
                    <a:pt x="289152" y="-801"/>
                    <a:pt x="291744" y="516"/>
                    <a:pt x="294336" y="3151"/>
                  </a:cubicBezTo>
                  <a:cubicBezTo>
                    <a:pt x="294336" y="3151"/>
                    <a:pt x="294336" y="3151"/>
                    <a:pt x="318958" y="25545"/>
                  </a:cubicBezTo>
                  <a:cubicBezTo>
                    <a:pt x="324142" y="30814"/>
                    <a:pt x="325438" y="38718"/>
                    <a:pt x="320254" y="43987"/>
                  </a:cubicBezTo>
                  <a:cubicBezTo>
                    <a:pt x="320254" y="43987"/>
                    <a:pt x="320254" y="43987"/>
                    <a:pt x="305999" y="61112"/>
                  </a:cubicBezTo>
                  <a:cubicBezTo>
                    <a:pt x="305999" y="61112"/>
                    <a:pt x="305999" y="61112"/>
                    <a:pt x="261938" y="20276"/>
                  </a:cubicBezTo>
                  <a:cubicBezTo>
                    <a:pt x="261938" y="20276"/>
                    <a:pt x="261938" y="20276"/>
                    <a:pt x="276193" y="4468"/>
                  </a:cubicBezTo>
                  <a:cubicBezTo>
                    <a:pt x="278785" y="1834"/>
                    <a:pt x="281377" y="516"/>
                    <a:pt x="285265" y="516"/>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dirty="0">
                <a:ea typeface="字魂59号-创粗黑" panose="00000500000000000000" pitchFamily="2" charset="-122"/>
              </a:endParaRPr>
            </a:p>
          </p:txBody>
        </p:sp>
      </p:grpSp>
      <p:sp>
        <p:nvSpPr>
          <p:cNvPr id="23" name="淘宝-想搞设计PPT(倒卖必究)-23"/>
          <p:cNvSpPr txBox="1"/>
          <p:nvPr/>
        </p:nvSpPr>
        <p:spPr>
          <a:xfrm>
            <a:off x="3769360" y="333375"/>
            <a:ext cx="4674235" cy="553720"/>
          </a:xfrm>
          <a:prstGeom prst="rect">
            <a:avLst/>
          </a:prstGeom>
          <a:noFill/>
        </p:spPr>
        <p:txBody>
          <a:bodyPr wrap="square" rtlCol="0">
            <a:no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为什么研究中原城市群？
——研究背景</a:t>
            </a:r>
            <a:endPar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endParaRPr>
          </a:p>
        </p:txBody>
      </p:sp>
      <p:grpSp>
        <p:nvGrpSpPr>
          <p:cNvPr id="27" name="组合 26"/>
          <p:cNvGrpSpPr/>
          <p:nvPr/>
        </p:nvGrpSpPr>
        <p:grpSpPr>
          <a:xfrm>
            <a:off x="-1345274" y="-788979"/>
            <a:ext cx="14733028" cy="8629318"/>
            <a:chOff x="-1345274" y="-788979"/>
            <a:chExt cx="14733028" cy="8629318"/>
          </a:xfrm>
        </p:grpSpPr>
        <p:sp>
          <p:nvSpPr>
            <p:cNvPr id="28" name="淘宝-想搞设计PPT(倒卖必究)-28"/>
            <p:cNvSpPr/>
            <p:nvPr/>
          </p:nvSpPr>
          <p:spPr>
            <a:xfrm rot="2329959">
              <a:off x="10691148" y="5333761"/>
              <a:ext cx="2696606" cy="2506578"/>
            </a:xfrm>
            <a:custGeom>
              <a:avLst/>
              <a:gdLst>
                <a:gd name="connsiteX0" fmla="*/ 820615 w 2461845"/>
                <a:gd name="connsiteY0" fmla="*/ 0 h 2396685"/>
                <a:gd name="connsiteX1" fmla="*/ 1400878 w 2461845"/>
                <a:gd name="connsiteY1" fmla="*/ 240353 h 2396685"/>
                <a:gd name="connsiteX2" fmla="*/ 1418212 w 2461845"/>
                <a:gd name="connsiteY2" fmla="*/ 261362 h 2396685"/>
                <a:gd name="connsiteX3" fmla="*/ 1475848 w 2461845"/>
                <a:gd name="connsiteY3" fmla="*/ 246542 h 2396685"/>
                <a:gd name="connsiteX4" fmla="*/ 1641230 w 2461845"/>
                <a:gd name="connsiteY4" fmla="*/ 229870 h 2396685"/>
                <a:gd name="connsiteX5" fmla="*/ 2461845 w 2461845"/>
                <a:gd name="connsiteY5" fmla="*/ 1050485 h 2396685"/>
                <a:gd name="connsiteX6" fmla="*/ 2100044 w 2461845"/>
                <a:gd name="connsiteY6" fmla="*/ 1730952 h 2396685"/>
                <a:gd name="connsiteX7" fmla="*/ 2031973 w 2461845"/>
                <a:gd name="connsiteY7" fmla="*/ 1767900 h 2396685"/>
                <a:gd name="connsiteX8" fmla="*/ 2018552 w 2461845"/>
                <a:gd name="connsiteY8" fmla="*/ 1820096 h 2396685"/>
                <a:gd name="connsiteX9" fmla="*/ 1234830 w 2461845"/>
                <a:gd name="connsiteY9" fmla="*/ 2396685 h 2396685"/>
                <a:gd name="connsiteX10" fmla="*/ 414215 w 2461845"/>
                <a:gd name="connsiteY10" fmla="*/ 1576070 h 2396685"/>
                <a:gd name="connsiteX11" fmla="*/ 416502 w 2461845"/>
                <a:gd name="connsiteY11" fmla="*/ 1530773 h 2396685"/>
                <a:gd name="connsiteX12" fmla="*/ 361802 w 2461845"/>
                <a:gd name="connsiteY12" fmla="*/ 1501082 h 2396685"/>
                <a:gd name="connsiteX13" fmla="*/ 0 w 2461845"/>
                <a:gd name="connsiteY13" fmla="*/ 820615 h 2396685"/>
                <a:gd name="connsiteX14" fmla="*/ 820615 w 2461845"/>
                <a:gd name="connsiteY14" fmla="*/ 0 h 2396685"/>
                <a:gd name="connsiteX0-1" fmla="*/ 820615 w 2461845"/>
                <a:gd name="connsiteY0-2" fmla="*/ 0 h 2396685"/>
                <a:gd name="connsiteX1-3" fmla="*/ 1400878 w 2461845"/>
                <a:gd name="connsiteY1-4" fmla="*/ 240353 h 2396685"/>
                <a:gd name="connsiteX2-5" fmla="*/ 1418212 w 2461845"/>
                <a:gd name="connsiteY2-6" fmla="*/ 261362 h 2396685"/>
                <a:gd name="connsiteX3-7" fmla="*/ 1475848 w 2461845"/>
                <a:gd name="connsiteY3-8" fmla="*/ 246542 h 2396685"/>
                <a:gd name="connsiteX4-9" fmla="*/ 1641230 w 2461845"/>
                <a:gd name="connsiteY4-10" fmla="*/ 229870 h 2396685"/>
                <a:gd name="connsiteX5-11" fmla="*/ 2461845 w 2461845"/>
                <a:gd name="connsiteY5-12" fmla="*/ 1050485 h 2396685"/>
                <a:gd name="connsiteX6-13" fmla="*/ 2100044 w 2461845"/>
                <a:gd name="connsiteY6-14" fmla="*/ 1730952 h 2396685"/>
                <a:gd name="connsiteX7-15" fmla="*/ 2031973 w 2461845"/>
                <a:gd name="connsiteY7-16" fmla="*/ 1767900 h 2396685"/>
                <a:gd name="connsiteX8-17" fmla="*/ 2018552 w 2461845"/>
                <a:gd name="connsiteY8-18" fmla="*/ 1820096 h 2396685"/>
                <a:gd name="connsiteX9-19" fmla="*/ 1234830 w 2461845"/>
                <a:gd name="connsiteY9-20" fmla="*/ 2396685 h 2396685"/>
                <a:gd name="connsiteX10-21" fmla="*/ 414215 w 2461845"/>
                <a:gd name="connsiteY10-22" fmla="*/ 1576070 h 2396685"/>
                <a:gd name="connsiteX11-23" fmla="*/ 416502 w 2461845"/>
                <a:gd name="connsiteY11-24" fmla="*/ 1530773 h 2396685"/>
                <a:gd name="connsiteX12-25" fmla="*/ 361802 w 2461845"/>
                <a:gd name="connsiteY12-26" fmla="*/ 1501082 h 2396685"/>
                <a:gd name="connsiteX13-27" fmla="*/ 0 w 2461845"/>
                <a:gd name="connsiteY13-28" fmla="*/ 820615 h 2396685"/>
                <a:gd name="connsiteX14-29" fmla="*/ 820615 w 2461845"/>
                <a:gd name="connsiteY14-30" fmla="*/ 0 h 2396685"/>
                <a:gd name="connsiteX0-31" fmla="*/ 911445 w 2552675"/>
                <a:gd name="connsiteY0-32" fmla="*/ 0 h 2396685"/>
                <a:gd name="connsiteX1-33" fmla="*/ 1491708 w 2552675"/>
                <a:gd name="connsiteY1-34" fmla="*/ 240353 h 2396685"/>
                <a:gd name="connsiteX2-35" fmla="*/ 1509042 w 2552675"/>
                <a:gd name="connsiteY2-36" fmla="*/ 261362 h 2396685"/>
                <a:gd name="connsiteX3-37" fmla="*/ 1566678 w 2552675"/>
                <a:gd name="connsiteY3-38" fmla="*/ 246542 h 2396685"/>
                <a:gd name="connsiteX4-39" fmla="*/ 1732060 w 2552675"/>
                <a:gd name="connsiteY4-40" fmla="*/ 229870 h 2396685"/>
                <a:gd name="connsiteX5-41" fmla="*/ 2552675 w 2552675"/>
                <a:gd name="connsiteY5-42" fmla="*/ 1050485 h 2396685"/>
                <a:gd name="connsiteX6-43" fmla="*/ 2190874 w 2552675"/>
                <a:gd name="connsiteY6-44" fmla="*/ 1730952 h 2396685"/>
                <a:gd name="connsiteX7-45" fmla="*/ 2122803 w 2552675"/>
                <a:gd name="connsiteY7-46" fmla="*/ 1767900 h 2396685"/>
                <a:gd name="connsiteX8-47" fmla="*/ 2109382 w 2552675"/>
                <a:gd name="connsiteY8-48" fmla="*/ 1820096 h 2396685"/>
                <a:gd name="connsiteX9-49" fmla="*/ 1325660 w 2552675"/>
                <a:gd name="connsiteY9-50" fmla="*/ 2396685 h 2396685"/>
                <a:gd name="connsiteX10-51" fmla="*/ 505045 w 2552675"/>
                <a:gd name="connsiteY10-52" fmla="*/ 1576070 h 2396685"/>
                <a:gd name="connsiteX11-53" fmla="*/ 507332 w 2552675"/>
                <a:gd name="connsiteY11-54" fmla="*/ 1530773 h 2396685"/>
                <a:gd name="connsiteX12-55" fmla="*/ 452632 w 2552675"/>
                <a:gd name="connsiteY12-56" fmla="*/ 1501082 h 2396685"/>
                <a:gd name="connsiteX13-57" fmla="*/ 90830 w 2552675"/>
                <a:gd name="connsiteY13-58" fmla="*/ 820615 h 2396685"/>
                <a:gd name="connsiteX14-59" fmla="*/ 911445 w 2552675"/>
                <a:gd name="connsiteY14-60" fmla="*/ 0 h 2396685"/>
                <a:gd name="connsiteX0-61" fmla="*/ 911445 w 2552675"/>
                <a:gd name="connsiteY0-62" fmla="*/ 0 h 2396685"/>
                <a:gd name="connsiteX1-63" fmla="*/ 1491708 w 2552675"/>
                <a:gd name="connsiteY1-64" fmla="*/ 240353 h 2396685"/>
                <a:gd name="connsiteX2-65" fmla="*/ 1509042 w 2552675"/>
                <a:gd name="connsiteY2-66" fmla="*/ 261362 h 2396685"/>
                <a:gd name="connsiteX3-67" fmla="*/ 1566678 w 2552675"/>
                <a:gd name="connsiteY3-68" fmla="*/ 246542 h 2396685"/>
                <a:gd name="connsiteX4-69" fmla="*/ 1732060 w 2552675"/>
                <a:gd name="connsiteY4-70" fmla="*/ 229870 h 2396685"/>
                <a:gd name="connsiteX5-71" fmla="*/ 2552675 w 2552675"/>
                <a:gd name="connsiteY5-72" fmla="*/ 1050485 h 2396685"/>
                <a:gd name="connsiteX6-73" fmla="*/ 2190874 w 2552675"/>
                <a:gd name="connsiteY6-74" fmla="*/ 1730952 h 2396685"/>
                <a:gd name="connsiteX7-75" fmla="*/ 2122803 w 2552675"/>
                <a:gd name="connsiteY7-76" fmla="*/ 1767900 h 2396685"/>
                <a:gd name="connsiteX8-77" fmla="*/ 2109382 w 2552675"/>
                <a:gd name="connsiteY8-78" fmla="*/ 1820096 h 2396685"/>
                <a:gd name="connsiteX9-79" fmla="*/ 1325660 w 2552675"/>
                <a:gd name="connsiteY9-80" fmla="*/ 2396685 h 2396685"/>
                <a:gd name="connsiteX10-81" fmla="*/ 505045 w 2552675"/>
                <a:gd name="connsiteY10-82" fmla="*/ 1576070 h 2396685"/>
                <a:gd name="connsiteX11-83" fmla="*/ 507332 w 2552675"/>
                <a:gd name="connsiteY11-84" fmla="*/ 1530773 h 2396685"/>
                <a:gd name="connsiteX12-85" fmla="*/ 452632 w 2552675"/>
                <a:gd name="connsiteY12-86" fmla="*/ 1501082 h 2396685"/>
                <a:gd name="connsiteX13-87" fmla="*/ 90830 w 2552675"/>
                <a:gd name="connsiteY13-88" fmla="*/ 820615 h 2396685"/>
                <a:gd name="connsiteX14-89" fmla="*/ 911445 w 2552675"/>
                <a:gd name="connsiteY14-90" fmla="*/ 0 h 2396685"/>
                <a:gd name="connsiteX0-91" fmla="*/ 1081174 w 2722404"/>
                <a:gd name="connsiteY0-92" fmla="*/ 0 h 2396685"/>
                <a:gd name="connsiteX1-93" fmla="*/ 1661437 w 2722404"/>
                <a:gd name="connsiteY1-94" fmla="*/ 240353 h 2396685"/>
                <a:gd name="connsiteX2-95" fmla="*/ 1678771 w 2722404"/>
                <a:gd name="connsiteY2-96" fmla="*/ 261362 h 2396685"/>
                <a:gd name="connsiteX3-97" fmla="*/ 1736407 w 2722404"/>
                <a:gd name="connsiteY3-98" fmla="*/ 246542 h 2396685"/>
                <a:gd name="connsiteX4-99" fmla="*/ 1901789 w 2722404"/>
                <a:gd name="connsiteY4-100" fmla="*/ 229870 h 2396685"/>
                <a:gd name="connsiteX5-101" fmla="*/ 2722404 w 2722404"/>
                <a:gd name="connsiteY5-102" fmla="*/ 1050485 h 2396685"/>
                <a:gd name="connsiteX6-103" fmla="*/ 2360603 w 2722404"/>
                <a:gd name="connsiteY6-104" fmla="*/ 1730952 h 2396685"/>
                <a:gd name="connsiteX7-105" fmla="*/ 2292532 w 2722404"/>
                <a:gd name="connsiteY7-106" fmla="*/ 1767900 h 2396685"/>
                <a:gd name="connsiteX8-107" fmla="*/ 2279111 w 2722404"/>
                <a:gd name="connsiteY8-108" fmla="*/ 1820096 h 2396685"/>
                <a:gd name="connsiteX9-109" fmla="*/ 1495389 w 2722404"/>
                <a:gd name="connsiteY9-110" fmla="*/ 2396685 h 2396685"/>
                <a:gd name="connsiteX10-111" fmla="*/ 674774 w 2722404"/>
                <a:gd name="connsiteY10-112" fmla="*/ 1576070 h 2396685"/>
                <a:gd name="connsiteX11-113" fmla="*/ 677061 w 2722404"/>
                <a:gd name="connsiteY11-114" fmla="*/ 1530773 h 2396685"/>
                <a:gd name="connsiteX12-115" fmla="*/ 44022 w 2722404"/>
                <a:gd name="connsiteY12-116" fmla="*/ 1618313 h 2396685"/>
                <a:gd name="connsiteX13-117" fmla="*/ 260559 w 2722404"/>
                <a:gd name="connsiteY13-118" fmla="*/ 820615 h 2396685"/>
                <a:gd name="connsiteX14-119" fmla="*/ 1081174 w 2722404"/>
                <a:gd name="connsiteY14-120" fmla="*/ 0 h 2396685"/>
                <a:gd name="connsiteX0-121" fmla="*/ 1081174 w 2722404"/>
                <a:gd name="connsiteY0-122" fmla="*/ 0 h 2396685"/>
                <a:gd name="connsiteX1-123" fmla="*/ 1661437 w 2722404"/>
                <a:gd name="connsiteY1-124" fmla="*/ 240353 h 2396685"/>
                <a:gd name="connsiteX2-125" fmla="*/ 1678771 w 2722404"/>
                <a:gd name="connsiteY2-126" fmla="*/ 261362 h 2396685"/>
                <a:gd name="connsiteX3-127" fmla="*/ 1736407 w 2722404"/>
                <a:gd name="connsiteY3-128" fmla="*/ 246542 h 2396685"/>
                <a:gd name="connsiteX4-129" fmla="*/ 1901789 w 2722404"/>
                <a:gd name="connsiteY4-130" fmla="*/ 229870 h 2396685"/>
                <a:gd name="connsiteX5-131" fmla="*/ 2722404 w 2722404"/>
                <a:gd name="connsiteY5-132" fmla="*/ 1050485 h 2396685"/>
                <a:gd name="connsiteX6-133" fmla="*/ 2360603 w 2722404"/>
                <a:gd name="connsiteY6-134" fmla="*/ 1730952 h 2396685"/>
                <a:gd name="connsiteX7-135" fmla="*/ 2292532 w 2722404"/>
                <a:gd name="connsiteY7-136" fmla="*/ 1767900 h 2396685"/>
                <a:gd name="connsiteX8-137" fmla="*/ 2279111 w 2722404"/>
                <a:gd name="connsiteY8-138" fmla="*/ 1820096 h 2396685"/>
                <a:gd name="connsiteX9-139" fmla="*/ 1495389 w 2722404"/>
                <a:gd name="connsiteY9-140" fmla="*/ 2396685 h 2396685"/>
                <a:gd name="connsiteX10-141" fmla="*/ 674774 w 2722404"/>
                <a:gd name="connsiteY10-142" fmla="*/ 1576070 h 2396685"/>
                <a:gd name="connsiteX11-143" fmla="*/ 309738 w 2722404"/>
                <a:gd name="connsiteY11-144" fmla="*/ 2054404 h 2396685"/>
                <a:gd name="connsiteX12-145" fmla="*/ 44022 w 2722404"/>
                <a:gd name="connsiteY12-146" fmla="*/ 1618313 h 2396685"/>
                <a:gd name="connsiteX13-147" fmla="*/ 260559 w 2722404"/>
                <a:gd name="connsiteY13-148" fmla="*/ 820615 h 2396685"/>
                <a:gd name="connsiteX14-149" fmla="*/ 1081174 w 2722404"/>
                <a:gd name="connsiteY14-150" fmla="*/ 0 h 2396685"/>
                <a:gd name="connsiteX0-151" fmla="*/ 1081174 w 2722404"/>
                <a:gd name="connsiteY0-152" fmla="*/ 0 h 2535067"/>
                <a:gd name="connsiteX1-153" fmla="*/ 1661437 w 2722404"/>
                <a:gd name="connsiteY1-154" fmla="*/ 240353 h 2535067"/>
                <a:gd name="connsiteX2-155" fmla="*/ 1678771 w 2722404"/>
                <a:gd name="connsiteY2-156" fmla="*/ 261362 h 2535067"/>
                <a:gd name="connsiteX3-157" fmla="*/ 1736407 w 2722404"/>
                <a:gd name="connsiteY3-158" fmla="*/ 246542 h 2535067"/>
                <a:gd name="connsiteX4-159" fmla="*/ 1901789 w 2722404"/>
                <a:gd name="connsiteY4-160" fmla="*/ 229870 h 2535067"/>
                <a:gd name="connsiteX5-161" fmla="*/ 2722404 w 2722404"/>
                <a:gd name="connsiteY5-162" fmla="*/ 1050485 h 2535067"/>
                <a:gd name="connsiteX6-163" fmla="*/ 2360603 w 2722404"/>
                <a:gd name="connsiteY6-164" fmla="*/ 1730952 h 2535067"/>
                <a:gd name="connsiteX7-165" fmla="*/ 2292532 w 2722404"/>
                <a:gd name="connsiteY7-166" fmla="*/ 1767900 h 2535067"/>
                <a:gd name="connsiteX8-167" fmla="*/ 2279111 w 2722404"/>
                <a:gd name="connsiteY8-168" fmla="*/ 1820096 h 2535067"/>
                <a:gd name="connsiteX9-169" fmla="*/ 1495389 w 2722404"/>
                <a:gd name="connsiteY9-170" fmla="*/ 2396685 h 2535067"/>
                <a:gd name="connsiteX10-171" fmla="*/ 1010836 w 2722404"/>
                <a:gd name="connsiteY10-172" fmla="*/ 2271639 h 2535067"/>
                <a:gd name="connsiteX11-173" fmla="*/ 309738 w 2722404"/>
                <a:gd name="connsiteY11-174" fmla="*/ 2054404 h 2535067"/>
                <a:gd name="connsiteX12-175" fmla="*/ 44022 w 2722404"/>
                <a:gd name="connsiteY12-176" fmla="*/ 1618313 h 2535067"/>
                <a:gd name="connsiteX13-177" fmla="*/ 260559 w 2722404"/>
                <a:gd name="connsiteY13-178" fmla="*/ 820615 h 2535067"/>
                <a:gd name="connsiteX14-179" fmla="*/ 1081174 w 2722404"/>
                <a:gd name="connsiteY14-180" fmla="*/ 0 h 2535067"/>
                <a:gd name="connsiteX0-181" fmla="*/ 1081174 w 2722404"/>
                <a:gd name="connsiteY0-182" fmla="*/ 0 h 2548703"/>
                <a:gd name="connsiteX1-183" fmla="*/ 1661437 w 2722404"/>
                <a:gd name="connsiteY1-184" fmla="*/ 240353 h 2548703"/>
                <a:gd name="connsiteX2-185" fmla="*/ 1678771 w 2722404"/>
                <a:gd name="connsiteY2-186" fmla="*/ 261362 h 2548703"/>
                <a:gd name="connsiteX3-187" fmla="*/ 1736407 w 2722404"/>
                <a:gd name="connsiteY3-188" fmla="*/ 246542 h 2548703"/>
                <a:gd name="connsiteX4-189" fmla="*/ 1901789 w 2722404"/>
                <a:gd name="connsiteY4-190" fmla="*/ 229870 h 2548703"/>
                <a:gd name="connsiteX5-191" fmla="*/ 2722404 w 2722404"/>
                <a:gd name="connsiteY5-192" fmla="*/ 1050485 h 2548703"/>
                <a:gd name="connsiteX6-193" fmla="*/ 2360603 w 2722404"/>
                <a:gd name="connsiteY6-194" fmla="*/ 1730952 h 2548703"/>
                <a:gd name="connsiteX7-195" fmla="*/ 2292532 w 2722404"/>
                <a:gd name="connsiteY7-196" fmla="*/ 1767900 h 2548703"/>
                <a:gd name="connsiteX8-197" fmla="*/ 2279111 w 2722404"/>
                <a:gd name="connsiteY8-198" fmla="*/ 1820096 h 2548703"/>
                <a:gd name="connsiteX9-199" fmla="*/ 1979943 w 2722404"/>
                <a:gd name="connsiteY9-200" fmla="*/ 2427946 h 2548703"/>
                <a:gd name="connsiteX10-201" fmla="*/ 1010836 w 2722404"/>
                <a:gd name="connsiteY10-202" fmla="*/ 2271639 h 2548703"/>
                <a:gd name="connsiteX11-203" fmla="*/ 309738 w 2722404"/>
                <a:gd name="connsiteY11-204" fmla="*/ 2054404 h 2548703"/>
                <a:gd name="connsiteX12-205" fmla="*/ 44022 w 2722404"/>
                <a:gd name="connsiteY12-206" fmla="*/ 1618313 h 2548703"/>
                <a:gd name="connsiteX13-207" fmla="*/ 260559 w 2722404"/>
                <a:gd name="connsiteY13-208" fmla="*/ 820615 h 2548703"/>
                <a:gd name="connsiteX14-209" fmla="*/ 1081174 w 2722404"/>
                <a:gd name="connsiteY14-210" fmla="*/ 0 h 2548703"/>
                <a:gd name="connsiteX0-211" fmla="*/ 1081174 w 2722404"/>
                <a:gd name="connsiteY0-212" fmla="*/ 0 h 2548703"/>
                <a:gd name="connsiteX1-213" fmla="*/ 1661437 w 2722404"/>
                <a:gd name="connsiteY1-214" fmla="*/ 240353 h 2548703"/>
                <a:gd name="connsiteX2-215" fmla="*/ 1678771 w 2722404"/>
                <a:gd name="connsiteY2-216" fmla="*/ 261362 h 2548703"/>
                <a:gd name="connsiteX3-217" fmla="*/ 1736407 w 2722404"/>
                <a:gd name="connsiteY3-218" fmla="*/ 246542 h 2548703"/>
                <a:gd name="connsiteX4-219" fmla="*/ 1901789 w 2722404"/>
                <a:gd name="connsiteY4-220" fmla="*/ 229870 h 2548703"/>
                <a:gd name="connsiteX5-221" fmla="*/ 2722404 w 2722404"/>
                <a:gd name="connsiteY5-222" fmla="*/ 1050485 h 2548703"/>
                <a:gd name="connsiteX6-223" fmla="*/ 2360603 w 2722404"/>
                <a:gd name="connsiteY6-224" fmla="*/ 1730952 h 2548703"/>
                <a:gd name="connsiteX7-225" fmla="*/ 2292532 w 2722404"/>
                <a:gd name="connsiteY7-226" fmla="*/ 1767900 h 2548703"/>
                <a:gd name="connsiteX8-227" fmla="*/ 2279111 w 2722404"/>
                <a:gd name="connsiteY8-228" fmla="*/ 1820096 h 2548703"/>
                <a:gd name="connsiteX9-229" fmla="*/ 1979943 w 2722404"/>
                <a:gd name="connsiteY9-230" fmla="*/ 2427946 h 2548703"/>
                <a:gd name="connsiteX10-231" fmla="*/ 1010836 w 2722404"/>
                <a:gd name="connsiteY10-232" fmla="*/ 2271639 h 2548703"/>
                <a:gd name="connsiteX11-233" fmla="*/ 411338 w 2722404"/>
                <a:gd name="connsiteY11-234" fmla="*/ 2132557 h 2548703"/>
                <a:gd name="connsiteX12-235" fmla="*/ 44022 w 2722404"/>
                <a:gd name="connsiteY12-236" fmla="*/ 1618313 h 2548703"/>
                <a:gd name="connsiteX13-237" fmla="*/ 260559 w 2722404"/>
                <a:gd name="connsiteY13-238" fmla="*/ 820615 h 2548703"/>
                <a:gd name="connsiteX14-239" fmla="*/ 1081174 w 2722404"/>
                <a:gd name="connsiteY14-240" fmla="*/ 0 h 2548703"/>
                <a:gd name="connsiteX0-241" fmla="*/ 1081174 w 2722404"/>
                <a:gd name="connsiteY0-242" fmla="*/ 0 h 2428424"/>
                <a:gd name="connsiteX1-243" fmla="*/ 1661437 w 2722404"/>
                <a:gd name="connsiteY1-244" fmla="*/ 240353 h 2428424"/>
                <a:gd name="connsiteX2-245" fmla="*/ 1678771 w 2722404"/>
                <a:gd name="connsiteY2-246" fmla="*/ 261362 h 2428424"/>
                <a:gd name="connsiteX3-247" fmla="*/ 1736407 w 2722404"/>
                <a:gd name="connsiteY3-248" fmla="*/ 246542 h 2428424"/>
                <a:gd name="connsiteX4-249" fmla="*/ 1901789 w 2722404"/>
                <a:gd name="connsiteY4-250" fmla="*/ 229870 h 2428424"/>
                <a:gd name="connsiteX5-251" fmla="*/ 2722404 w 2722404"/>
                <a:gd name="connsiteY5-252" fmla="*/ 1050485 h 2428424"/>
                <a:gd name="connsiteX6-253" fmla="*/ 2360603 w 2722404"/>
                <a:gd name="connsiteY6-254" fmla="*/ 1730952 h 2428424"/>
                <a:gd name="connsiteX7-255" fmla="*/ 2292532 w 2722404"/>
                <a:gd name="connsiteY7-256" fmla="*/ 1767900 h 2428424"/>
                <a:gd name="connsiteX8-257" fmla="*/ 2279111 w 2722404"/>
                <a:gd name="connsiteY8-258" fmla="*/ 1820096 h 2428424"/>
                <a:gd name="connsiteX9-259" fmla="*/ 1979943 w 2722404"/>
                <a:gd name="connsiteY9-260" fmla="*/ 2427946 h 2428424"/>
                <a:gd name="connsiteX10-261" fmla="*/ 1339082 w 2722404"/>
                <a:gd name="connsiteY10-262" fmla="*/ 1873054 h 2428424"/>
                <a:gd name="connsiteX11-263" fmla="*/ 411338 w 2722404"/>
                <a:gd name="connsiteY11-264" fmla="*/ 2132557 h 2428424"/>
                <a:gd name="connsiteX12-265" fmla="*/ 44022 w 2722404"/>
                <a:gd name="connsiteY12-266" fmla="*/ 1618313 h 2428424"/>
                <a:gd name="connsiteX13-267" fmla="*/ 260559 w 2722404"/>
                <a:gd name="connsiteY13-268" fmla="*/ 820615 h 2428424"/>
                <a:gd name="connsiteX14-269" fmla="*/ 1081174 w 2722404"/>
                <a:gd name="connsiteY14-270" fmla="*/ 0 h 2428424"/>
                <a:gd name="connsiteX0-271" fmla="*/ 1081174 w 2722404"/>
                <a:gd name="connsiteY0-272" fmla="*/ 0 h 2428424"/>
                <a:gd name="connsiteX1-273" fmla="*/ 1661437 w 2722404"/>
                <a:gd name="connsiteY1-274" fmla="*/ 240353 h 2428424"/>
                <a:gd name="connsiteX2-275" fmla="*/ 1678771 w 2722404"/>
                <a:gd name="connsiteY2-276" fmla="*/ 261362 h 2428424"/>
                <a:gd name="connsiteX3-277" fmla="*/ 1736407 w 2722404"/>
                <a:gd name="connsiteY3-278" fmla="*/ 246542 h 2428424"/>
                <a:gd name="connsiteX4-279" fmla="*/ 1901789 w 2722404"/>
                <a:gd name="connsiteY4-280" fmla="*/ 229870 h 2428424"/>
                <a:gd name="connsiteX5-281" fmla="*/ 2722404 w 2722404"/>
                <a:gd name="connsiteY5-282" fmla="*/ 1050485 h 2428424"/>
                <a:gd name="connsiteX6-283" fmla="*/ 2360603 w 2722404"/>
                <a:gd name="connsiteY6-284" fmla="*/ 1730952 h 2428424"/>
                <a:gd name="connsiteX7-285" fmla="*/ 2292532 w 2722404"/>
                <a:gd name="connsiteY7-286" fmla="*/ 1767900 h 2428424"/>
                <a:gd name="connsiteX8-287" fmla="*/ 2279111 w 2722404"/>
                <a:gd name="connsiteY8-288" fmla="*/ 1820096 h 2428424"/>
                <a:gd name="connsiteX9-289" fmla="*/ 1979943 w 2722404"/>
                <a:gd name="connsiteY9-290" fmla="*/ 2427946 h 2428424"/>
                <a:gd name="connsiteX10-291" fmla="*/ 1339082 w 2722404"/>
                <a:gd name="connsiteY10-292" fmla="*/ 1873054 h 2428424"/>
                <a:gd name="connsiteX11-293" fmla="*/ 411338 w 2722404"/>
                <a:gd name="connsiteY11-294" fmla="*/ 2132557 h 2428424"/>
                <a:gd name="connsiteX12-295" fmla="*/ 44022 w 2722404"/>
                <a:gd name="connsiteY12-296" fmla="*/ 1618313 h 2428424"/>
                <a:gd name="connsiteX13-297" fmla="*/ 260559 w 2722404"/>
                <a:gd name="connsiteY13-298" fmla="*/ 820615 h 2428424"/>
                <a:gd name="connsiteX14-299" fmla="*/ 1081174 w 2722404"/>
                <a:gd name="connsiteY14-300" fmla="*/ 0 h 2428424"/>
                <a:gd name="connsiteX0-301" fmla="*/ 1055376 w 2696606"/>
                <a:gd name="connsiteY0-302" fmla="*/ 0 h 2428424"/>
                <a:gd name="connsiteX1-303" fmla="*/ 1635639 w 2696606"/>
                <a:gd name="connsiteY1-304" fmla="*/ 240353 h 2428424"/>
                <a:gd name="connsiteX2-305" fmla="*/ 1652973 w 2696606"/>
                <a:gd name="connsiteY2-306" fmla="*/ 261362 h 2428424"/>
                <a:gd name="connsiteX3-307" fmla="*/ 1710609 w 2696606"/>
                <a:gd name="connsiteY3-308" fmla="*/ 246542 h 2428424"/>
                <a:gd name="connsiteX4-309" fmla="*/ 1875991 w 2696606"/>
                <a:gd name="connsiteY4-310" fmla="*/ 229870 h 2428424"/>
                <a:gd name="connsiteX5-311" fmla="*/ 2696606 w 2696606"/>
                <a:gd name="connsiteY5-312" fmla="*/ 1050485 h 2428424"/>
                <a:gd name="connsiteX6-313" fmla="*/ 2334805 w 2696606"/>
                <a:gd name="connsiteY6-314" fmla="*/ 1730952 h 2428424"/>
                <a:gd name="connsiteX7-315" fmla="*/ 2266734 w 2696606"/>
                <a:gd name="connsiteY7-316" fmla="*/ 1767900 h 2428424"/>
                <a:gd name="connsiteX8-317" fmla="*/ 2253313 w 2696606"/>
                <a:gd name="connsiteY8-318" fmla="*/ 1820096 h 2428424"/>
                <a:gd name="connsiteX9-319" fmla="*/ 1954145 w 2696606"/>
                <a:gd name="connsiteY9-320" fmla="*/ 2427946 h 2428424"/>
                <a:gd name="connsiteX10-321" fmla="*/ 1313284 w 2696606"/>
                <a:gd name="connsiteY10-322" fmla="*/ 1873054 h 2428424"/>
                <a:gd name="connsiteX11-323" fmla="*/ 385540 w 2696606"/>
                <a:gd name="connsiteY11-324" fmla="*/ 2132557 h 2428424"/>
                <a:gd name="connsiteX12-325" fmla="*/ 18224 w 2696606"/>
                <a:gd name="connsiteY12-326" fmla="*/ 1618313 h 2428424"/>
                <a:gd name="connsiteX13-327" fmla="*/ 234761 w 2696606"/>
                <a:gd name="connsiteY13-328" fmla="*/ 820615 h 2428424"/>
                <a:gd name="connsiteX14-329" fmla="*/ 1055376 w 2696606"/>
                <a:gd name="connsiteY14-330" fmla="*/ 0 h 2428424"/>
                <a:gd name="connsiteX0-331" fmla="*/ 1055376 w 2696606"/>
                <a:gd name="connsiteY0-332" fmla="*/ 0 h 2428424"/>
                <a:gd name="connsiteX1-333" fmla="*/ 1635639 w 2696606"/>
                <a:gd name="connsiteY1-334" fmla="*/ 240353 h 2428424"/>
                <a:gd name="connsiteX2-335" fmla="*/ 1652973 w 2696606"/>
                <a:gd name="connsiteY2-336" fmla="*/ 261362 h 2428424"/>
                <a:gd name="connsiteX3-337" fmla="*/ 1710609 w 2696606"/>
                <a:gd name="connsiteY3-338" fmla="*/ 246542 h 2428424"/>
                <a:gd name="connsiteX4-339" fmla="*/ 1875991 w 2696606"/>
                <a:gd name="connsiteY4-340" fmla="*/ 229870 h 2428424"/>
                <a:gd name="connsiteX5-341" fmla="*/ 2696606 w 2696606"/>
                <a:gd name="connsiteY5-342" fmla="*/ 1050485 h 2428424"/>
                <a:gd name="connsiteX6-343" fmla="*/ 2334805 w 2696606"/>
                <a:gd name="connsiteY6-344" fmla="*/ 1730952 h 2428424"/>
                <a:gd name="connsiteX7-345" fmla="*/ 2266734 w 2696606"/>
                <a:gd name="connsiteY7-346" fmla="*/ 1767900 h 2428424"/>
                <a:gd name="connsiteX8-347" fmla="*/ 2253313 w 2696606"/>
                <a:gd name="connsiteY8-348" fmla="*/ 1820096 h 2428424"/>
                <a:gd name="connsiteX9-349" fmla="*/ 1954145 w 2696606"/>
                <a:gd name="connsiteY9-350" fmla="*/ 2427946 h 2428424"/>
                <a:gd name="connsiteX10-351" fmla="*/ 1313284 w 2696606"/>
                <a:gd name="connsiteY10-352" fmla="*/ 1873054 h 2428424"/>
                <a:gd name="connsiteX11-353" fmla="*/ 385540 w 2696606"/>
                <a:gd name="connsiteY11-354" fmla="*/ 2132557 h 2428424"/>
                <a:gd name="connsiteX12-355" fmla="*/ 18224 w 2696606"/>
                <a:gd name="connsiteY12-356" fmla="*/ 1618313 h 2428424"/>
                <a:gd name="connsiteX13-357" fmla="*/ 234761 w 2696606"/>
                <a:gd name="connsiteY13-358" fmla="*/ 820615 h 2428424"/>
                <a:gd name="connsiteX14-359" fmla="*/ 1055376 w 2696606"/>
                <a:gd name="connsiteY14-360" fmla="*/ 0 h 2428424"/>
                <a:gd name="connsiteX0-361" fmla="*/ 1055376 w 2696606"/>
                <a:gd name="connsiteY0-362" fmla="*/ 0 h 2428424"/>
                <a:gd name="connsiteX1-363" fmla="*/ 1635639 w 2696606"/>
                <a:gd name="connsiteY1-364" fmla="*/ 240353 h 2428424"/>
                <a:gd name="connsiteX2-365" fmla="*/ 1652973 w 2696606"/>
                <a:gd name="connsiteY2-366" fmla="*/ 261362 h 2428424"/>
                <a:gd name="connsiteX3-367" fmla="*/ 1710609 w 2696606"/>
                <a:gd name="connsiteY3-368" fmla="*/ 246542 h 2428424"/>
                <a:gd name="connsiteX4-369" fmla="*/ 1875991 w 2696606"/>
                <a:gd name="connsiteY4-370" fmla="*/ 229870 h 2428424"/>
                <a:gd name="connsiteX5-371" fmla="*/ 2696606 w 2696606"/>
                <a:gd name="connsiteY5-372" fmla="*/ 1050485 h 2428424"/>
                <a:gd name="connsiteX6-373" fmla="*/ 2334805 w 2696606"/>
                <a:gd name="connsiteY6-374" fmla="*/ 1730952 h 2428424"/>
                <a:gd name="connsiteX7-375" fmla="*/ 2266734 w 2696606"/>
                <a:gd name="connsiteY7-376" fmla="*/ 1767900 h 2428424"/>
                <a:gd name="connsiteX8-377" fmla="*/ 2253313 w 2696606"/>
                <a:gd name="connsiteY8-378" fmla="*/ 1820096 h 2428424"/>
                <a:gd name="connsiteX9-379" fmla="*/ 1954145 w 2696606"/>
                <a:gd name="connsiteY9-380" fmla="*/ 2427946 h 2428424"/>
                <a:gd name="connsiteX10-381" fmla="*/ 1313284 w 2696606"/>
                <a:gd name="connsiteY10-382" fmla="*/ 1873054 h 2428424"/>
                <a:gd name="connsiteX11-383" fmla="*/ 385540 w 2696606"/>
                <a:gd name="connsiteY11-384" fmla="*/ 2132557 h 2428424"/>
                <a:gd name="connsiteX12-385" fmla="*/ 18224 w 2696606"/>
                <a:gd name="connsiteY12-386" fmla="*/ 1618313 h 2428424"/>
                <a:gd name="connsiteX13-387" fmla="*/ 234761 w 2696606"/>
                <a:gd name="connsiteY13-388" fmla="*/ 820615 h 2428424"/>
                <a:gd name="connsiteX14-389" fmla="*/ 1055376 w 2696606"/>
                <a:gd name="connsiteY14-390" fmla="*/ 0 h 2428424"/>
                <a:gd name="connsiteX0-391" fmla="*/ 1055376 w 2696606"/>
                <a:gd name="connsiteY0-392" fmla="*/ 0 h 2428424"/>
                <a:gd name="connsiteX1-393" fmla="*/ 1635639 w 2696606"/>
                <a:gd name="connsiteY1-394" fmla="*/ 240353 h 2428424"/>
                <a:gd name="connsiteX2-395" fmla="*/ 1652973 w 2696606"/>
                <a:gd name="connsiteY2-396" fmla="*/ 261362 h 2428424"/>
                <a:gd name="connsiteX3-397" fmla="*/ 1710609 w 2696606"/>
                <a:gd name="connsiteY3-398" fmla="*/ 246542 h 2428424"/>
                <a:gd name="connsiteX4-399" fmla="*/ 1875991 w 2696606"/>
                <a:gd name="connsiteY4-400" fmla="*/ 229870 h 2428424"/>
                <a:gd name="connsiteX5-401" fmla="*/ 2696606 w 2696606"/>
                <a:gd name="connsiteY5-402" fmla="*/ 1050485 h 2428424"/>
                <a:gd name="connsiteX6-403" fmla="*/ 2334805 w 2696606"/>
                <a:gd name="connsiteY6-404" fmla="*/ 1730952 h 2428424"/>
                <a:gd name="connsiteX7-405" fmla="*/ 2266734 w 2696606"/>
                <a:gd name="connsiteY7-406" fmla="*/ 1767900 h 2428424"/>
                <a:gd name="connsiteX8-407" fmla="*/ 2253313 w 2696606"/>
                <a:gd name="connsiteY8-408" fmla="*/ 1820096 h 2428424"/>
                <a:gd name="connsiteX9-409" fmla="*/ 1954145 w 2696606"/>
                <a:gd name="connsiteY9-410" fmla="*/ 2427946 h 2428424"/>
                <a:gd name="connsiteX10-411" fmla="*/ 1313284 w 2696606"/>
                <a:gd name="connsiteY10-412" fmla="*/ 1873054 h 2428424"/>
                <a:gd name="connsiteX11-413" fmla="*/ 385540 w 2696606"/>
                <a:gd name="connsiteY11-414" fmla="*/ 2132557 h 2428424"/>
                <a:gd name="connsiteX12-415" fmla="*/ 18224 w 2696606"/>
                <a:gd name="connsiteY12-416" fmla="*/ 1618313 h 2428424"/>
                <a:gd name="connsiteX13-417" fmla="*/ 234761 w 2696606"/>
                <a:gd name="connsiteY13-418" fmla="*/ 820615 h 2428424"/>
                <a:gd name="connsiteX14-419" fmla="*/ 1055376 w 2696606"/>
                <a:gd name="connsiteY14-420" fmla="*/ 0 h 2428424"/>
                <a:gd name="connsiteX0-421" fmla="*/ 844361 w 2696606"/>
                <a:gd name="connsiteY0-422" fmla="*/ 0 h 2506578"/>
                <a:gd name="connsiteX1-423" fmla="*/ 1635639 w 2696606"/>
                <a:gd name="connsiteY1-424" fmla="*/ 318507 h 2506578"/>
                <a:gd name="connsiteX2-425" fmla="*/ 1652973 w 2696606"/>
                <a:gd name="connsiteY2-426" fmla="*/ 339516 h 2506578"/>
                <a:gd name="connsiteX3-427" fmla="*/ 1710609 w 2696606"/>
                <a:gd name="connsiteY3-428" fmla="*/ 324696 h 2506578"/>
                <a:gd name="connsiteX4-429" fmla="*/ 1875991 w 2696606"/>
                <a:gd name="connsiteY4-430" fmla="*/ 308024 h 2506578"/>
                <a:gd name="connsiteX5-431" fmla="*/ 2696606 w 2696606"/>
                <a:gd name="connsiteY5-432" fmla="*/ 1128639 h 2506578"/>
                <a:gd name="connsiteX6-433" fmla="*/ 2334805 w 2696606"/>
                <a:gd name="connsiteY6-434" fmla="*/ 1809106 h 2506578"/>
                <a:gd name="connsiteX7-435" fmla="*/ 2266734 w 2696606"/>
                <a:gd name="connsiteY7-436" fmla="*/ 1846054 h 2506578"/>
                <a:gd name="connsiteX8-437" fmla="*/ 2253313 w 2696606"/>
                <a:gd name="connsiteY8-438" fmla="*/ 1898250 h 2506578"/>
                <a:gd name="connsiteX9-439" fmla="*/ 1954145 w 2696606"/>
                <a:gd name="connsiteY9-440" fmla="*/ 2506100 h 2506578"/>
                <a:gd name="connsiteX10-441" fmla="*/ 1313284 w 2696606"/>
                <a:gd name="connsiteY10-442" fmla="*/ 1951208 h 2506578"/>
                <a:gd name="connsiteX11-443" fmla="*/ 385540 w 2696606"/>
                <a:gd name="connsiteY11-444" fmla="*/ 2210711 h 2506578"/>
                <a:gd name="connsiteX12-445" fmla="*/ 18224 w 2696606"/>
                <a:gd name="connsiteY12-446" fmla="*/ 1696467 h 2506578"/>
                <a:gd name="connsiteX13-447" fmla="*/ 234761 w 2696606"/>
                <a:gd name="connsiteY13-448" fmla="*/ 898769 h 2506578"/>
                <a:gd name="connsiteX14-449" fmla="*/ 844361 w 2696606"/>
                <a:gd name="connsiteY14-450" fmla="*/ 0 h 2506578"/>
                <a:gd name="connsiteX0-451" fmla="*/ 844361 w 2696606"/>
                <a:gd name="connsiteY0-452" fmla="*/ 0 h 2506578"/>
                <a:gd name="connsiteX1-453" fmla="*/ 1635639 w 2696606"/>
                <a:gd name="connsiteY1-454" fmla="*/ 318507 h 2506578"/>
                <a:gd name="connsiteX2-455" fmla="*/ 1652973 w 2696606"/>
                <a:gd name="connsiteY2-456" fmla="*/ 339516 h 2506578"/>
                <a:gd name="connsiteX3-457" fmla="*/ 1710609 w 2696606"/>
                <a:gd name="connsiteY3-458" fmla="*/ 324696 h 2506578"/>
                <a:gd name="connsiteX4-459" fmla="*/ 1875991 w 2696606"/>
                <a:gd name="connsiteY4-460" fmla="*/ 308024 h 2506578"/>
                <a:gd name="connsiteX5-461" fmla="*/ 2696606 w 2696606"/>
                <a:gd name="connsiteY5-462" fmla="*/ 1128639 h 2506578"/>
                <a:gd name="connsiteX6-463" fmla="*/ 2334805 w 2696606"/>
                <a:gd name="connsiteY6-464" fmla="*/ 1809106 h 2506578"/>
                <a:gd name="connsiteX7-465" fmla="*/ 2266734 w 2696606"/>
                <a:gd name="connsiteY7-466" fmla="*/ 1846054 h 2506578"/>
                <a:gd name="connsiteX8-467" fmla="*/ 2253313 w 2696606"/>
                <a:gd name="connsiteY8-468" fmla="*/ 1898250 h 2506578"/>
                <a:gd name="connsiteX9-469" fmla="*/ 1954145 w 2696606"/>
                <a:gd name="connsiteY9-470" fmla="*/ 2506100 h 2506578"/>
                <a:gd name="connsiteX10-471" fmla="*/ 1313284 w 2696606"/>
                <a:gd name="connsiteY10-472" fmla="*/ 1951208 h 2506578"/>
                <a:gd name="connsiteX11-473" fmla="*/ 385540 w 2696606"/>
                <a:gd name="connsiteY11-474" fmla="*/ 2210711 h 2506578"/>
                <a:gd name="connsiteX12-475" fmla="*/ 18224 w 2696606"/>
                <a:gd name="connsiteY12-476" fmla="*/ 1696467 h 2506578"/>
                <a:gd name="connsiteX13-477" fmla="*/ 234761 w 2696606"/>
                <a:gd name="connsiteY13-478" fmla="*/ 898769 h 2506578"/>
                <a:gd name="connsiteX14-479" fmla="*/ 844361 w 2696606"/>
                <a:gd name="connsiteY14-480" fmla="*/ 0 h 25065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2696606" h="2506578">
                  <a:moveTo>
                    <a:pt x="844361" y="0"/>
                  </a:moveTo>
                  <a:cubicBezTo>
                    <a:pt x="2196384" y="1391139"/>
                    <a:pt x="1487137" y="170005"/>
                    <a:pt x="1635639" y="318507"/>
                  </a:cubicBezTo>
                  <a:lnTo>
                    <a:pt x="1652973" y="339516"/>
                  </a:lnTo>
                  <a:lnTo>
                    <a:pt x="1710609" y="324696"/>
                  </a:lnTo>
                  <a:cubicBezTo>
                    <a:pt x="1764029" y="313765"/>
                    <a:pt x="1819340" y="308024"/>
                    <a:pt x="1875991" y="308024"/>
                  </a:cubicBezTo>
                  <a:cubicBezTo>
                    <a:pt x="2329204" y="308024"/>
                    <a:pt x="2696606" y="675426"/>
                    <a:pt x="2696606" y="1128639"/>
                  </a:cubicBezTo>
                  <a:cubicBezTo>
                    <a:pt x="2696606" y="1411897"/>
                    <a:pt x="2553090" y="1661635"/>
                    <a:pt x="2334805" y="1809106"/>
                  </a:cubicBezTo>
                  <a:lnTo>
                    <a:pt x="2266734" y="1846054"/>
                  </a:lnTo>
                  <a:lnTo>
                    <a:pt x="2253313" y="1898250"/>
                  </a:lnTo>
                  <a:cubicBezTo>
                    <a:pt x="2149414" y="2232296"/>
                    <a:pt x="2110816" y="2497274"/>
                    <a:pt x="1954145" y="2506100"/>
                  </a:cubicBezTo>
                  <a:cubicBezTo>
                    <a:pt x="1797474" y="2514926"/>
                    <a:pt x="1313284" y="2404421"/>
                    <a:pt x="1313284" y="1951208"/>
                  </a:cubicBezTo>
                  <a:cubicBezTo>
                    <a:pt x="1314046" y="1936109"/>
                    <a:pt x="601383" y="2253168"/>
                    <a:pt x="385540" y="2210711"/>
                  </a:cubicBezTo>
                  <a:cubicBezTo>
                    <a:pt x="169697" y="2168254"/>
                    <a:pt x="-68291" y="1929907"/>
                    <a:pt x="18224" y="1696467"/>
                  </a:cubicBezTo>
                  <a:cubicBezTo>
                    <a:pt x="104739" y="1463027"/>
                    <a:pt x="477038" y="1221104"/>
                    <a:pt x="234761" y="898769"/>
                  </a:cubicBezTo>
                  <a:cubicBezTo>
                    <a:pt x="-109116" y="375217"/>
                    <a:pt x="391148" y="0"/>
                    <a:pt x="844361" y="0"/>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字魂59号-创粗黑" panose="00000500000000000000" pitchFamily="2" charset="-122"/>
              </a:endParaRPr>
            </a:p>
          </p:txBody>
        </p:sp>
        <p:sp>
          <p:nvSpPr>
            <p:cNvPr id="29" name="淘宝-想搞设计PPT(倒卖必究)-29"/>
            <p:cNvSpPr/>
            <p:nvPr/>
          </p:nvSpPr>
          <p:spPr>
            <a:xfrm rot="1151942" flipH="1">
              <a:off x="-1345274" y="-788979"/>
              <a:ext cx="2075163" cy="3313977"/>
            </a:xfrm>
            <a:custGeom>
              <a:avLst/>
              <a:gdLst>
                <a:gd name="connsiteX0" fmla="*/ 820615 w 2461845"/>
                <a:gd name="connsiteY0" fmla="*/ 0 h 2396685"/>
                <a:gd name="connsiteX1" fmla="*/ 1400878 w 2461845"/>
                <a:gd name="connsiteY1" fmla="*/ 240353 h 2396685"/>
                <a:gd name="connsiteX2" fmla="*/ 1418212 w 2461845"/>
                <a:gd name="connsiteY2" fmla="*/ 261362 h 2396685"/>
                <a:gd name="connsiteX3" fmla="*/ 1475848 w 2461845"/>
                <a:gd name="connsiteY3" fmla="*/ 246542 h 2396685"/>
                <a:gd name="connsiteX4" fmla="*/ 1641230 w 2461845"/>
                <a:gd name="connsiteY4" fmla="*/ 229870 h 2396685"/>
                <a:gd name="connsiteX5" fmla="*/ 2461845 w 2461845"/>
                <a:gd name="connsiteY5" fmla="*/ 1050485 h 2396685"/>
                <a:gd name="connsiteX6" fmla="*/ 2100044 w 2461845"/>
                <a:gd name="connsiteY6" fmla="*/ 1730952 h 2396685"/>
                <a:gd name="connsiteX7" fmla="*/ 2031973 w 2461845"/>
                <a:gd name="connsiteY7" fmla="*/ 1767900 h 2396685"/>
                <a:gd name="connsiteX8" fmla="*/ 2018552 w 2461845"/>
                <a:gd name="connsiteY8" fmla="*/ 1820096 h 2396685"/>
                <a:gd name="connsiteX9" fmla="*/ 1234830 w 2461845"/>
                <a:gd name="connsiteY9" fmla="*/ 2396685 h 2396685"/>
                <a:gd name="connsiteX10" fmla="*/ 414215 w 2461845"/>
                <a:gd name="connsiteY10" fmla="*/ 1576070 h 2396685"/>
                <a:gd name="connsiteX11" fmla="*/ 416502 w 2461845"/>
                <a:gd name="connsiteY11" fmla="*/ 1530773 h 2396685"/>
                <a:gd name="connsiteX12" fmla="*/ 361802 w 2461845"/>
                <a:gd name="connsiteY12" fmla="*/ 1501082 h 2396685"/>
                <a:gd name="connsiteX13" fmla="*/ 0 w 2461845"/>
                <a:gd name="connsiteY13" fmla="*/ 820615 h 2396685"/>
                <a:gd name="connsiteX14" fmla="*/ 820615 w 2461845"/>
                <a:gd name="connsiteY14" fmla="*/ 0 h 2396685"/>
                <a:gd name="connsiteX0-1" fmla="*/ 820615 w 2461845"/>
                <a:gd name="connsiteY0-2" fmla="*/ 0 h 2396685"/>
                <a:gd name="connsiteX1-3" fmla="*/ 1400878 w 2461845"/>
                <a:gd name="connsiteY1-4" fmla="*/ 240353 h 2396685"/>
                <a:gd name="connsiteX2-5" fmla="*/ 1418212 w 2461845"/>
                <a:gd name="connsiteY2-6" fmla="*/ 261362 h 2396685"/>
                <a:gd name="connsiteX3-7" fmla="*/ 1475848 w 2461845"/>
                <a:gd name="connsiteY3-8" fmla="*/ 246542 h 2396685"/>
                <a:gd name="connsiteX4-9" fmla="*/ 1641230 w 2461845"/>
                <a:gd name="connsiteY4-10" fmla="*/ 229870 h 2396685"/>
                <a:gd name="connsiteX5-11" fmla="*/ 2461845 w 2461845"/>
                <a:gd name="connsiteY5-12" fmla="*/ 1050485 h 2396685"/>
                <a:gd name="connsiteX6-13" fmla="*/ 2100044 w 2461845"/>
                <a:gd name="connsiteY6-14" fmla="*/ 1730952 h 2396685"/>
                <a:gd name="connsiteX7-15" fmla="*/ 2031973 w 2461845"/>
                <a:gd name="connsiteY7-16" fmla="*/ 1767900 h 2396685"/>
                <a:gd name="connsiteX8-17" fmla="*/ 2018552 w 2461845"/>
                <a:gd name="connsiteY8-18" fmla="*/ 1820096 h 2396685"/>
                <a:gd name="connsiteX9-19" fmla="*/ 1234830 w 2461845"/>
                <a:gd name="connsiteY9-20" fmla="*/ 2396685 h 2396685"/>
                <a:gd name="connsiteX10-21" fmla="*/ 414215 w 2461845"/>
                <a:gd name="connsiteY10-22" fmla="*/ 1576070 h 2396685"/>
                <a:gd name="connsiteX11-23" fmla="*/ 416502 w 2461845"/>
                <a:gd name="connsiteY11-24" fmla="*/ 1530773 h 2396685"/>
                <a:gd name="connsiteX12-25" fmla="*/ 361802 w 2461845"/>
                <a:gd name="connsiteY12-26" fmla="*/ 1501082 h 2396685"/>
                <a:gd name="connsiteX13-27" fmla="*/ 0 w 2461845"/>
                <a:gd name="connsiteY13-28" fmla="*/ 820615 h 2396685"/>
                <a:gd name="connsiteX14-29" fmla="*/ 820615 w 2461845"/>
                <a:gd name="connsiteY14-30" fmla="*/ 0 h 2396685"/>
                <a:gd name="connsiteX0-31" fmla="*/ 911445 w 2552675"/>
                <a:gd name="connsiteY0-32" fmla="*/ 0 h 2396685"/>
                <a:gd name="connsiteX1-33" fmla="*/ 1491708 w 2552675"/>
                <a:gd name="connsiteY1-34" fmla="*/ 240353 h 2396685"/>
                <a:gd name="connsiteX2-35" fmla="*/ 1509042 w 2552675"/>
                <a:gd name="connsiteY2-36" fmla="*/ 261362 h 2396685"/>
                <a:gd name="connsiteX3-37" fmla="*/ 1566678 w 2552675"/>
                <a:gd name="connsiteY3-38" fmla="*/ 246542 h 2396685"/>
                <a:gd name="connsiteX4-39" fmla="*/ 1732060 w 2552675"/>
                <a:gd name="connsiteY4-40" fmla="*/ 229870 h 2396685"/>
                <a:gd name="connsiteX5-41" fmla="*/ 2552675 w 2552675"/>
                <a:gd name="connsiteY5-42" fmla="*/ 1050485 h 2396685"/>
                <a:gd name="connsiteX6-43" fmla="*/ 2190874 w 2552675"/>
                <a:gd name="connsiteY6-44" fmla="*/ 1730952 h 2396685"/>
                <a:gd name="connsiteX7-45" fmla="*/ 2122803 w 2552675"/>
                <a:gd name="connsiteY7-46" fmla="*/ 1767900 h 2396685"/>
                <a:gd name="connsiteX8-47" fmla="*/ 2109382 w 2552675"/>
                <a:gd name="connsiteY8-48" fmla="*/ 1820096 h 2396685"/>
                <a:gd name="connsiteX9-49" fmla="*/ 1325660 w 2552675"/>
                <a:gd name="connsiteY9-50" fmla="*/ 2396685 h 2396685"/>
                <a:gd name="connsiteX10-51" fmla="*/ 505045 w 2552675"/>
                <a:gd name="connsiteY10-52" fmla="*/ 1576070 h 2396685"/>
                <a:gd name="connsiteX11-53" fmla="*/ 507332 w 2552675"/>
                <a:gd name="connsiteY11-54" fmla="*/ 1530773 h 2396685"/>
                <a:gd name="connsiteX12-55" fmla="*/ 452632 w 2552675"/>
                <a:gd name="connsiteY12-56" fmla="*/ 1501082 h 2396685"/>
                <a:gd name="connsiteX13-57" fmla="*/ 90830 w 2552675"/>
                <a:gd name="connsiteY13-58" fmla="*/ 820615 h 2396685"/>
                <a:gd name="connsiteX14-59" fmla="*/ 911445 w 2552675"/>
                <a:gd name="connsiteY14-60" fmla="*/ 0 h 2396685"/>
                <a:gd name="connsiteX0-61" fmla="*/ 911445 w 2552675"/>
                <a:gd name="connsiteY0-62" fmla="*/ 0 h 2396685"/>
                <a:gd name="connsiteX1-63" fmla="*/ 1491708 w 2552675"/>
                <a:gd name="connsiteY1-64" fmla="*/ 240353 h 2396685"/>
                <a:gd name="connsiteX2-65" fmla="*/ 1509042 w 2552675"/>
                <a:gd name="connsiteY2-66" fmla="*/ 261362 h 2396685"/>
                <a:gd name="connsiteX3-67" fmla="*/ 1566678 w 2552675"/>
                <a:gd name="connsiteY3-68" fmla="*/ 246542 h 2396685"/>
                <a:gd name="connsiteX4-69" fmla="*/ 1732060 w 2552675"/>
                <a:gd name="connsiteY4-70" fmla="*/ 229870 h 2396685"/>
                <a:gd name="connsiteX5-71" fmla="*/ 2552675 w 2552675"/>
                <a:gd name="connsiteY5-72" fmla="*/ 1050485 h 2396685"/>
                <a:gd name="connsiteX6-73" fmla="*/ 2190874 w 2552675"/>
                <a:gd name="connsiteY6-74" fmla="*/ 1730952 h 2396685"/>
                <a:gd name="connsiteX7-75" fmla="*/ 2122803 w 2552675"/>
                <a:gd name="connsiteY7-76" fmla="*/ 1767900 h 2396685"/>
                <a:gd name="connsiteX8-77" fmla="*/ 2109382 w 2552675"/>
                <a:gd name="connsiteY8-78" fmla="*/ 1820096 h 2396685"/>
                <a:gd name="connsiteX9-79" fmla="*/ 1325660 w 2552675"/>
                <a:gd name="connsiteY9-80" fmla="*/ 2396685 h 2396685"/>
                <a:gd name="connsiteX10-81" fmla="*/ 505045 w 2552675"/>
                <a:gd name="connsiteY10-82" fmla="*/ 1576070 h 2396685"/>
                <a:gd name="connsiteX11-83" fmla="*/ 507332 w 2552675"/>
                <a:gd name="connsiteY11-84" fmla="*/ 1530773 h 2396685"/>
                <a:gd name="connsiteX12-85" fmla="*/ 452632 w 2552675"/>
                <a:gd name="connsiteY12-86" fmla="*/ 1501082 h 2396685"/>
                <a:gd name="connsiteX13-87" fmla="*/ 90830 w 2552675"/>
                <a:gd name="connsiteY13-88" fmla="*/ 820615 h 2396685"/>
                <a:gd name="connsiteX14-89" fmla="*/ 911445 w 2552675"/>
                <a:gd name="connsiteY14-90" fmla="*/ 0 h 2396685"/>
                <a:gd name="connsiteX0-91" fmla="*/ 1081174 w 2722404"/>
                <a:gd name="connsiteY0-92" fmla="*/ 0 h 2396685"/>
                <a:gd name="connsiteX1-93" fmla="*/ 1661437 w 2722404"/>
                <a:gd name="connsiteY1-94" fmla="*/ 240353 h 2396685"/>
                <a:gd name="connsiteX2-95" fmla="*/ 1678771 w 2722404"/>
                <a:gd name="connsiteY2-96" fmla="*/ 261362 h 2396685"/>
                <a:gd name="connsiteX3-97" fmla="*/ 1736407 w 2722404"/>
                <a:gd name="connsiteY3-98" fmla="*/ 246542 h 2396685"/>
                <a:gd name="connsiteX4-99" fmla="*/ 1901789 w 2722404"/>
                <a:gd name="connsiteY4-100" fmla="*/ 229870 h 2396685"/>
                <a:gd name="connsiteX5-101" fmla="*/ 2722404 w 2722404"/>
                <a:gd name="connsiteY5-102" fmla="*/ 1050485 h 2396685"/>
                <a:gd name="connsiteX6-103" fmla="*/ 2360603 w 2722404"/>
                <a:gd name="connsiteY6-104" fmla="*/ 1730952 h 2396685"/>
                <a:gd name="connsiteX7-105" fmla="*/ 2292532 w 2722404"/>
                <a:gd name="connsiteY7-106" fmla="*/ 1767900 h 2396685"/>
                <a:gd name="connsiteX8-107" fmla="*/ 2279111 w 2722404"/>
                <a:gd name="connsiteY8-108" fmla="*/ 1820096 h 2396685"/>
                <a:gd name="connsiteX9-109" fmla="*/ 1495389 w 2722404"/>
                <a:gd name="connsiteY9-110" fmla="*/ 2396685 h 2396685"/>
                <a:gd name="connsiteX10-111" fmla="*/ 674774 w 2722404"/>
                <a:gd name="connsiteY10-112" fmla="*/ 1576070 h 2396685"/>
                <a:gd name="connsiteX11-113" fmla="*/ 677061 w 2722404"/>
                <a:gd name="connsiteY11-114" fmla="*/ 1530773 h 2396685"/>
                <a:gd name="connsiteX12-115" fmla="*/ 44022 w 2722404"/>
                <a:gd name="connsiteY12-116" fmla="*/ 1618313 h 2396685"/>
                <a:gd name="connsiteX13-117" fmla="*/ 260559 w 2722404"/>
                <a:gd name="connsiteY13-118" fmla="*/ 820615 h 2396685"/>
                <a:gd name="connsiteX14-119" fmla="*/ 1081174 w 2722404"/>
                <a:gd name="connsiteY14-120" fmla="*/ 0 h 2396685"/>
                <a:gd name="connsiteX0-121" fmla="*/ 1081174 w 2722404"/>
                <a:gd name="connsiteY0-122" fmla="*/ 0 h 2396685"/>
                <a:gd name="connsiteX1-123" fmla="*/ 1661437 w 2722404"/>
                <a:gd name="connsiteY1-124" fmla="*/ 240353 h 2396685"/>
                <a:gd name="connsiteX2-125" fmla="*/ 1678771 w 2722404"/>
                <a:gd name="connsiteY2-126" fmla="*/ 261362 h 2396685"/>
                <a:gd name="connsiteX3-127" fmla="*/ 1736407 w 2722404"/>
                <a:gd name="connsiteY3-128" fmla="*/ 246542 h 2396685"/>
                <a:gd name="connsiteX4-129" fmla="*/ 1901789 w 2722404"/>
                <a:gd name="connsiteY4-130" fmla="*/ 229870 h 2396685"/>
                <a:gd name="connsiteX5-131" fmla="*/ 2722404 w 2722404"/>
                <a:gd name="connsiteY5-132" fmla="*/ 1050485 h 2396685"/>
                <a:gd name="connsiteX6-133" fmla="*/ 2360603 w 2722404"/>
                <a:gd name="connsiteY6-134" fmla="*/ 1730952 h 2396685"/>
                <a:gd name="connsiteX7-135" fmla="*/ 2292532 w 2722404"/>
                <a:gd name="connsiteY7-136" fmla="*/ 1767900 h 2396685"/>
                <a:gd name="connsiteX8-137" fmla="*/ 2279111 w 2722404"/>
                <a:gd name="connsiteY8-138" fmla="*/ 1820096 h 2396685"/>
                <a:gd name="connsiteX9-139" fmla="*/ 1495389 w 2722404"/>
                <a:gd name="connsiteY9-140" fmla="*/ 2396685 h 2396685"/>
                <a:gd name="connsiteX10-141" fmla="*/ 674774 w 2722404"/>
                <a:gd name="connsiteY10-142" fmla="*/ 1576070 h 2396685"/>
                <a:gd name="connsiteX11-143" fmla="*/ 309738 w 2722404"/>
                <a:gd name="connsiteY11-144" fmla="*/ 2054404 h 2396685"/>
                <a:gd name="connsiteX12-145" fmla="*/ 44022 w 2722404"/>
                <a:gd name="connsiteY12-146" fmla="*/ 1618313 h 2396685"/>
                <a:gd name="connsiteX13-147" fmla="*/ 260559 w 2722404"/>
                <a:gd name="connsiteY13-148" fmla="*/ 820615 h 2396685"/>
                <a:gd name="connsiteX14-149" fmla="*/ 1081174 w 2722404"/>
                <a:gd name="connsiteY14-150" fmla="*/ 0 h 2396685"/>
                <a:gd name="connsiteX0-151" fmla="*/ 1081174 w 2722404"/>
                <a:gd name="connsiteY0-152" fmla="*/ 0 h 2535067"/>
                <a:gd name="connsiteX1-153" fmla="*/ 1661437 w 2722404"/>
                <a:gd name="connsiteY1-154" fmla="*/ 240353 h 2535067"/>
                <a:gd name="connsiteX2-155" fmla="*/ 1678771 w 2722404"/>
                <a:gd name="connsiteY2-156" fmla="*/ 261362 h 2535067"/>
                <a:gd name="connsiteX3-157" fmla="*/ 1736407 w 2722404"/>
                <a:gd name="connsiteY3-158" fmla="*/ 246542 h 2535067"/>
                <a:gd name="connsiteX4-159" fmla="*/ 1901789 w 2722404"/>
                <a:gd name="connsiteY4-160" fmla="*/ 229870 h 2535067"/>
                <a:gd name="connsiteX5-161" fmla="*/ 2722404 w 2722404"/>
                <a:gd name="connsiteY5-162" fmla="*/ 1050485 h 2535067"/>
                <a:gd name="connsiteX6-163" fmla="*/ 2360603 w 2722404"/>
                <a:gd name="connsiteY6-164" fmla="*/ 1730952 h 2535067"/>
                <a:gd name="connsiteX7-165" fmla="*/ 2292532 w 2722404"/>
                <a:gd name="connsiteY7-166" fmla="*/ 1767900 h 2535067"/>
                <a:gd name="connsiteX8-167" fmla="*/ 2279111 w 2722404"/>
                <a:gd name="connsiteY8-168" fmla="*/ 1820096 h 2535067"/>
                <a:gd name="connsiteX9-169" fmla="*/ 1495389 w 2722404"/>
                <a:gd name="connsiteY9-170" fmla="*/ 2396685 h 2535067"/>
                <a:gd name="connsiteX10-171" fmla="*/ 1010836 w 2722404"/>
                <a:gd name="connsiteY10-172" fmla="*/ 2271639 h 2535067"/>
                <a:gd name="connsiteX11-173" fmla="*/ 309738 w 2722404"/>
                <a:gd name="connsiteY11-174" fmla="*/ 2054404 h 2535067"/>
                <a:gd name="connsiteX12-175" fmla="*/ 44022 w 2722404"/>
                <a:gd name="connsiteY12-176" fmla="*/ 1618313 h 2535067"/>
                <a:gd name="connsiteX13-177" fmla="*/ 260559 w 2722404"/>
                <a:gd name="connsiteY13-178" fmla="*/ 820615 h 2535067"/>
                <a:gd name="connsiteX14-179" fmla="*/ 1081174 w 2722404"/>
                <a:gd name="connsiteY14-180" fmla="*/ 0 h 2535067"/>
                <a:gd name="connsiteX0-181" fmla="*/ 1081174 w 2722404"/>
                <a:gd name="connsiteY0-182" fmla="*/ 0 h 2548703"/>
                <a:gd name="connsiteX1-183" fmla="*/ 1661437 w 2722404"/>
                <a:gd name="connsiteY1-184" fmla="*/ 240353 h 2548703"/>
                <a:gd name="connsiteX2-185" fmla="*/ 1678771 w 2722404"/>
                <a:gd name="connsiteY2-186" fmla="*/ 261362 h 2548703"/>
                <a:gd name="connsiteX3-187" fmla="*/ 1736407 w 2722404"/>
                <a:gd name="connsiteY3-188" fmla="*/ 246542 h 2548703"/>
                <a:gd name="connsiteX4-189" fmla="*/ 1901789 w 2722404"/>
                <a:gd name="connsiteY4-190" fmla="*/ 229870 h 2548703"/>
                <a:gd name="connsiteX5-191" fmla="*/ 2722404 w 2722404"/>
                <a:gd name="connsiteY5-192" fmla="*/ 1050485 h 2548703"/>
                <a:gd name="connsiteX6-193" fmla="*/ 2360603 w 2722404"/>
                <a:gd name="connsiteY6-194" fmla="*/ 1730952 h 2548703"/>
                <a:gd name="connsiteX7-195" fmla="*/ 2292532 w 2722404"/>
                <a:gd name="connsiteY7-196" fmla="*/ 1767900 h 2548703"/>
                <a:gd name="connsiteX8-197" fmla="*/ 2279111 w 2722404"/>
                <a:gd name="connsiteY8-198" fmla="*/ 1820096 h 2548703"/>
                <a:gd name="connsiteX9-199" fmla="*/ 1979943 w 2722404"/>
                <a:gd name="connsiteY9-200" fmla="*/ 2427946 h 2548703"/>
                <a:gd name="connsiteX10-201" fmla="*/ 1010836 w 2722404"/>
                <a:gd name="connsiteY10-202" fmla="*/ 2271639 h 2548703"/>
                <a:gd name="connsiteX11-203" fmla="*/ 309738 w 2722404"/>
                <a:gd name="connsiteY11-204" fmla="*/ 2054404 h 2548703"/>
                <a:gd name="connsiteX12-205" fmla="*/ 44022 w 2722404"/>
                <a:gd name="connsiteY12-206" fmla="*/ 1618313 h 2548703"/>
                <a:gd name="connsiteX13-207" fmla="*/ 260559 w 2722404"/>
                <a:gd name="connsiteY13-208" fmla="*/ 820615 h 2548703"/>
                <a:gd name="connsiteX14-209" fmla="*/ 1081174 w 2722404"/>
                <a:gd name="connsiteY14-210" fmla="*/ 0 h 2548703"/>
                <a:gd name="connsiteX0-211" fmla="*/ 1081174 w 2722404"/>
                <a:gd name="connsiteY0-212" fmla="*/ 0 h 2548703"/>
                <a:gd name="connsiteX1-213" fmla="*/ 1661437 w 2722404"/>
                <a:gd name="connsiteY1-214" fmla="*/ 240353 h 2548703"/>
                <a:gd name="connsiteX2-215" fmla="*/ 1678771 w 2722404"/>
                <a:gd name="connsiteY2-216" fmla="*/ 261362 h 2548703"/>
                <a:gd name="connsiteX3-217" fmla="*/ 1736407 w 2722404"/>
                <a:gd name="connsiteY3-218" fmla="*/ 246542 h 2548703"/>
                <a:gd name="connsiteX4-219" fmla="*/ 1901789 w 2722404"/>
                <a:gd name="connsiteY4-220" fmla="*/ 229870 h 2548703"/>
                <a:gd name="connsiteX5-221" fmla="*/ 2722404 w 2722404"/>
                <a:gd name="connsiteY5-222" fmla="*/ 1050485 h 2548703"/>
                <a:gd name="connsiteX6-223" fmla="*/ 2360603 w 2722404"/>
                <a:gd name="connsiteY6-224" fmla="*/ 1730952 h 2548703"/>
                <a:gd name="connsiteX7-225" fmla="*/ 2292532 w 2722404"/>
                <a:gd name="connsiteY7-226" fmla="*/ 1767900 h 2548703"/>
                <a:gd name="connsiteX8-227" fmla="*/ 2279111 w 2722404"/>
                <a:gd name="connsiteY8-228" fmla="*/ 1820096 h 2548703"/>
                <a:gd name="connsiteX9-229" fmla="*/ 1979943 w 2722404"/>
                <a:gd name="connsiteY9-230" fmla="*/ 2427946 h 2548703"/>
                <a:gd name="connsiteX10-231" fmla="*/ 1010836 w 2722404"/>
                <a:gd name="connsiteY10-232" fmla="*/ 2271639 h 2548703"/>
                <a:gd name="connsiteX11-233" fmla="*/ 411338 w 2722404"/>
                <a:gd name="connsiteY11-234" fmla="*/ 2132557 h 2548703"/>
                <a:gd name="connsiteX12-235" fmla="*/ 44022 w 2722404"/>
                <a:gd name="connsiteY12-236" fmla="*/ 1618313 h 2548703"/>
                <a:gd name="connsiteX13-237" fmla="*/ 260559 w 2722404"/>
                <a:gd name="connsiteY13-238" fmla="*/ 820615 h 2548703"/>
                <a:gd name="connsiteX14-239" fmla="*/ 1081174 w 2722404"/>
                <a:gd name="connsiteY14-240" fmla="*/ 0 h 2548703"/>
                <a:gd name="connsiteX0-241" fmla="*/ 1081174 w 2722404"/>
                <a:gd name="connsiteY0-242" fmla="*/ 0 h 2428424"/>
                <a:gd name="connsiteX1-243" fmla="*/ 1661437 w 2722404"/>
                <a:gd name="connsiteY1-244" fmla="*/ 240353 h 2428424"/>
                <a:gd name="connsiteX2-245" fmla="*/ 1678771 w 2722404"/>
                <a:gd name="connsiteY2-246" fmla="*/ 261362 h 2428424"/>
                <a:gd name="connsiteX3-247" fmla="*/ 1736407 w 2722404"/>
                <a:gd name="connsiteY3-248" fmla="*/ 246542 h 2428424"/>
                <a:gd name="connsiteX4-249" fmla="*/ 1901789 w 2722404"/>
                <a:gd name="connsiteY4-250" fmla="*/ 229870 h 2428424"/>
                <a:gd name="connsiteX5-251" fmla="*/ 2722404 w 2722404"/>
                <a:gd name="connsiteY5-252" fmla="*/ 1050485 h 2428424"/>
                <a:gd name="connsiteX6-253" fmla="*/ 2360603 w 2722404"/>
                <a:gd name="connsiteY6-254" fmla="*/ 1730952 h 2428424"/>
                <a:gd name="connsiteX7-255" fmla="*/ 2292532 w 2722404"/>
                <a:gd name="connsiteY7-256" fmla="*/ 1767900 h 2428424"/>
                <a:gd name="connsiteX8-257" fmla="*/ 2279111 w 2722404"/>
                <a:gd name="connsiteY8-258" fmla="*/ 1820096 h 2428424"/>
                <a:gd name="connsiteX9-259" fmla="*/ 1979943 w 2722404"/>
                <a:gd name="connsiteY9-260" fmla="*/ 2427946 h 2428424"/>
                <a:gd name="connsiteX10-261" fmla="*/ 1339082 w 2722404"/>
                <a:gd name="connsiteY10-262" fmla="*/ 1873054 h 2428424"/>
                <a:gd name="connsiteX11-263" fmla="*/ 411338 w 2722404"/>
                <a:gd name="connsiteY11-264" fmla="*/ 2132557 h 2428424"/>
                <a:gd name="connsiteX12-265" fmla="*/ 44022 w 2722404"/>
                <a:gd name="connsiteY12-266" fmla="*/ 1618313 h 2428424"/>
                <a:gd name="connsiteX13-267" fmla="*/ 260559 w 2722404"/>
                <a:gd name="connsiteY13-268" fmla="*/ 820615 h 2428424"/>
                <a:gd name="connsiteX14-269" fmla="*/ 1081174 w 2722404"/>
                <a:gd name="connsiteY14-270" fmla="*/ 0 h 2428424"/>
                <a:gd name="connsiteX0-271" fmla="*/ 1081174 w 2722404"/>
                <a:gd name="connsiteY0-272" fmla="*/ 0 h 2428424"/>
                <a:gd name="connsiteX1-273" fmla="*/ 1661437 w 2722404"/>
                <a:gd name="connsiteY1-274" fmla="*/ 240353 h 2428424"/>
                <a:gd name="connsiteX2-275" fmla="*/ 1678771 w 2722404"/>
                <a:gd name="connsiteY2-276" fmla="*/ 261362 h 2428424"/>
                <a:gd name="connsiteX3-277" fmla="*/ 1736407 w 2722404"/>
                <a:gd name="connsiteY3-278" fmla="*/ 246542 h 2428424"/>
                <a:gd name="connsiteX4-279" fmla="*/ 1901789 w 2722404"/>
                <a:gd name="connsiteY4-280" fmla="*/ 229870 h 2428424"/>
                <a:gd name="connsiteX5-281" fmla="*/ 2722404 w 2722404"/>
                <a:gd name="connsiteY5-282" fmla="*/ 1050485 h 2428424"/>
                <a:gd name="connsiteX6-283" fmla="*/ 2360603 w 2722404"/>
                <a:gd name="connsiteY6-284" fmla="*/ 1730952 h 2428424"/>
                <a:gd name="connsiteX7-285" fmla="*/ 2292532 w 2722404"/>
                <a:gd name="connsiteY7-286" fmla="*/ 1767900 h 2428424"/>
                <a:gd name="connsiteX8-287" fmla="*/ 2279111 w 2722404"/>
                <a:gd name="connsiteY8-288" fmla="*/ 1820096 h 2428424"/>
                <a:gd name="connsiteX9-289" fmla="*/ 1979943 w 2722404"/>
                <a:gd name="connsiteY9-290" fmla="*/ 2427946 h 2428424"/>
                <a:gd name="connsiteX10-291" fmla="*/ 1339082 w 2722404"/>
                <a:gd name="connsiteY10-292" fmla="*/ 1873054 h 2428424"/>
                <a:gd name="connsiteX11-293" fmla="*/ 411338 w 2722404"/>
                <a:gd name="connsiteY11-294" fmla="*/ 2132557 h 2428424"/>
                <a:gd name="connsiteX12-295" fmla="*/ 44022 w 2722404"/>
                <a:gd name="connsiteY12-296" fmla="*/ 1618313 h 2428424"/>
                <a:gd name="connsiteX13-297" fmla="*/ 260559 w 2722404"/>
                <a:gd name="connsiteY13-298" fmla="*/ 820615 h 2428424"/>
                <a:gd name="connsiteX14-299" fmla="*/ 1081174 w 2722404"/>
                <a:gd name="connsiteY14-300" fmla="*/ 0 h 2428424"/>
                <a:gd name="connsiteX0-301" fmla="*/ 1055376 w 2696606"/>
                <a:gd name="connsiteY0-302" fmla="*/ 0 h 2428424"/>
                <a:gd name="connsiteX1-303" fmla="*/ 1635639 w 2696606"/>
                <a:gd name="connsiteY1-304" fmla="*/ 240353 h 2428424"/>
                <a:gd name="connsiteX2-305" fmla="*/ 1652973 w 2696606"/>
                <a:gd name="connsiteY2-306" fmla="*/ 261362 h 2428424"/>
                <a:gd name="connsiteX3-307" fmla="*/ 1710609 w 2696606"/>
                <a:gd name="connsiteY3-308" fmla="*/ 246542 h 2428424"/>
                <a:gd name="connsiteX4-309" fmla="*/ 1875991 w 2696606"/>
                <a:gd name="connsiteY4-310" fmla="*/ 229870 h 2428424"/>
                <a:gd name="connsiteX5-311" fmla="*/ 2696606 w 2696606"/>
                <a:gd name="connsiteY5-312" fmla="*/ 1050485 h 2428424"/>
                <a:gd name="connsiteX6-313" fmla="*/ 2334805 w 2696606"/>
                <a:gd name="connsiteY6-314" fmla="*/ 1730952 h 2428424"/>
                <a:gd name="connsiteX7-315" fmla="*/ 2266734 w 2696606"/>
                <a:gd name="connsiteY7-316" fmla="*/ 1767900 h 2428424"/>
                <a:gd name="connsiteX8-317" fmla="*/ 2253313 w 2696606"/>
                <a:gd name="connsiteY8-318" fmla="*/ 1820096 h 2428424"/>
                <a:gd name="connsiteX9-319" fmla="*/ 1954145 w 2696606"/>
                <a:gd name="connsiteY9-320" fmla="*/ 2427946 h 2428424"/>
                <a:gd name="connsiteX10-321" fmla="*/ 1313284 w 2696606"/>
                <a:gd name="connsiteY10-322" fmla="*/ 1873054 h 2428424"/>
                <a:gd name="connsiteX11-323" fmla="*/ 385540 w 2696606"/>
                <a:gd name="connsiteY11-324" fmla="*/ 2132557 h 2428424"/>
                <a:gd name="connsiteX12-325" fmla="*/ 18224 w 2696606"/>
                <a:gd name="connsiteY12-326" fmla="*/ 1618313 h 2428424"/>
                <a:gd name="connsiteX13-327" fmla="*/ 234761 w 2696606"/>
                <a:gd name="connsiteY13-328" fmla="*/ 820615 h 2428424"/>
                <a:gd name="connsiteX14-329" fmla="*/ 1055376 w 2696606"/>
                <a:gd name="connsiteY14-330" fmla="*/ 0 h 2428424"/>
                <a:gd name="connsiteX0-331" fmla="*/ 1055376 w 2696606"/>
                <a:gd name="connsiteY0-332" fmla="*/ 0 h 2428424"/>
                <a:gd name="connsiteX1-333" fmla="*/ 1635639 w 2696606"/>
                <a:gd name="connsiteY1-334" fmla="*/ 240353 h 2428424"/>
                <a:gd name="connsiteX2-335" fmla="*/ 1652973 w 2696606"/>
                <a:gd name="connsiteY2-336" fmla="*/ 261362 h 2428424"/>
                <a:gd name="connsiteX3-337" fmla="*/ 1710609 w 2696606"/>
                <a:gd name="connsiteY3-338" fmla="*/ 246542 h 2428424"/>
                <a:gd name="connsiteX4-339" fmla="*/ 1875991 w 2696606"/>
                <a:gd name="connsiteY4-340" fmla="*/ 229870 h 2428424"/>
                <a:gd name="connsiteX5-341" fmla="*/ 2696606 w 2696606"/>
                <a:gd name="connsiteY5-342" fmla="*/ 1050485 h 2428424"/>
                <a:gd name="connsiteX6-343" fmla="*/ 2334805 w 2696606"/>
                <a:gd name="connsiteY6-344" fmla="*/ 1730952 h 2428424"/>
                <a:gd name="connsiteX7-345" fmla="*/ 2266734 w 2696606"/>
                <a:gd name="connsiteY7-346" fmla="*/ 1767900 h 2428424"/>
                <a:gd name="connsiteX8-347" fmla="*/ 2253313 w 2696606"/>
                <a:gd name="connsiteY8-348" fmla="*/ 1820096 h 2428424"/>
                <a:gd name="connsiteX9-349" fmla="*/ 1954145 w 2696606"/>
                <a:gd name="connsiteY9-350" fmla="*/ 2427946 h 2428424"/>
                <a:gd name="connsiteX10-351" fmla="*/ 1313284 w 2696606"/>
                <a:gd name="connsiteY10-352" fmla="*/ 1873054 h 2428424"/>
                <a:gd name="connsiteX11-353" fmla="*/ 385540 w 2696606"/>
                <a:gd name="connsiteY11-354" fmla="*/ 2132557 h 2428424"/>
                <a:gd name="connsiteX12-355" fmla="*/ 18224 w 2696606"/>
                <a:gd name="connsiteY12-356" fmla="*/ 1618313 h 2428424"/>
                <a:gd name="connsiteX13-357" fmla="*/ 234761 w 2696606"/>
                <a:gd name="connsiteY13-358" fmla="*/ 820615 h 2428424"/>
                <a:gd name="connsiteX14-359" fmla="*/ 1055376 w 2696606"/>
                <a:gd name="connsiteY14-360" fmla="*/ 0 h 2428424"/>
                <a:gd name="connsiteX0-361" fmla="*/ 1055376 w 2696606"/>
                <a:gd name="connsiteY0-362" fmla="*/ 0 h 2428424"/>
                <a:gd name="connsiteX1-363" fmla="*/ 1635639 w 2696606"/>
                <a:gd name="connsiteY1-364" fmla="*/ 240353 h 2428424"/>
                <a:gd name="connsiteX2-365" fmla="*/ 1652973 w 2696606"/>
                <a:gd name="connsiteY2-366" fmla="*/ 261362 h 2428424"/>
                <a:gd name="connsiteX3-367" fmla="*/ 1710609 w 2696606"/>
                <a:gd name="connsiteY3-368" fmla="*/ 246542 h 2428424"/>
                <a:gd name="connsiteX4-369" fmla="*/ 1875991 w 2696606"/>
                <a:gd name="connsiteY4-370" fmla="*/ 229870 h 2428424"/>
                <a:gd name="connsiteX5-371" fmla="*/ 2696606 w 2696606"/>
                <a:gd name="connsiteY5-372" fmla="*/ 1050485 h 2428424"/>
                <a:gd name="connsiteX6-373" fmla="*/ 2334805 w 2696606"/>
                <a:gd name="connsiteY6-374" fmla="*/ 1730952 h 2428424"/>
                <a:gd name="connsiteX7-375" fmla="*/ 2266734 w 2696606"/>
                <a:gd name="connsiteY7-376" fmla="*/ 1767900 h 2428424"/>
                <a:gd name="connsiteX8-377" fmla="*/ 2253313 w 2696606"/>
                <a:gd name="connsiteY8-378" fmla="*/ 1820096 h 2428424"/>
                <a:gd name="connsiteX9-379" fmla="*/ 1954145 w 2696606"/>
                <a:gd name="connsiteY9-380" fmla="*/ 2427946 h 2428424"/>
                <a:gd name="connsiteX10-381" fmla="*/ 1313284 w 2696606"/>
                <a:gd name="connsiteY10-382" fmla="*/ 1873054 h 2428424"/>
                <a:gd name="connsiteX11-383" fmla="*/ 385540 w 2696606"/>
                <a:gd name="connsiteY11-384" fmla="*/ 2132557 h 2428424"/>
                <a:gd name="connsiteX12-385" fmla="*/ 18224 w 2696606"/>
                <a:gd name="connsiteY12-386" fmla="*/ 1618313 h 2428424"/>
                <a:gd name="connsiteX13-387" fmla="*/ 234761 w 2696606"/>
                <a:gd name="connsiteY13-388" fmla="*/ 820615 h 2428424"/>
                <a:gd name="connsiteX14-389" fmla="*/ 1055376 w 2696606"/>
                <a:gd name="connsiteY14-390" fmla="*/ 0 h 2428424"/>
                <a:gd name="connsiteX0-391" fmla="*/ 1055376 w 2696606"/>
                <a:gd name="connsiteY0-392" fmla="*/ 0 h 2428424"/>
                <a:gd name="connsiteX1-393" fmla="*/ 1635639 w 2696606"/>
                <a:gd name="connsiteY1-394" fmla="*/ 240353 h 2428424"/>
                <a:gd name="connsiteX2-395" fmla="*/ 1652973 w 2696606"/>
                <a:gd name="connsiteY2-396" fmla="*/ 261362 h 2428424"/>
                <a:gd name="connsiteX3-397" fmla="*/ 1710609 w 2696606"/>
                <a:gd name="connsiteY3-398" fmla="*/ 246542 h 2428424"/>
                <a:gd name="connsiteX4-399" fmla="*/ 1875991 w 2696606"/>
                <a:gd name="connsiteY4-400" fmla="*/ 229870 h 2428424"/>
                <a:gd name="connsiteX5-401" fmla="*/ 2696606 w 2696606"/>
                <a:gd name="connsiteY5-402" fmla="*/ 1050485 h 2428424"/>
                <a:gd name="connsiteX6-403" fmla="*/ 2334805 w 2696606"/>
                <a:gd name="connsiteY6-404" fmla="*/ 1730952 h 2428424"/>
                <a:gd name="connsiteX7-405" fmla="*/ 2266734 w 2696606"/>
                <a:gd name="connsiteY7-406" fmla="*/ 1767900 h 2428424"/>
                <a:gd name="connsiteX8-407" fmla="*/ 2253313 w 2696606"/>
                <a:gd name="connsiteY8-408" fmla="*/ 1820096 h 2428424"/>
                <a:gd name="connsiteX9-409" fmla="*/ 1954145 w 2696606"/>
                <a:gd name="connsiteY9-410" fmla="*/ 2427946 h 2428424"/>
                <a:gd name="connsiteX10-411" fmla="*/ 1313284 w 2696606"/>
                <a:gd name="connsiteY10-412" fmla="*/ 1873054 h 2428424"/>
                <a:gd name="connsiteX11-413" fmla="*/ 385540 w 2696606"/>
                <a:gd name="connsiteY11-414" fmla="*/ 2132557 h 2428424"/>
                <a:gd name="connsiteX12-415" fmla="*/ 18224 w 2696606"/>
                <a:gd name="connsiteY12-416" fmla="*/ 1618313 h 2428424"/>
                <a:gd name="connsiteX13-417" fmla="*/ 234761 w 2696606"/>
                <a:gd name="connsiteY13-418" fmla="*/ 820615 h 2428424"/>
                <a:gd name="connsiteX14-419" fmla="*/ 1055376 w 2696606"/>
                <a:gd name="connsiteY14-420" fmla="*/ 0 h 2428424"/>
                <a:gd name="connsiteX0-421" fmla="*/ 844361 w 2696606"/>
                <a:gd name="connsiteY0-422" fmla="*/ 0 h 2506578"/>
                <a:gd name="connsiteX1-423" fmla="*/ 1635639 w 2696606"/>
                <a:gd name="connsiteY1-424" fmla="*/ 318507 h 2506578"/>
                <a:gd name="connsiteX2-425" fmla="*/ 1652973 w 2696606"/>
                <a:gd name="connsiteY2-426" fmla="*/ 339516 h 2506578"/>
                <a:gd name="connsiteX3-427" fmla="*/ 1710609 w 2696606"/>
                <a:gd name="connsiteY3-428" fmla="*/ 324696 h 2506578"/>
                <a:gd name="connsiteX4-429" fmla="*/ 1875991 w 2696606"/>
                <a:gd name="connsiteY4-430" fmla="*/ 308024 h 2506578"/>
                <a:gd name="connsiteX5-431" fmla="*/ 2696606 w 2696606"/>
                <a:gd name="connsiteY5-432" fmla="*/ 1128639 h 2506578"/>
                <a:gd name="connsiteX6-433" fmla="*/ 2334805 w 2696606"/>
                <a:gd name="connsiteY6-434" fmla="*/ 1809106 h 2506578"/>
                <a:gd name="connsiteX7-435" fmla="*/ 2266734 w 2696606"/>
                <a:gd name="connsiteY7-436" fmla="*/ 1846054 h 2506578"/>
                <a:gd name="connsiteX8-437" fmla="*/ 2253313 w 2696606"/>
                <a:gd name="connsiteY8-438" fmla="*/ 1898250 h 2506578"/>
                <a:gd name="connsiteX9-439" fmla="*/ 1954145 w 2696606"/>
                <a:gd name="connsiteY9-440" fmla="*/ 2506100 h 2506578"/>
                <a:gd name="connsiteX10-441" fmla="*/ 1313284 w 2696606"/>
                <a:gd name="connsiteY10-442" fmla="*/ 1951208 h 2506578"/>
                <a:gd name="connsiteX11-443" fmla="*/ 385540 w 2696606"/>
                <a:gd name="connsiteY11-444" fmla="*/ 2210711 h 2506578"/>
                <a:gd name="connsiteX12-445" fmla="*/ 18224 w 2696606"/>
                <a:gd name="connsiteY12-446" fmla="*/ 1696467 h 2506578"/>
                <a:gd name="connsiteX13-447" fmla="*/ 234761 w 2696606"/>
                <a:gd name="connsiteY13-448" fmla="*/ 898769 h 2506578"/>
                <a:gd name="connsiteX14-449" fmla="*/ 844361 w 2696606"/>
                <a:gd name="connsiteY14-450" fmla="*/ 0 h 2506578"/>
                <a:gd name="connsiteX0-451" fmla="*/ 844361 w 2696606"/>
                <a:gd name="connsiteY0-452" fmla="*/ 0 h 2506578"/>
                <a:gd name="connsiteX1-453" fmla="*/ 1635639 w 2696606"/>
                <a:gd name="connsiteY1-454" fmla="*/ 318507 h 2506578"/>
                <a:gd name="connsiteX2-455" fmla="*/ 1652973 w 2696606"/>
                <a:gd name="connsiteY2-456" fmla="*/ 339516 h 2506578"/>
                <a:gd name="connsiteX3-457" fmla="*/ 1710609 w 2696606"/>
                <a:gd name="connsiteY3-458" fmla="*/ 324696 h 2506578"/>
                <a:gd name="connsiteX4-459" fmla="*/ 1875991 w 2696606"/>
                <a:gd name="connsiteY4-460" fmla="*/ 308024 h 2506578"/>
                <a:gd name="connsiteX5-461" fmla="*/ 2696606 w 2696606"/>
                <a:gd name="connsiteY5-462" fmla="*/ 1128639 h 2506578"/>
                <a:gd name="connsiteX6-463" fmla="*/ 2334805 w 2696606"/>
                <a:gd name="connsiteY6-464" fmla="*/ 1809106 h 2506578"/>
                <a:gd name="connsiteX7-465" fmla="*/ 2266734 w 2696606"/>
                <a:gd name="connsiteY7-466" fmla="*/ 1846054 h 2506578"/>
                <a:gd name="connsiteX8-467" fmla="*/ 2253313 w 2696606"/>
                <a:gd name="connsiteY8-468" fmla="*/ 1898250 h 2506578"/>
                <a:gd name="connsiteX9-469" fmla="*/ 1954145 w 2696606"/>
                <a:gd name="connsiteY9-470" fmla="*/ 2506100 h 2506578"/>
                <a:gd name="connsiteX10-471" fmla="*/ 1313284 w 2696606"/>
                <a:gd name="connsiteY10-472" fmla="*/ 1951208 h 2506578"/>
                <a:gd name="connsiteX11-473" fmla="*/ 385540 w 2696606"/>
                <a:gd name="connsiteY11-474" fmla="*/ 2210711 h 2506578"/>
                <a:gd name="connsiteX12-475" fmla="*/ 18224 w 2696606"/>
                <a:gd name="connsiteY12-476" fmla="*/ 1696467 h 2506578"/>
                <a:gd name="connsiteX13-477" fmla="*/ 234761 w 2696606"/>
                <a:gd name="connsiteY13-478" fmla="*/ 898769 h 2506578"/>
                <a:gd name="connsiteX14-479" fmla="*/ 844361 w 2696606"/>
                <a:gd name="connsiteY14-480" fmla="*/ 0 h 25065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2696606" h="2506578">
                  <a:moveTo>
                    <a:pt x="844361" y="0"/>
                  </a:moveTo>
                  <a:cubicBezTo>
                    <a:pt x="2196384" y="1391139"/>
                    <a:pt x="1487137" y="170005"/>
                    <a:pt x="1635639" y="318507"/>
                  </a:cubicBezTo>
                  <a:lnTo>
                    <a:pt x="1652973" y="339516"/>
                  </a:lnTo>
                  <a:lnTo>
                    <a:pt x="1710609" y="324696"/>
                  </a:lnTo>
                  <a:cubicBezTo>
                    <a:pt x="1764029" y="313765"/>
                    <a:pt x="1819340" y="308024"/>
                    <a:pt x="1875991" y="308024"/>
                  </a:cubicBezTo>
                  <a:cubicBezTo>
                    <a:pt x="2329204" y="308024"/>
                    <a:pt x="2696606" y="675426"/>
                    <a:pt x="2696606" y="1128639"/>
                  </a:cubicBezTo>
                  <a:cubicBezTo>
                    <a:pt x="2696606" y="1411897"/>
                    <a:pt x="2553090" y="1661635"/>
                    <a:pt x="2334805" y="1809106"/>
                  </a:cubicBezTo>
                  <a:lnTo>
                    <a:pt x="2266734" y="1846054"/>
                  </a:lnTo>
                  <a:lnTo>
                    <a:pt x="2253313" y="1898250"/>
                  </a:lnTo>
                  <a:cubicBezTo>
                    <a:pt x="2149414" y="2232296"/>
                    <a:pt x="2110816" y="2497274"/>
                    <a:pt x="1954145" y="2506100"/>
                  </a:cubicBezTo>
                  <a:cubicBezTo>
                    <a:pt x="1797474" y="2514926"/>
                    <a:pt x="1313284" y="2404421"/>
                    <a:pt x="1313284" y="1951208"/>
                  </a:cubicBezTo>
                  <a:cubicBezTo>
                    <a:pt x="1314046" y="1936109"/>
                    <a:pt x="601383" y="2253168"/>
                    <a:pt x="385540" y="2210711"/>
                  </a:cubicBezTo>
                  <a:cubicBezTo>
                    <a:pt x="169697" y="2168254"/>
                    <a:pt x="-68291" y="1929907"/>
                    <a:pt x="18224" y="1696467"/>
                  </a:cubicBezTo>
                  <a:cubicBezTo>
                    <a:pt x="104739" y="1463027"/>
                    <a:pt x="477038" y="1221104"/>
                    <a:pt x="234761" y="898769"/>
                  </a:cubicBezTo>
                  <a:cubicBezTo>
                    <a:pt x="-109116" y="375217"/>
                    <a:pt x="391148" y="0"/>
                    <a:pt x="844361" y="0"/>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字魂59号-创粗黑" panose="00000500000000000000" pitchFamily="2" charset="-122"/>
              </a:endParaRPr>
            </a:p>
          </p:txBody>
        </p:sp>
      </p:grpSp>
      <p:pic>
        <p:nvPicPr>
          <p:cNvPr id="42" name="Picture 41" descr="河南大学.png"/>
          <p:cNvPicPr>
            <a:picLocks noChangeAspect="1"/>
          </p:cNvPicPr>
          <p:nvPr/>
        </p:nvPicPr>
        <p:blipFill>
          <a:blip r:embed="rId17"/>
          <a:stretch>
            <a:fillRect/>
          </a:stretch>
        </p:blipFill>
        <p:spPr>
          <a:xfrm>
            <a:off x="10282827" y="172834"/>
            <a:ext cx="1756624" cy="479079"/>
          </a:xfrm>
          <a:prstGeom prst="rect">
            <a:avLst/>
          </a:prstGeom>
        </p:spPr>
      </p:pic>
      <p:sp>
        <p:nvSpPr>
          <p:cNvPr id="19" name="文本框 18"/>
          <p:cNvSpPr txBox="1"/>
          <p:nvPr/>
        </p:nvSpPr>
        <p:spPr>
          <a:xfrm>
            <a:off x="1495425" y="5701665"/>
            <a:ext cx="2676525" cy="368300"/>
          </a:xfrm>
          <a:prstGeom prst="rect">
            <a:avLst/>
          </a:prstGeom>
          <a:noFill/>
        </p:spPr>
        <p:txBody>
          <a:bodyPr wrap="square" rtlCol="0">
            <a:spAutoFit/>
          </a:bodyPr>
          <a:p>
            <a:r>
              <a:rPr lang="zh-CN" altLang="en-US"/>
              <a:t>图1：2024年中原城市群生态安全格局</a:t>
            </a:r>
            <a:endParaRPr lang="zh-CN" altLang="en-US"/>
          </a:p>
        </p:txBody>
      </p:sp>
      <p:pic>
        <p:nvPicPr>
          <p:cNvPr id="43" name="Picture 42" descr="image10.png"/>
          <p:cNvPicPr>
            <a:picLocks noChangeAspect="1"/>
          </p:cNvPicPr>
          <p:nvPr/>
        </p:nvPicPr>
        <p:blipFill>
          <a:blip r:embed="rId22"/>
          <a:stretch>
            <a:fillRect/>
          </a:stretch>
        </p:blipFill>
        <p:spPr>
          <a:xfrm>
            <a:off x="403225" y="2020962"/>
            <a:ext cx="4681855" cy="33107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 name="矩形 2"/>
          <p:cNvSpPr/>
          <p:nvPr>
            <p:custDataLst>
              <p:tags r:id="rId2"/>
            </p:custDataLst>
          </p:nvPr>
        </p:nvSpPr>
        <p:spPr>
          <a:xfrm>
            <a:off x="5026933" y="4000207"/>
            <a:ext cx="6208393" cy="819959"/>
          </a:xfrm>
          <a:prstGeom prst="rect">
            <a:avLst/>
          </a:prstGeom>
          <a:noFill/>
        </p:spPr>
        <p:txBody>
          <a:bodyPr wrap="square" lIns="0" tIns="0" rIns="0" bIns="36000" rtlCol="0" anchor="b">
            <a:noAutofit/>
          </a:bodyPr>
          <a:lstStyle/>
          <a:p>
            <a:pPr>
              <a:spcBef>
                <a:spcPct val="0"/>
              </a:spcBef>
              <a:spcAft>
                <a:spcPct val="0"/>
              </a:spcAft>
            </a:pPr>
            <a:r>
              <a:rPr lang="zh-CN" altLang="en-US" sz="2800" b="1" dirty="0">
                <a:solidFill>
                  <a:schemeClr val="accent2"/>
                </a:solidFill>
                <a:latin typeface="+mn-ea"/>
                <a:cs typeface="+mn-ea"/>
              </a:rPr>
              <a:t>研究目的</a:t>
            </a:r>
            <a:endParaRPr lang="zh-CN" altLang="en-US" sz="2800" b="1" dirty="0">
              <a:solidFill>
                <a:schemeClr val="accent2"/>
              </a:solidFill>
              <a:latin typeface="+mn-ea"/>
              <a:cs typeface="+mn-ea"/>
            </a:endParaRPr>
          </a:p>
        </p:txBody>
      </p:sp>
      <p:sp>
        <p:nvSpPr>
          <p:cNvPr id="7" name="矩形 6"/>
          <p:cNvSpPr/>
          <p:nvPr>
            <p:custDataLst>
              <p:tags r:id="rId3"/>
            </p:custDataLst>
          </p:nvPr>
        </p:nvSpPr>
        <p:spPr>
          <a:xfrm>
            <a:off x="5026933" y="1715307"/>
            <a:ext cx="6208393" cy="819959"/>
          </a:xfrm>
          <a:prstGeom prst="rect">
            <a:avLst/>
          </a:prstGeom>
          <a:noFill/>
        </p:spPr>
        <p:txBody>
          <a:bodyPr wrap="square" lIns="0" tIns="0" rIns="0" bIns="36000" rtlCol="0" anchor="b">
            <a:noAutofit/>
          </a:bodyPr>
          <a:lstStyle/>
          <a:p>
            <a:pPr>
              <a:spcBef>
                <a:spcPct val="0"/>
              </a:spcBef>
              <a:spcAft>
                <a:spcPct val="0"/>
              </a:spcAft>
            </a:pPr>
            <a:r>
              <a:rPr lang="zh-CN" altLang="en-US" sz="2800" b="1" dirty="0">
                <a:solidFill>
                  <a:schemeClr val="accent1"/>
                </a:solidFill>
                <a:latin typeface="+mn-ea"/>
                <a:cs typeface="+mn-ea"/>
              </a:rPr>
              <a:t>研究意义</a:t>
            </a:r>
            <a:endParaRPr lang="zh-CN" altLang="en-US" sz="2800" b="1" dirty="0">
              <a:solidFill>
                <a:schemeClr val="accent1"/>
              </a:solidFill>
              <a:latin typeface="+mn-ea"/>
              <a:cs typeface="+mn-ea"/>
            </a:endParaRPr>
          </a:p>
        </p:txBody>
      </p:sp>
      <p:sp>
        <p:nvSpPr>
          <p:cNvPr id="8" name="矩形 7"/>
          <p:cNvSpPr/>
          <p:nvPr>
            <p:custDataLst>
              <p:tags r:id="rId4"/>
            </p:custDataLst>
          </p:nvPr>
        </p:nvSpPr>
        <p:spPr>
          <a:xfrm>
            <a:off x="5026660" y="2534920"/>
            <a:ext cx="6208395" cy="1088390"/>
          </a:xfrm>
          <a:prstGeom prst="rect">
            <a:avLst/>
          </a:prstGeom>
          <a:noFill/>
        </p:spPr>
        <p:txBody>
          <a:bodyPr wrap="square" lIns="0" tIns="0" rIns="0" bIns="0" rtlCol="0" anchor="t" anchorCtr="0">
            <a:noAutofit/>
          </a:bodyPr>
          <a:lstStyle/>
          <a:p>
            <a:pPr>
              <a:lnSpc>
                <a:spcPct val="130000"/>
              </a:lnSpc>
              <a:spcBef>
                <a:spcPct val="0"/>
              </a:spcBef>
              <a:spcAft>
                <a:spcPct val="0"/>
              </a:spcAft>
            </a:pPr>
            <a:r>
              <a:rPr lang="zh-CN" altLang="en-US" sz="2000" dirty="0">
                <a:solidFill>
                  <a:schemeClr val="tx1"/>
                </a:solidFill>
                <a:latin typeface="+mn-ea"/>
                <a:cs typeface="+mn-ea"/>
              </a:rPr>
              <a:t>揭示建成区扩张与生态网络的非同步演变，识别直接占用之外的廊道邻近空间压力。</a:t>
            </a:r>
            <a:endParaRPr lang="zh-CN" altLang="en-US" sz="2000" dirty="0">
              <a:solidFill>
                <a:schemeClr val="tx1"/>
              </a:solidFill>
              <a:latin typeface="+mn-ea"/>
              <a:cs typeface="+mn-ea"/>
            </a:endParaRPr>
          </a:p>
        </p:txBody>
      </p:sp>
      <p:sp>
        <p:nvSpPr>
          <p:cNvPr id="10" name="矩形 9"/>
          <p:cNvSpPr/>
          <p:nvPr>
            <p:custDataLst>
              <p:tags r:id="rId5"/>
            </p:custDataLst>
          </p:nvPr>
        </p:nvSpPr>
        <p:spPr>
          <a:xfrm>
            <a:off x="5026933" y="4761111"/>
            <a:ext cx="6208393" cy="1550281"/>
          </a:xfrm>
          <a:prstGeom prst="rect">
            <a:avLst/>
          </a:prstGeom>
          <a:noFill/>
        </p:spPr>
        <p:txBody>
          <a:bodyPr wrap="square" lIns="0" tIns="0" rIns="0" bIns="0" rtlCol="0" anchor="t" anchorCtr="0">
            <a:noAutofit/>
          </a:bodyPr>
          <a:lstStyle/>
          <a:p>
            <a:pPr lvl="0" algn="l">
              <a:lnSpc>
                <a:spcPct val="130000"/>
              </a:lnSpc>
              <a:buClrTx/>
              <a:buSzTx/>
              <a:buFontTx/>
            </a:pPr>
            <a:r>
              <a:rPr lang="zh-CN" altLang="en-US" sz="2000" dirty="0">
                <a:latin typeface="+mn-ea"/>
                <a:cs typeface="+mn-ea"/>
                <a:sym typeface="+mn-ea"/>
              </a:rPr>
              <a:t>融合夜间灯光、POI与土地利用数据识别四期建成区；构建生态网络；分析距离梯度并提出优化策略。</a:t>
            </a:r>
            <a:endParaRPr lang="zh-CN" altLang="en-US" sz="2000" dirty="0">
              <a:latin typeface="+mn-ea"/>
              <a:cs typeface="+mn-ea"/>
              <a:sym typeface="+mn-ea"/>
            </a:endParaRPr>
          </a:p>
        </p:txBody>
      </p:sp>
      <p:sp>
        <p:nvSpPr>
          <p:cNvPr id="19" name="任意多边形: 形状 18"/>
          <p:cNvSpPr/>
          <p:nvPr>
            <p:custDataLst>
              <p:tags r:id="rId6"/>
            </p:custDataLst>
          </p:nvPr>
        </p:nvSpPr>
        <p:spPr>
          <a:xfrm>
            <a:off x="980119" y="1729889"/>
            <a:ext cx="3172579" cy="4176000"/>
          </a:xfrm>
          <a:custGeom>
            <a:avLst/>
            <a:gdLst>
              <a:gd name="connsiteX0" fmla="*/ 1084579 w 3172579"/>
              <a:gd name="connsiteY0" fmla="*/ 0 h 4176000"/>
              <a:gd name="connsiteX1" fmla="*/ 3172579 w 3172579"/>
              <a:gd name="connsiteY1" fmla="*/ 2088000 h 4176000"/>
              <a:gd name="connsiteX2" fmla="*/ 1084579 w 3172579"/>
              <a:gd name="connsiteY2" fmla="*/ 4176000 h 4176000"/>
              <a:gd name="connsiteX3" fmla="*/ 89315 w 3172579"/>
              <a:gd name="connsiteY3" fmla="*/ 3923990 h 4176000"/>
              <a:gd name="connsiteX4" fmla="*/ 0 w 3172579"/>
              <a:gd name="connsiteY4" fmla="*/ 3869730 h 4176000"/>
              <a:gd name="connsiteX5" fmla="*/ 0 w 3172579"/>
              <a:gd name="connsiteY5" fmla="*/ 306270 h 4176000"/>
              <a:gd name="connsiteX6" fmla="*/ 89315 w 3172579"/>
              <a:gd name="connsiteY6" fmla="*/ 252010 h 4176000"/>
              <a:gd name="connsiteX7" fmla="*/ 1084579 w 3172579"/>
              <a:gd name="connsiteY7" fmla="*/ 0 h 41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72579" h="4176000">
                <a:moveTo>
                  <a:pt x="1084579" y="0"/>
                </a:moveTo>
                <a:cubicBezTo>
                  <a:pt x="2237750" y="0"/>
                  <a:pt x="3172579" y="934829"/>
                  <a:pt x="3172579" y="2088000"/>
                </a:cubicBezTo>
                <a:cubicBezTo>
                  <a:pt x="3172579" y="3241171"/>
                  <a:pt x="2237750" y="4176000"/>
                  <a:pt x="1084579" y="4176000"/>
                </a:cubicBezTo>
                <a:cubicBezTo>
                  <a:pt x="724213" y="4176000"/>
                  <a:pt x="385170" y="4084708"/>
                  <a:pt x="89315" y="3923990"/>
                </a:cubicBezTo>
                <a:lnTo>
                  <a:pt x="0" y="3869730"/>
                </a:lnTo>
                <a:lnTo>
                  <a:pt x="0" y="306270"/>
                </a:lnTo>
                <a:lnTo>
                  <a:pt x="89315" y="252010"/>
                </a:lnTo>
                <a:cubicBezTo>
                  <a:pt x="385170" y="91292"/>
                  <a:pt x="724213" y="0"/>
                  <a:pt x="1084579" y="0"/>
                </a:cubicBezTo>
                <a:close/>
              </a:path>
            </a:pathLst>
          </a:custGeom>
          <a:noFill/>
          <a:ln>
            <a:gradFill>
              <a:gsLst>
                <a:gs pos="100000">
                  <a:schemeClr val="tx1">
                    <a:lumMod val="50000"/>
                    <a:lumOff val="50000"/>
                    <a:alpha val="30000"/>
                  </a:schemeClr>
                </a:gs>
                <a:gs pos="15000">
                  <a:srgbClr val="FFFFFF">
                    <a:lumMod val="20000"/>
                    <a:lumOff val="80000"/>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0" name="椭圆 19"/>
          <p:cNvSpPr/>
          <p:nvPr>
            <p:custDataLst>
              <p:tags r:id="rId7"/>
            </p:custDataLst>
          </p:nvPr>
        </p:nvSpPr>
        <p:spPr>
          <a:xfrm>
            <a:off x="980117" y="2727447"/>
            <a:ext cx="2169160" cy="2169160"/>
          </a:xfrm>
          <a:prstGeom prst="ellipse">
            <a:avLst/>
          </a:prstGeom>
          <a:solidFill>
            <a:schemeClr val="accent1"/>
          </a:solidFill>
          <a:ln>
            <a:gradFill>
              <a:gsLst>
                <a:gs pos="37000">
                  <a:srgbClr val="FFFFFF"/>
                </a:gs>
                <a:gs pos="0">
                  <a:schemeClr val="accent1">
                    <a:lumMod val="45000"/>
                    <a:lumOff val="55000"/>
                  </a:schemeClr>
                </a:gs>
                <a:gs pos="100000">
                  <a:srgbClr val="FFFFFF"/>
                </a:gs>
                <a:gs pos="71000">
                  <a:schemeClr val="accent1">
                    <a:lumMod val="30000"/>
                    <a:lumOff val="70000"/>
                  </a:schemeClr>
                </a:gs>
              </a:gsLst>
              <a:lin ang="162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algn="ctr">
              <a:spcBef>
                <a:spcPct val="0"/>
              </a:spcBef>
              <a:spcAft>
                <a:spcPct val="0"/>
              </a:spcAft>
            </a:pPr>
            <a:r>
              <a:rPr lang="zh-CN" altLang="en-US" sz="2000" b="1" spc="150" dirty="0">
                <a:solidFill>
                  <a:srgbClr val="FFFFFF"/>
                </a:solidFill>
                <a:latin typeface="+mn-ea"/>
                <a:cs typeface="+mn-ea"/>
                <a:sym typeface="+mn-ea"/>
              </a:rPr>
              <a:t>研究意义与目的</a:t>
            </a:r>
            <a:endParaRPr lang="zh-CN" altLang="en-US" sz="2000" b="1" spc="150" dirty="0">
              <a:solidFill>
                <a:srgbClr val="FFFFFF"/>
              </a:solidFill>
              <a:latin typeface="+mn-ea"/>
              <a:cs typeface="+mn-ea"/>
              <a:sym typeface="+mn-ea"/>
            </a:endParaRPr>
          </a:p>
        </p:txBody>
      </p:sp>
      <p:sp>
        <p:nvSpPr>
          <p:cNvPr id="6" name="椭圆 5"/>
          <p:cNvSpPr/>
          <p:nvPr>
            <p:custDataLst>
              <p:tags r:id="rId8"/>
            </p:custDataLst>
          </p:nvPr>
        </p:nvSpPr>
        <p:spPr>
          <a:xfrm>
            <a:off x="3487661" y="4761120"/>
            <a:ext cx="607695" cy="607695"/>
          </a:xfrm>
          <a:prstGeom prst="ellipse">
            <a:avLst/>
          </a:prstGeom>
          <a:solidFill>
            <a:schemeClr val="accent2"/>
          </a:solidFill>
          <a:ln>
            <a:gradFill>
              <a:gsLst>
                <a:gs pos="37000">
                  <a:srgbClr val="FFFFFF"/>
                </a:gs>
                <a:gs pos="0">
                  <a:schemeClr val="accent2">
                    <a:lumMod val="20000"/>
                    <a:lumOff val="80000"/>
                  </a:schemeClr>
                </a:gs>
                <a:gs pos="100000">
                  <a:srgbClr val="FFFFFF"/>
                </a:gs>
                <a:gs pos="71000">
                  <a:schemeClr val="accent2">
                    <a:lumMod val="20000"/>
                    <a:lumOff val="80000"/>
                  </a:schemeClr>
                </a:gs>
              </a:gsLst>
              <a:lin ang="1578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spcBef>
                <a:spcPct val="0"/>
              </a:spcBef>
              <a:spcAft>
                <a:spcPct val="0"/>
              </a:spcAft>
              <a:buClrTx/>
              <a:buSzTx/>
              <a:buFontTx/>
            </a:pPr>
            <a:r>
              <a:rPr lang="en-US" altLang="zh-CN" sz="1400" b="1" dirty="0">
                <a:solidFill>
                  <a:srgbClr val="FFFFFF"/>
                </a:solidFill>
                <a:latin typeface="+mn-ea"/>
                <a:cs typeface="+mn-ea"/>
                <a:sym typeface="+mn-ea"/>
              </a:rPr>
              <a:t>02</a:t>
            </a:r>
            <a:endParaRPr lang="en-US" altLang="zh-CN" sz="1400" b="1" dirty="0">
              <a:solidFill>
                <a:srgbClr val="FFFFFF"/>
              </a:solidFill>
              <a:latin typeface="+mn-ea"/>
              <a:cs typeface="+mn-ea"/>
              <a:sym typeface="+mn-ea"/>
            </a:endParaRPr>
          </a:p>
        </p:txBody>
      </p:sp>
      <p:sp>
        <p:nvSpPr>
          <p:cNvPr id="33" name="椭圆 32"/>
          <p:cNvSpPr/>
          <p:nvPr>
            <p:custDataLst>
              <p:tags r:id="rId9"/>
            </p:custDataLst>
          </p:nvPr>
        </p:nvSpPr>
        <p:spPr>
          <a:xfrm>
            <a:off x="3487661" y="2268892"/>
            <a:ext cx="607695" cy="607695"/>
          </a:xfrm>
          <a:prstGeom prst="ellipse">
            <a:avLst/>
          </a:prstGeom>
          <a:solidFill>
            <a:schemeClr val="accent1"/>
          </a:solidFill>
          <a:ln>
            <a:gradFill>
              <a:gsLst>
                <a:gs pos="37000">
                  <a:srgbClr val="FFFFFF"/>
                </a:gs>
                <a:gs pos="0">
                  <a:schemeClr val="accent1">
                    <a:lumMod val="20000"/>
                    <a:lumOff val="80000"/>
                  </a:schemeClr>
                </a:gs>
                <a:gs pos="100000">
                  <a:srgbClr val="FFFFFF"/>
                </a:gs>
                <a:gs pos="71000">
                  <a:schemeClr val="accent1">
                    <a:lumMod val="20000"/>
                    <a:lumOff val="80000"/>
                  </a:schemeClr>
                </a:gs>
              </a:gsLst>
              <a:lin ang="1578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tIns="45720" bIns="45720" numCol="1" spcCol="0" rtlCol="0" fromWordArt="0" anchor="ctr" anchorCtr="0" forceAA="0" compatLnSpc="1">
            <a:noAutofit/>
          </a:bodyPr>
          <a:lstStyle/>
          <a:p>
            <a:pPr lvl="0" algn="ctr">
              <a:spcBef>
                <a:spcPct val="0"/>
              </a:spcBef>
              <a:spcAft>
                <a:spcPct val="0"/>
              </a:spcAft>
              <a:buClrTx/>
              <a:buSzTx/>
              <a:buFontTx/>
            </a:pPr>
            <a:r>
              <a:rPr lang="en-US" altLang="zh-CN" sz="1400" b="1" dirty="0">
                <a:solidFill>
                  <a:srgbClr val="FFFFFF"/>
                </a:solidFill>
                <a:latin typeface="+mn-ea"/>
                <a:cs typeface="+mn-ea"/>
                <a:sym typeface="+mn-ea"/>
              </a:rPr>
              <a:t>01</a:t>
            </a:r>
            <a:endParaRPr lang="en-US" altLang="zh-CN" sz="1400" b="1" dirty="0">
              <a:solidFill>
                <a:srgbClr val="FFFFFF"/>
              </a:solidFill>
              <a:latin typeface="+mn-ea"/>
              <a:cs typeface="+mn-ea"/>
              <a:sym typeface="+mn-ea"/>
            </a:endParaRPr>
          </a:p>
        </p:txBody>
      </p:sp>
      <p:sp>
        <p:nvSpPr>
          <p:cNvPr id="23" name="淘宝-想搞设计PPT(倒卖必究)-23"/>
          <p:cNvSpPr txBox="1"/>
          <p:nvPr/>
        </p:nvSpPr>
        <p:spPr>
          <a:xfrm>
            <a:off x="3769360" y="333375"/>
            <a:ext cx="4674235" cy="553720"/>
          </a:xfrm>
          <a:prstGeom prst="rect">
            <a:avLst/>
          </a:prstGeom>
          <a:noFill/>
        </p:spPr>
        <p:txBody>
          <a:bodyPr wrap="square" rtlCol="0">
            <a:noAutofit/>
            <a:scene3d>
              <a:camera prst="orthographicFront"/>
              <a:lightRig rig="threePt" dir="t"/>
            </a:scene3d>
            <a:sp3d contourW="12700"/>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为什么研究中原城市群？
——研究意义与目的</a:t>
            </a:r>
            <a:endPar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endParaRPr>
          </a:p>
        </p:txBody>
      </p:sp>
    </p:spTree>
    <p:custDataLst>
      <p:tags r:id="rId10"/>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666f51baef443a5cec432cdf.jpg"/>
          <p:cNvPicPr>
            <a:picLocks noChangeAspect="1"/>
          </p:cNvPicPr>
          <p:nvPr/>
        </p:nvPicPr>
        <p:blipFill>
          <a:blip r:embed="rId1"/>
          <a:stretch>
            <a:fillRect/>
          </a:stretch>
        </p:blipFill>
        <p:spPr>
          <a:xfrm>
            <a:off x="-2999845" y="-12877"/>
            <a:ext cx="10993403" cy="6870876"/>
          </a:xfrm>
          <a:prstGeom prst="rect">
            <a:avLst/>
          </a:prstGeom>
        </p:spPr>
      </p:pic>
      <p:grpSp>
        <p:nvGrpSpPr>
          <p:cNvPr id="2" name="组合 1"/>
          <p:cNvGrpSpPr/>
          <p:nvPr/>
        </p:nvGrpSpPr>
        <p:grpSpPr>
          <a:xfrm flipH="1">
            <a:off x="0" y="-46890"/>
            <a:ext cx="12074400" cy="7221414"/>
            <a:chOff x="0" y="-46890"/>
            <a:chExt cx="12074767" cy="7221414"/>
          </a:xfrm>
        </p:grpSpPr>
        <p:sp>
          <p:nvSpPr>
            <p:cNvPr id="11" name="淘宝-想搞设计PPT(倒卖必究)-11"/>
            <p:cNvSpPr/>
            <p:nvPr/>
          </p:nvSpPr>
          <p:spPr>
            <a:xfrm>
              <a:off x="0" y="0"/>
              <a:ext cx="8186080" cy="6858000"/>
            </a:xfrm>
            <a:custGeom>
              <a:avLst/>
              <a:gdLst>
                <a:gd name="connsiteX0" fmla="*/ 0 w 8186080"/>
                <a:gd name="connsiteY0" fmla="*/ 0 h 6858000"/>
                <a:gd name="connsiteX1" fmla="*/ 8186080 w 8186080"/>
                <a:gd name="connsiteY1" fmla="*/ 0 h 6858000"/>
                <a:gd name="connsiteX2" fmla="*/ 8167328 w 8186080"/>
                <a:gd name="connsiteY2" fmla="*/ 130526 h 6858000"/>
                <a:gd name="connsiteX3" fmla="*/ 6267937 w 8186080"/>
                <a:gd name="connsiteY3" fmla="*/ 1926156 h 6858000"/>
                <a:gd name="connsiteX4" fmla="*/ 6791566 w 8186080"/>
                <a:gd name="connsiteY4" fmla="*/ 4322570 h 6858000"/>
                <a:gd name="connsiteX5" fmla="*/ 4768410 w 8186080"/>
                <a:gd name="connsiteY5" fmla="*/ 6848508 h 6858000"/>
                <a:gd name="connsiteX6" fmla="*/ 4772321 w 8186080"/>
                <a:gd name="connsiteY6" fmla="*/ 6858000 h 6858000"/>
                <a:gd name="connsiteX7" fmla="*/ 0 w 818608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86080" h="6858000">
                  <a:moveTo>
                    <a:pt x="0" y="0"/>
                  </a:moveTo>
                  <a:lnTo>
                    <a:pt x="8186080" y="0"/>
                  </a:lnTo>
                  <a:lnTo>
                    <a:pt x="8167328" y="130526"/>
                  </a:lnTo>
                  <a:cubicBezTo>
                    <a:pt x="7899244" y="1733300"/>
                    <a:pt x="6766372" y="1339326"/>
                    <a:pt x="6267937" y="1926156"/>
                  </a:cubicBezTo>
                  <a:cubicBezTo>
                    <a:pt x="5753424" y="2531916"/>
                    <a:pt x="5753423" y="2928656"/>
                    <a:pt x="6791566" y="4322570"/>
                  </a:cubicBezTo>
                  <a:cubicBezTo>
                    <a:pt x="7732383" y="5585805"/>
                    <a:pt x="4691474" y="6382698"/>
                    <a:pt x="4768410" y="6848508"/>
                  </a:cubicBezTo>
                  <a:lnTo>
                    <a:pt x="4772321" y="6858000"/>
                  </a:lnTo>
                  <a:lnTo>
                    <a:pt x="0" y="6858000"/>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淘宝-想搞设计PPT(倒卖必究)-14"/>
            <p:cNvSpPr/>
            <p:nvPr/>
          </p:nvSpPr>
          <p:spPr>
            <a:xfrm>
              <a:off x="4766972" y="-46890"/>
              <a:ext cx="7307795" cy="7221414"/>
            </a:xfrm>
            <a:custGeom>
              <a:avLst/>
              <a:gdLst>
                <a:gd name="connsiteX0" fmla="*/ 7307795 w 7307795"/>
                <a:gd name="connsiteY0" fmla="*/ 0 h 7221414"/>
                <a:gd name="connsiteX1" fmla="*/ 7307795 w 7307795"/>
                <a:gd name="connsiteY1" fmla="*/ 1543 h 7221414"/>
                <a:gd name="connsiteX2" fmla="*/ 3798687 w 7307795"/>
                <a:gd name="connsiteY2" fmla="*/ 15975 h 7221414"/>
                <a:gd name="connsiteX3" fmla="*/ 1876103 w 7307795"/>
                <a:gd name="connsiteY3" fmla="*/ 1973046 h 7221414"/>
                <a:gd name="connsiteX4" fmla="*/ 2399732 w 7307795"/>
                <a:gd name="connsiteY4" fmla="*/ 4369460 h 7221414"/>
                <a:gd name="connsiteX5" fmla="*/ 508409 w 7307795"/>
                <a:gd name="connsiteY5" fmla="*/ 7029480 h 7221414"/>
                <a:gd name="connsiteX6" fmla="*/ 1867637 w 7307795"/>
                <a:gd name="connsiteY6" fmla="*/ 7218557 h 7221414"/>
                <a:gd name="connsiteX7" fmla="*/ 1999012 w 7307795"/>
                <a:gd name="connsiteY7" fmla="*/ 7220162 h 7221414"/>
                <a:gd name="connsiteX8" fmla="*/ 1928457 w 7307795"/>
                <a:gd name="connsiteY8" fmla="*/ 7220989 h 7221414"/>
                <a:gd name="connsiteX9" fmla="*/ 133271 w 7307795"/>
                <a:gd name="connsiteY9" fmla="*/ 7029480 h 7221414"/>
                <a:gd name="connsiteX10" fmla="*/ 2024594 w 7307795"/>
                <a:gd name="connsiteY10" fmla="*/ 4369460 h 7221414"/>
                <a:gd name="connsiteX11" fmla="*/ 1500965 w 7307795"/>
                <a:gd name="connsiteY11" fmla="*/ 1973046 h 7221414"/>
                <a:gd name="connsiteX12" fmla="*/ 3423549 w 7307795"/>
                <a:gd name="connsiteY12" fmla="*/ 15975 h 7221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07795" h="7221414">
                  <a:moveTo>
                    <a:pt x="7307795" y="0"/>
                  </a:moveTo>
                  <a:lnTo>
                    <a:pt x="7307795" y="1543"/>
                  </a:lnTo>
                  <a:lnTo>
                    <a:pt x="3798687" y="15975"/>
                  </a:lnTo>
                  <a:cubicBezTo>
                    <a:pt x="3581158" y="1806628"/>
                    <a:pt x="2390616" y="1367286"/>
                    <a:pt x="1876103" y="1973046"/>
                  </a:cubicBezTo>
                  <a:cubicBezTo>
                    <a:pt x="1361590" y="2578806"/>
                    <a:pt x="1361589" y="2975546"/>
                    <a:pt x="2399732" y="4369460"/>
                  </a:cubicBezTo>
                  <a:cubicBezTo>
                    <a:pt x="3437875" y="5763374"/>
                    <a:pt x="-372125" y="6589472"/>
                    <a:pt x="508409" y="7029480"/>
                  </a:cubicBezTo>
                  <a:cubicBezTo>
                    <a:pt x="756060" y="7153232"/>
                    <a:pt x="1242751" y="7206321"/>
                    <a:pt x="1867637" y="7218557"/>
                  </a:cubicBezTo>
                  <a:lnTo>
                    <a:pt x="1999012" y="7220162"/>
                  </a:lnTo>
                  <a:lnTo>
                    <a:pt x="1928457" y="7220989"/>
                  </a:lnTo>
                  <a:cubicBezTo>
                    <a:pt x="1095724" y="7226426"/>
                    <a:pt x="435955" y="7180733"/>
                    <a:pt x="133271" y="7029480"/>
                  </a:cubicBezTo>
                  <a:cubicBezTo>
                    <a:pt x="-747263" y="6589472"/>
                    <a:pt x="3062737" y="5763374"/>
                    <a:pt x="2024594" y="4369460"/>
                  </a:cubicBezTo>
                  <a:cubicBezTo>
                    <a:pt x="986451" y="2975546"/>
                    <a:pt x="986452" y="2578806"/>
                    <a:pt x="1500965" y="1973046"/>
                  </a:cubicBezTo>
                  <a:cubicBezTo>
                    <a:pt x="2015478" y="1367286"/>
                    <a:pt x="3206020" y="1806628"/>
                    <a:pt x="3423549" y="15975"/>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ea typeface="字魂59号-创粗黑" panose="00000500000000000000" pitchFamily="2" charset="-122"/>
              </a:endParaRPr>
            </a:p>
          </p:txBody>
        </p:sp>
      </p:grpSp>
      <p:sp>
        <p:nvSpPr>
          <p:cNvPr id="3" name="淘宝-想搞设计PPT(倒卖必究)-3"/>
          <p:cNvSpPr txBox="1"/>
          <p:nvPr/>
        </p:nvSpPr>
        <p:spPr>
          <a:xfrm>
            <a:off x="7002172" y="2125448"/>
            <a:ext cx="2018373" cy="1862048"/>
          </a:xfrm>
          <a:prstGeom prst="rect">
            <a:avLst/>
          </a:prstGeom>
          <a:noFill/>
        </p:spPr>
        <p:txBody>
          <a:bodyPr wrap="square" rtlCol="0">
            <a:spAutoFit/>
            <a:scene3d>
              <a:camera prst="orthographicFront"/>
              <a:lightRig rig="threePt" dir="t"/>
            </a:scene3d>
            <a:sp3d contourW="12700"/>
          </a:bodyPr>
          <a:lstStyle/>
          <a:p>
            <a:pPr lvl="0" algn="dist">
              <a:defRPr/>
            </a:pPr>
            <a:r>
              <a:rPr lang="en-US" altLang="zh-CN" sz="11500" b="1" dirty="0">
                <a:solidFill>
                  <a:schemeClr val="tx1">
                    <a:lumMod val="75000"/>
                    <a:lumOff val="25000"/>
                  </a:schemeClr>
                </a:solidFill>
                <a:ea typeface="字魂59号-创粗黑" panose="00000500000000000000" pitchFamily="2" charset="-122"/>
              </a:rPr>
              <a:t>02</a:t>
            </a:r>
            <a:endParaRPr lang="zh-CN" altLang="en-US" sz="11500" b="1" dirty="0">
              <a:solidFill>
                <a:schemeClr val="tx1">
                  <a:lumMod val="75000"/>
                  <a:lumOff val="25000"/>
                </a:schemeClr>
              </a:solidFill>
              <a:ea typeface="字魂59号-创粗黑" panose="00000500000000000000" pitchFamily="2" charset="-122"/>
            </a:endParaRPr>
          </a:p>
        </p:txBody>
      </p:sp>
      <p:sp>
        <p:nvSpPr>
          <p:cNvPr id="4" name="淘宝-想搞设计PPT(倒卖必究)-4"/>
          <p:cNvSpPr txBox="1"/>
          <p:nvPr/>
        </p:nvSpPr>
        <p:spPr>
          <a:xfrm>
            <a:off x="7002173" y="1307728"/>
            <a:ext cx="1814086" cy="830997"/>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PART</a:t>
            </a:r>
            <a:endParaRPr kumimoji="0" lang="zh-CN" altLang="en-US" sz="4800" b="1" i="0" u="none" strike="noStrike" kern="1200" cap="none" spc="0" normalizeH="0" baseline="0" noProof="0" dirty="0">
              <a:ln>
                <a:noFill/>
              </a:ln>
              <a:solidFill>
                <a:srgbClr val="B71502"/>
              </a:solidFill>
              <a:effectLst/>
              <a:uLnTx/>
              <a:uFillTx/>
              <a:latin typeface="Arial" panose="020B0604020202020204"/>
              <a:ea typeface="字魂59号-创粗黑" panose="00000500000000000000" pitchFamily="2" charset="-122"/>
              <a:cs typeface="+mn-cs"/>
            </a:endParaRPr>
          </a:p>
        </p:txBody>
      </p:sp>
      <p:cxnSp>
        <p:nvCxnSpPr>
          <p:cNvPr id="6" name="淘宝-想搞设计PPT(倒卖必究)-6"/>
          <p:cNvCxnSpPr/>
          <p:nvPr/>
        </p:nvCxnSpPr>
        <p:spPr>
          <a:xfrm>
            <a:off x="7124701" y="5189378"/>
            <a:ext cx="1511299" cy="0"/>
          </a:xfrm>
          <a:prstGeom prst="line">
            <a:avLst/>
          </a:prstGeom>
          <a:ln w="38100">
            <a:solidFill>
              <a:srgbClr val="065EAF"/>
            </a:solidFill>
          </a:ln>
        </p:spPr>
        <p:style>
          <a:lnRef idx="1">
            <a:schemeClr val="accent1"/>
          </a:lnRef>
          <a:fillRef idx="0">
            <a:schemeClr val="accent1"/>
          </a:fillRef>
          <a:effectRef idx="0">
            <a:schemeClr val="accent1"/>
          </a:effectRef>
          <a:fontRef idx="minor">
            <a:schemeClr val="tx1"/>
          </a:fontRef>
        </p:style>
      </p:cxnSp>
      <p:sp>
        <p:nvSpPr>
          <p:cNvPr id="10" name="淘宝-想搞设计PPT(倒卖必究)-10"/>
          <p:cNvSpPr txBox="1"/>
          <p:nvPr/>
        </p:nvSpPr>
        <p:spPr>
          <a:xfrm>
            <a:off x="7065518" y="4048867"/>
            <a:ext cx="4587220" cy="792480"/>
          </a:xfrm>
          <a:prstGeom prst="rect">
            <a:avLst/>
          </a:prstGeom>
          <a:noFill/>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14000"/>
              </a:lnSpc>
              <a:spcBef>
                <a:spcPts val="0"/>
              </a:spcBef>
              <a:spcAft>
                <a:spcPts val="0"/>
              </a:spcAft>
              <a:buClrTx/>
              <a:buSzTx/>
              <a:buFontTx/>
              <a:buNone/>
              <a:defRPr/>
            </a:pPr>
            <a:r>
              <a:rPr lang="zh-CN" altLang="en-US" sz="4000" b="1" spc="300" dirty="0">
                <a:solidFill>
                  <a:schemeClr val="bg1">
                    <a:lumMod val="50000"/>
                  </a:schemeClr>
                </a:solidFill>
                <a:latin typeface="字魂59号-创粗黑" panose="00000500000000000000" pitchFamily="2" charset="-122"/>
                <a:ea typeface="字魂59号-创粗黑" panose="00000500000000000000" pitchFamily="2" charset="-122"/>
              </a:rPr>
              <a:t>研究数据与方法</a:t>
            </a:r>
            <a:endParaRPr lang="zh-CN" altLang="en-US" sz="4000" b="1" spc="300" dirty="0">
              <a:solidFill>
                <a:schemeClr val="bg1">
                  <a:lumMod val="50000"/>
                </a:schemeClr>
              </a:solidFill>
              <a:latin typeface="字魂59号-创粗黑" panose="00000500000000000000" pitchFamily="2" charset="-122"/>
              <a:ea typeface="字魂59号-创粗黑" panose="00000500000000000000" pitchFamily="2" charset="-122"/>
            </a:endParaRPr>
          </a:p>
        </p:txBody>
      </p:sp>
      <p:pic>
        <p:nvPicPr>
          <p:cNvPr id="22" name="Picture 21" descr="河南大学.png"/>
          <p:cNvPicPr>
            <a:picLocks noChangeAspect="1"/>
          </p:cNvPicPr>
          <p:nvPr/>
        </p:nvPicPr>
        <p:blipFill>
          <a:blip r:embed="rId2"/>
          <a:stretch>
            <a:fillRect/>
          </a:stretch>
        </p:blipFill>
        <p:spPr>
          <a:xfrm>
            <a:off x="10282827" y="172834"/>
            <a:ext cx="1756624" cy="47907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timing>
    <p:tnLst>
      <p:par>
        <p:cTn id="1" dur="indefinite" restart="never" nodeType="tmRoot"/>
      </p:par>
    </p:tnLst>
    <p:bldLst>
      <p:bldP spid="3" grpId="0"/>
      <p:bldP spid="4"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淘宝-想搞设计PPT(倒卖必究)-2" descr="e7d195523061f1c0f55f9af68525816972d868573ada39bc763F3977967589A5F92C178830C92595A6CE4D0132F8C206B2B04C416AAA86B7FD80AB023F78DAEB544E2F013E11B2B95AD21703D1C90034A379EC9026EFAAF5D8D3F6EDD7215B01313628C106AEB41116489E5C05F8950C3ECE596C8FF54A37023B6C2CA6ED6047B6328EC071A08E649D84E0BEC9811C20" hidden="1"/>
          <p:cNvSpPr txBox="1"/>
          <p:nvPr/>
        </p:nvSpPr>
        <p:spPr>
          <a:xfrm>
            <a:off x="-41140" y="901700"/>
            <a:ext cx="234680" cy="508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wordArtVert" wrap="square" lIns="25400" tIns="25400" rIns="25400" bIns="25400" numCol="1" spcCol="38100" rtlCol="0" anchor="ctr">
            <a:spAutoFit/>
          </a:bodyPr>
          <a:lstStyle/>
          <a:p>
            <a:pPr algn="ctr" defTabSz="412750" latinLnBrk="1" hangingPunct="0"/>
            <a:r>
              <a:rPr lang="en-US" altLang="zh-CN" sz="100" dirty="0">
                <a:solidFill>
                  <a:srgbClr val="000000"/>
                </a:solidFill>
                <a:ea typeface="字魂59号-创粗黑" panose="00000500000000000000" pitchFamily="2" charset="-122"/>
                <a:sym typeface="Helvetica Light"/>
              </a:rPr>
              <a:t>e7d195523061f1c0f55f9af68525816972d868573ada39bc763F3977967589A5F92C178830C92595A6CE4D0132F8C206B2B04C416AAA86B7FD80AB023F78DAEB544E2F013E11B2B95AD21703D1C90034A379EC9026EFAAF5D8D3F6EDD7215B01313628C106AEB41116489E5C05F8950C3ECE596C8FF54A37023B6C2CA6ED6047B6328EC071A08E649D84E0BEC9811C20</a:t>
            </a:r>
            <a:endParaRPr lang="zh-CN" altLang="en-US" sz="100" dirty="0">
              <a:solidFill>
                <a:srgbClr val="000000"/>
              </a:solidFill>
              <a:ea typeface="字魂59号-创粗黑" panose="00000500000000000000" pitchFamily="2" charset="-122"/>
              <a:sym typeface="Helvetica Light"/>
            </a:endParaRPr>
          </a:p>
        </p:txBody>
      </p:sp>
      <p:grpSp>
        <p:nvGrpSpPr>
          <p:cNvPr id="5" name="组合 4"/>
          <p:cNvGrpSpPr/>
          <p:nvPr>
            <p:custDataLst>
              <p:tags r:id="rId1"/>
            </p:custDataLst>
          </p:nvPr>
        </p:nvGrpSpPr>
        <p:grpSpPr>
          <a:xfrm>
            <a:off x="7893685" y="2369185"/>
            <a:ext cx="3630930" cy="1305519"/>
            <a:chOff x="7893828" y="2369316"/>
            <a:chExt cx="3155086" cy="1305195"/>
          </a:xfrm>
        </p:grpSpPr>
        <p:sp>
          <p:nvSpPr>
            <p:cNvPr id="18" name="淘宝-想搞设计PPT(倒卖必究)-18"/>
            <p:cNvSpPr/>
            <p:nvPr>
              <p:custDataLst>
                <p:tags r:id="rId2"/>
              </p:custDataLst>
            </p:nvPr>
          </p:nvSpPr>
          <p:spPr>
            <a:xfrm>
              <a:off x="7893828" y="2844772"/>
              <a:ext cx="3155086" cy="829739"/>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2000" dirty="0">
                  <a:solidFill>
                    <a:schemeClr val="tx1"/>
                  </a:solidFill>
                  <a:latin typeface="字魂59号-创粗黑" panose="00000500000000000000" pitchFamily="2" charset="-122"/>
                  <a:ea typeface="字魂59号-创粗黑" panose="00000500000000000000" pitchFamily="2" charset="-122"/>
                </a:rPr>
                <a:t>表征设施集聚程度并校正实体城市边缘。</a:t>
              </a:r>
              <a:endParaRPr lang="zh-CN" altLang="en-US" sz="2000" dirty="0">
                <a:solidFill>
                  <a:schemeClr val="tx1"/>
                </a:solidFill>
                <a:latin typeface="字魂59号-创粗黑" panose="00000500000000000000" pitchFamily="2" charset="-122"/>
                <a:ea typeface="字魂59号-创粗黑" panose="00000500000000000000" pitchFamily="2" charset="-122"/>
              </a:endParaRPr>
            </a:p>
          </p:txBody>
        </p:sp>
        <p:sp>
          <p:nvSpPr>
            <p:cNvPr id="19" name="淘宝-想搞设计PPT(倒卖必究)-19"/>
            <p:cNvSpPr/>
            <p:nvPr>
              <p:custDataLst>
                <p:tags r:id="rId3"/>
              </p:custDataLst>
            </p:nvPr>
          </p:nvSpPr>
          <p:spPr>
            <a:xfrm>
              <a:off x="8806940" y="2369316"/>
              <a:ext cx="2241974" cy="1124306"/>
            </a:xfrm>
            <a:prstGeom prst="rect">
              <a:avLst/>
            </a:prstGeom>
          </p:spPr>
          <p:txBody>
            <a:bodyPr wrap="square">
              <a:spAutoFit/>
              <a:scene3d>
                <a:camera prst="orthographicFront"/>
                <a:lightRig rig="threePt" dir="t"/>
              </a:scene3d>
              <a:sp3d contourW="12700"/>
            </a:bodyPr>
            <a:lstStyle/>
            <a:p>
              <a:pPr lvl="0" algn="just">
                <a:lnSpc>
                  <a:spcPct val="120000"/>
                </a:lnSpc>
                <a:buClrTx/>
                <a:buSzTx/>
                <a:buFontTx/>
              </a:pPr>
              <a:r>
                <a:rPr lang="en-US" altLang="zh-CN" sz="2800" b="1" dirty="0">
                  <a:latin typeface="字魂59号-创粗黑" panose="00000500000000000000" pitchFamily="2" charset="-122"/>
                  <a:ea typeface="字魂59号-创粗黑" panose="00000500000000000000" pitchFamily="2" charset="-122"/>
                  <a:sym typeface="+mn-ea"/>
                </a:rPr>
                <a:t>POI兴趣点数据</a:t>
              </a:r>
              <a:endParaRPr lang="en-US" altLang="zh-CN" sz="2800" b="1" dirty="0">
                <a:latin typeface="字魂59号-创粗黑" panose="00000500000000000000" pitchFamily="2" charset="-122"/>
                <a:ea typeface="字魂59号-创粗黑" panose="00000500000000000000" pitchFamily="2" charset="-122"/>
                <a:sym typeface="+mn-ea"/>
              </a:endParaRPr>
            </a:p>
          </p:txBody>
        </p:sp>
      </p:grpSp>
      <p:grpSp>
        <p:nvGrpSpPr>
          <p:cNvPr id="4" name="组合 3"/>
          <p:cNvGrpSpPr/>
          <p:nvPr>
            <p:custDataLst>
              <p:tags r:id="rId4"/>
            </p:custDataLst>
          </p:nvPr>
        </p:nvGrpSpPr>
        <p:grpSpPr>
          <a:xfrm>
            <a:off x="3470910" y="4773295"/>
            <a:ext cx="5922010" cy="1028541"/>
            <a:chOff x="3622028" y="4773490"/>
            <a:chExt cx="5245100" cy="1028541"/>
          </a:xfrm>
        </p:grpSpPr>
        <p:sp>
          <p:nvSpPr>
            <p:cNvPr id="22" name="淘宝-想搞设计PPT(倒卖必究)-22"/>
            <p:cNvSpPr/>
            <p:nvPr>
              <p:custDataLst>
                <p:tags r:id="rId5"/>
              </p:custDataLst>
            </p:nvPr>
          </p:nvSpPr>
          <p:spPr>
            <a:xfrm>
              <a:off x="3622663" y="5248946"/>
              <a:ext cx="4969794" cy="553085"/>
            </a:xfrm>
            <a:prstGeom prst="rect">
              <a:avLst/>
            </a:prstGeom>
          </p:spPr>
          <p:txBody>
            <a:bodyPr wrap="square">
              <a:spAutoFit/>
              <a:scene3d>
                <a:camera prst="orthographicFront"/>
                <a:lightRig rig="threePt" dir="t"/>
              </a:scene3d>
              <a:sp3d contourW="12700"/>
            </a:bodyPr>
            <a:lstStyle/>
            <a:p>
              <a:pPr indent="0" algn="ctr" fontAlgn="auto">
                <a:lnSpc>
                  <a:spcPct val="150000"/>
                </a:lnSpc>
              </a:pPr>
              <a:r>
                <a:rPr lang="zh-CN" altLang="en-US" sz="2000" dirty="0">
                  <a:solidFill>
                    <a:schemeClr val="tx1"/>
                  </a:solidFill>
                  <a:latin typeface="字魂59号-创粗黑" panose="00000500000000000000" pitchFamily="2" charset="-122"/>
                  <a:ea typeface="字魂59号-创粗黑" panose="00000500000000000000" pitchFamily="2" charset="-122"/>
                </a:rPr>
                <a:t>用于生态网络构建、精度检验与城市重心分析。</a:t>
              </a:r>
              <a:endParaRPr lang="zh-CN" altLang="en-US" sz="2000" dirty="0">
                <a:solidFill>
                  <a:schemeClr val="tx1"/>
                </a:solidFill>
                <a:latin typeface="字魂59号-创粗黑" panose="00000500000000000000" pitchFamily="2" charset="-122"/>
                <a:ea typeface="字魂59号-创粗黑" panose="00000500000000000000" pitchFamily="2" charset="-122"/>
              </a:endParaRPr>
            </a:p>
          </p:txBody>
        </p:sp>
        <p:sp>
          <p:nvSpPr>
            <p:cNvPr id="23" name="淘宝-想搞设计PPT(倒卖必究)-23"/>
            <p:cNvSpPr/>
            <p:nvPr>
              <p:custDataLst>
                <p:tags r:id="rId6"/>
              </p:custDataLst>
            </p:nvPr>
          </p:nvSpPr>
          <p:spPr>
            <a:xfrm>
              <a:off x="3622028" y="4773490"/>
              <a:ext cx="5245100" cy="737235"/>
            </a:xfrm>
            <a:prstGeom prst="rect">
              <a:avLst/>
            </a:prstGeom>
          </p:spPr>
          <p:txBody>
            <a:bodyPr wrap="square">
              <a:spAutoFit/>
              <a:scene3d>
                <a:camera prst="orthographicFront"/>
                <a:lightRig rig="threePt" dir="t"/>
              </a:scene3d>
              <a:sp3d contourW="12700"/>
            </a:bodyPr>
            <a:lstStyle/>
            <a:p>
              <a:pPr lvl="0" indent="0" algn="just" fontAlgn="auto">
                <a:lnSpc>
                  <a:spcPct val="150000"/>
                </a:lnSpc>
                <a:buClrTx/>
                <a:buSzTx/>
                <a:buFontTx/>
              </a:pPr>
              <a:r>
                <a:rPr lang="en-US" altLang="zh-CN" sz="2800" b="1" dirty="0">
                  <a:latin typeface="字魂59号-创粗黑" panose="00000500000000000000" pitchFamily="2" charset="-122"/>
                  <a:ea typeface="字魂59号-创粗黑" panose="00000500000000000000" pitchFamily="2" charset="-122"/>
                  <a:sym typeface="+mn-ea"/>
                </a:rPr>
                <a:t>CLCD、人口、GDP及统计年鉴</a:t>
              </a:r>
              <a:endParaRPr lang="en-US" altLang="zh-CN" sz="2800" b="1" dirty="0">
                <a:latin typeface="字魂59号-创粗黑" panose="00000500000000000000" pitchFamily="2" charset="-122"/>
                <a:ea typeface="字魂59号-创粗黑" panose="00000500000000000000" pitchFamily="2" charset="-122"/>
                <a:sym typeface="+mn-ea"/>
              </a:endParaRPr>
            </a:p>
          </p:txBody>
        </p:sp>
      </p:grpSp>
      <p:sp>
        <p:nvSpPr>
          <p:cNvPr id="25" name="淘宝-想搞设计PPT(倒卖必究)-25"/>
          <p:cNvSpPr txBox="1"/>
          <p:nvPr/>
        </p:nvSpPr>
        <p:spPr>
          <a:xfrm>
            <a:off x="3744913" y="575945"/>
            <a:ext cx="4723130" cy="101473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如何进行研究？
——多源数据融合</a:t>
            </a:r>
            <a:endPar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endParaRPr>
          </a:p>
        </p:txBody>
      </p:sp>
      <p:grpSp>
        <p:nvGrpSpPr>
          <p:cNvPr id="10" name="组合 9"/>
          <p:cNvGrpSpPr/>
          <p:nvPr>
            <p:custDataLst>
              <p:tags r:id="rId7"/>
            </p:custDataLst>
          </p:nvPr>
        </p:nvGrpSpPr>
        <p:grpSpPr>
          <a:xfrm>
            <a:off x="4775201" y="2177346"/>
            <a:ext cx="2641599" cy="2411231"/>
            <a:chOff x="4348411" y="2137833"/>
            <a:chExt cx="3495179" cy="3190374"/>
          </a:xfrm>
        </p:grpSpPr>
        <p:sp>
          <p:nvSpPr>
            <p:cNvPr id="11" name="淘宝-想搞设计PPT(倒卖必究)-11" descr="e7d195523061f1c0f55f9af68525816972d868573ada39bc763F3977967589A5F92C178830C92595A6CE4D0132F8C206B2B04C416AAA86B7FD80AB023F78DAEB544E2F013E11B2B95AD21703D1C90034A379EC9026EFAAF5D8D3F6EDD7215B01313628C106AEB41116489E5C05F8950C3ECE596C8FF54A37023B6C2CA6ED6047B6328EC071A08E649D84E0BEC9811C20"/>
            <p:cNvSpPr/>
            <p:nvPr>
              <p:custDataLst>
                <p:tags r:id="rId8"/>
              </p:custDataLst>
            </p:nvPr>
          </p:nvSpPr>
          <p:spPr>
            <a:xfrm>
              <a:off x="6149703" y="2155384"/>
              <a:ext cx="1693887" cy="2706454"/>
            </a:xfrm>
            <a:custGeom>
              <a:avLst/>
              <a:gdLst/>
              <a:ahLst/>
              <a:cxnLst>
                <a:cxn ang="0">
                  <a:pos x="wd2" y="hd2"/>
                </a:cxn>
                <a:cxn ang="5400000">
                  <a:pos x="wd2" y="hd2"/>
                </a:cxn>
                <a:cxn ang="10800000">
                  <a:pos x="wd2" y="hd2"/>
                </a:cxn>
                <a:cxn ang="16200000">
                  <a:pos x="wd2" y="hd2"/>
                </a:cxn>
              </a:cxnLst>
              <a:rect l="0" t="0" r="r" b="b"/>
              <a:pathLst>
                <a:path w="21093" h="21600" extrusionOk="0">
                  <a:moveTo>
                    <a:pt x="19900" y="2673"/>
                  </a:moveTo>
                  <a:cubicBezTo>
                    <a:pt x="19391" y="2108"/>
                    <a:pt x="18200" y="786"/>
                    <a:pt x="15452" y="321"/>
                  </a:cubicBezTo>
                  <a:cubicBezTo>
                    <a:pt x="14377" y="140"/>
                    <a:pt x="12929" y="14"/>
                    <a:pt x="11776" y="0"/>
                  </a:cubicBezTo>
                  <a:lnTo>
                    <a:pt x="4009" y="8563"/>
                  </a:lnTo>
                  <a:lnTo>
                    <a:pt x="3983" y="8563"/>
                  </a:lnTo>
                  <a:lnTo>
                    <a:pt x="0" y="12983"/>
                  </a:lnTo>
                  <a:lnTo>
                    <a:pt x="7667" y="21600"/>
                  </a:lnTo>
                  <a:cubicBezTo>
                    <a:pt x="7706" y="21558"/>
                    <a:pt x="7744" y="21516"/>
                    <a:pt x="7780" y="21477"/>
                  </a:cubicBezTo>
                  <a:lnTo>
                    <a:pt x="19343" y="8640"/>
                  </a:lnTo>
                  <a:cubicBezTo>
                    <a:pt x="19365" y="8615"/>
                    <a:pt x="19389" y="8589"/>
                    <a:pt x="19411" y="8563"/>
                  </a:cubicBezTo>
                  <a:cubicBezTo>
                    <a:pt x="19981" y="7911"/>
                    <a:pt x="20554" y="7022"/>
                    <a:pt x="20854" y="6318"/>
                  </a:cubicBezTo>
                  <a:cubicBezTo>
                    <a:pt x="21600" y="4559"/>
                    <a:pt x="20409" y="3238"/>
                    <a:pt x="19900" y="2673"/>
                  </a:cubicBezTo>
                  <a:close/>
                </a:path>
              </a:pathLst>
            </a:custGeom>
            <a:solidFill>
              <a:srgbClr val="4BA6FA"/>
            </a:solidFill>
            <a:ln w="12700" cap="flat">
              <a:noFill/>
              <a:miter lim="400000"/>
            </a:ln>
            <a:effectLst/>
          </p:spPr>
          <p:txBody>
            <a:bodyPr wrap="square" lIns="19050" tIns="19050" rIns="19050" bIns="1905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200"/>
              </a:pPr>
              <a:endParaRPr sz="1600" dirty="0">
                <a:latin typeface="字魂59号-创粗黑" panose="00000500000000000000" pitchFamily="2" charset="-122"/>
                <a:ea typeface="字魂59号-创粗黑" panose="00000500000000000000" pitchFamily="2" charset="-122"/>
              </a:endParaRPr>
            </a:p>
          </p:txBody>
        </p:sp>
        <p:sp>
          <p:nvSpPr>
            <p:cNvPr id="12" name="淘宝-想搞设计PPT(倒卖必究)-12" descr="e7d195523061f1c0f55f9af68525816972d868573ada39bc763F3977967589A5F92C178830C92595A6CE4D0132F8C206B2B04C416AAA86B7FD80AB023F78DAEB544E2F013E11B2B95AD21703D1C90034A379EC9026EFAAF5D8D3F6EDD7215B01313628C106AEB41116489E5C05F8950C3ECE596C8FF54A37023B6C2CA6ED6047B6328EC071A08E649D84E0BEC9811C20"/>
            <p:cNvSpPr/>
            <p:nvPr>
              <p:custDataLst>
                <p:tags r:id="rId9"/>
              </p:custDataLst>
            </p:nvPr>
          </p:nvSpPr>
          <p:spPr>
            <a:xfrm>
              <a:off x="4348411" y="2137833"/>
              <a:ext cx="2638619" cy="1077086"/>
            </a:xfrm>
            <a:custGeom>
              <a:avLst/>
              <a:gdLst/>
              <a:ahLst/>
              <a:cxnLst>
                <a:cxn ang="0">
                  <a:pos x="wd2" y="hd2"/>
                </a:cxn>
                <a:cxn ang="5400000">
                  <a:pos x="wd2" y="hd2"/>
                </a:cxn>
                <a:cxn ang="10800000">
                  <a:pos x="wd2" y="hd2"/>
                </a:cxn>
                <a:cxn ang="16200000">
                  <a:pos x="wd2" y="hd2"/>
                </a:cxn>
              </a:cxnLst>
              <a:rect l="0" t="0" r="r" b="b"/>
              <a:pathLst>
                <a:path w="21270" h="21600" extrusionOk="0">
                  <a:moveTo>
                    <a:pt x="21126" y="0"/>
                  </a:moveTo>
                  <a:lnTo>
                    <a:pt x="6156" y="116"/>
                  </a:lnTo>
                  <a:cubicBezTo>
                    <a:pt x="6126" y="118"/>
                    <a:pt x="6095" y="118"/>
                    <a:pt x="6066" y="120"/>
                  </a:cubicBezTo>
                  <a:cubicBezTo>
                    <a:pt x="5312" y="151"/>
                    <a:pt x="4348" y="476"/>
                    <a:pt x="3637" y="950"/>
                  </a:cubicBezTo>
                  <a:cubicBezTo>
                    <a:pt x="1859" y="2129"/>
                    <a:pt x="1092" y="5460"/>
                    <a:pt x="764" y="6880"/>
                  </a:cubicBezTo>
                  <a:cubicBezTo>
                    <a:pt x="436" y="8302"/>
                    <a:pt x="-330" y="11632"/>
                    <a:pt x="159" y="16046"/>
                  </a:cubicBezTo>
                  <a:cubicBezTo>
                    <a:pt x="350" y="17772"/>
                    <a:pt x="711" y="19944"/>
                    <a:pt x="1074" y="21567"/>
                  </a:cubicBezTo>
                  <a:lnTo>
                    <a:pt x="11078" y="21564"/>
                  </a:lnTo>
                  <a:lnTo>
                    <a:pt x="11086" y="21600"/>
                  </a:lnTo>
                  <a:lnTo>
                    <a:pt x="16242" y="21560"/>
                  </a:lnTo>
                  <a:lnTo>
                    <a:pt x="21270" y="3"/>
                  </a:lnTo>
                  <a:cubicBezTo>
                    <a:pt x="21222" y="0"/>
                    <a:pt x="21172" y="0"/>
                    <a:pt x="21126" y="0"/>
                  </a:cubicBezTo>
                  <a:close/>
                </a:path>
              </a:pathLst>
            </a:custGeom>
            <a:solidFill>
              <a:srgbClr val="0484FA"/>
            </a:solidFill>
            <a:ln w="12700" cap="flat">
              <a:noFill/>
              <a:miter lim="400000"/>
            </a:ln>
            <a:effectLst/>
          </p:spPr>
          <p:txBody>
            <a:bodyPr wrap="square" lIns="19050" tIns="19050" rIns="19050" bIns="1905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200"/>
              </a:pPr>
              <a:endParaRPr sz="1600" dirty="0">
                <a:latin typeface="字魂59号-创粗黑" panose="00000500000000000000" pitchFamily="2" charset="-122"/>
                <a:ea typeface="字魂59号-创粗黑" panose="00000500000000000000" pitchFamily="2" charset="-122"/>
              </a:endParaRPr>
            </a:p>
          </p:txBody>
        </p:sp>
        <p:sp>
          <p:nvSpPr>
            <p:cNvPr id="13" name="淘宝-想搞设计PPT(倒卖必究)-13" descr="e7d195523061f1c0f55f9af68525816972d868573ada39bc763F3977967589A5F92C178830C92595A6CE4D0132F8C206B2B04C416AAA86B7FD80AB023F78DAEB544E2F013E11B2B95AD21703D1C90034A379EC9026EFAAF5D8D3F6EDD7215B01313628C106AEB41116489E5C05F8950C3ECE596C8FF54A37023B6C2CA6ED6047B6328EC071A08E649D84E0BEC9811C20"/>
            <p:cNvSpPr/>
            <p:nvPr>
              <p:custDataLst>
                <p:tags r:id="rId10"/>
              </p:custDataLst>
            </p:nvPr>
          </p:nvSpPr>
          <p:spPr>
            <a:xfrm>
              <a:off x="4517403" y="3297563"/>
              <a:ext cx="2175269" cy="2030644"/>
            </a:xfrm>
            <a:custGeom>
              <a:avLst/>
              <a:gdLst/>
              <a:ahLst/>
              <a:cxnLst>
                <a:cxn ang="0">
                  <a:pos x="wd2" y="hd2"/>
                </a:cxn>
                <a:cxn ang="5400000">
                  <a:pos x="wd2" y="hd2"/>
                </a:cxn>
                <a:cxn ang="10800000">
                  <a:pos x="wd2" y="hd2"/>
                </a:cxn>
                <a:cxn ang="16200000">
                  <a:pos x="wd2" y="hd2"/>
                </a:cxn>
              </a:cxnLst>
              <a:rect l="0" t="0" r="r" b="b"/>
              <a:pathLst>
                <a:path w="21600" h="21600" extrusionOk="0">
                  <a:moveTo>
                    <a:pt x="15486" y="5892"/>
                  </a:moveTo>
                  <a:lnTo>
                    <a:pt x="15483" y="5899"/>
                  </a:lnTo>
                  <a:lnTo>
                    <a:pt x="12303" y="0"/>
                  </a:lnTo>
                  <a:lnTo>
                    <a:pt x="0" y="0"/>
                  </a:lnTo>
                  <a:cubicBezTo>
                    <a:pt x="18" y="35"/>
                    <a:pt x="36" y="70"/>
                    <a:pt x="55" y="103"/>
                  </a:cubicBezTo>
                  <a:lnTo>
                    <a:pt x="9274" y="17212"/>
                  </a:lnTo>
                  <a:cubicBezTo>
                    <a:pt x="9747" y="18087"/>
                    <a:pt x="10510" y="19158"/>
                    <a:pt x="11173" y="19874"/>
                  </a:cubicBezTo>
                  <a:cubicBezTo>
                    <a:pt x="12770" y="21600"/>
                    <a:pt x="14671" y="21600"/>
                    <a:pt x="15483" y="21600"/>
                  </a:cubicBezTo>
                  <a:cubicBezTo>
                    <a:pt x="16294" y="21600"/>
                    <a:pt x="18193" y="21600"/>
                    <a:pt x="19791" y="19876"/>
                  </a:cubicBezTo>
                  <a:cubicBezTo>
                    <a:pt x="20414" y="19203"/>
                    <a:pt x="21125" y="18218"/>
                    <a:pt x="21600" y="17376"/>
                  </a:cubicBezTo>
                  <a:lnTo>
                    <a:pt x="15486" y="5892"/>
                  </a:lnTo>
                  <a:close/>
                </a:path>
              </a:pathLst>
            </a:custGeom>
            <a:solidFill>
              <a:srgbClr val="4A9FED"/>
            </a:solidFill>
            <a:ln w="12700" cap="flat">
              <a:noFill/>
              <a:miter lim="400000"/>
            </a:ln>
            <a:effectLst/>
          </p:spPr>
          <p:txBody>
            <a:bodyPr wrap="square" lIns="19050" tIns="19050" rIns="19050" bIns="19050"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200"/>
              </a:pPr>
              <a:endParaRPr sz="1600" dirty="0">
                <a:latin typeface="字魂59号-创粗黑" panose="00000500000000000000" pitchFamily="2" charset="-122"/>
                <a:ea typeface="字魂59号-创粗黑" panose="00000500000000000000" pitchFamily="2" charset="-122"/>
              </a:endParaRPr>
            </a:p>
          </p:txBody>
        </p:sp>
        <p:sp>
          <p:nvSpPr>
            <p:cNvPr id="20" name="淘宝-想搞设计PPT(倒卖必究)-20" descr="e7d195523061f1c0f55f9af68525816972d868573ada39bc763F3977967589A5F92C178830C92595A6CE4D0132F8C206B2B04C416AAA86B7FD80AB023F78DAEB544E2F013E11B2B95AD21703D1C90034A379EC9026EFAAF5D8D3F6EDD7215B01313628C106AEB41116489E5C05F8950C3ECE596C8FF54A37023B6C2CA6ED6047B6328EC071A08E649D84E0BEC9811C20"/>
            <p:cNvSpPr/>
            <p:nvPr>
              <p:custDataLst>
                <p:tags r:id="rId11"/>
              </p:custDataLst>
            </p:nvPr>
          </p:nvSpPr>
          <p:spPr>
            <a:xfrm>
              <a:off x="4668806" y="2391833"/>
              <a:ext cx="551454" cy="635001"/>
            </a:xfrm>
            <a:custGeom>
              <a:avLst/>
              <a:gdLst>
                <a:gd name="connsiteX0" fmla="*/ 184010 w 292270"/>
                <a:gd name="connsiteY0" fmla="*/ 131763 h 336550"/>
                <a:gd name="connsiteX1" fmla="*/ 178567 w 292270"/>
                <a:gd name="connsiteY1" fmla="*/ 141923 h 336550"/>
                <a:gd name="connsiteX2" fmla="*/ 184010 w 292270"/>
                <a:gd name="connsiteY2" fmla="*/ 150813 h 336550"/>
                <a:gd name="connsiteX3" fmla="*/ 188092 w 292270"/>
                <a:gd name="connsiteY3" fmla="*/ 141923 h 336550"/>
                <a:gd name="connsiteX4" fmla="*/ 184010 w 292270"/>
                <a:gd name="connsiteY4" fmla="*/ 131763 h 336550"/>
                <a:gd name="connsiteX5" fmla="*/ 141147 w 292270"/>
                <a:gd name="connsiteY5" fmla="*/ 131763 h 336550"/>
                <a:gd name="connsiteX6" fmla="*/ 135704 w 292270"/>
                <a:gd name="connsiteY6" fmla="*/ 141923 h 336550"/>
                <a:gd name="connsiteX7" fmla="*/ 141147 w 292270"/>
                <a:gd name="connsiteY7" fmla="*/ 150813 h 336550"/>
                <a:gd name="connsiteX8" fmla="*/ 145229 w 292270"/>
                <a:gd name="connsiteY8" fmla="*/ 141923 h 336550"/>
                <a:gd name="connsiteX9" fmla="*/ 141147 w 292270"/>
                <a:gd name="connsiteY9" fmla="*/ 131763 h 336550"/>
                <a:gd name="connsiteX10" fmla="*/ 96811 w 292270"/>
                <a:gd name="connsiteY10" fmla="*/ 131763 h 336550"/>
                <a:gd name="connsiteX11" fmla="*/ 92842 w 292270"/>
                <a:gd name="connsiteY11" fmla="*/ 134938 h 336550"/>
                <a:gd name="connsiteX12" fmla="*/ 100780 w 292270"/>
                <a:gd name="connsiteY12" fmla="*/ 134938 h 336550"/>
                <a:gd name="connsiteX13" fmla="*/ 96811 w 292270"/>
                <a:gd name="connsiteY13" fmla="*/ 131763 h 336550"/>
                <a:gd name="connsiteX14" fmla="*/ 225310 w 292270"/>
                <a:gd name="connsiteY14" fmla="*/ 127000 h 336550"/>
                <a:gd name="connsiteX15" fmla="*/ 226721 w 292270"/>
                <a:gd name="connsiteY15" fmla="*/ 127000 h 336550"/>
                <a:gd name="connsiteX16" fmla="*/ 229543 w 292270"/>
                <a:gd name="connsiteY16" fmla="*/ 127000 h 336550"/>
                <a:gd name="connsiteX17" fmla="*/ 230954 w 292270"/>
                <a:gd name="connsiteY17" fmla="*/ 127000 h 336550"/>
                <a:gd name="connsiteX18" fmla="*/ 230954 w 292270"/>
                <a:gd name="connsiteY18" fmla="*/ 155792 h 336550"/>
                <a:gd name="connsiteX19" fmla="*/ 229543 w 292270"/>
                <a:gd name="connsiteY19" fmla="*/ 157163 h 336550"/>
                <a:gd name="connsiteX20" fmla="*/ 225310 w 292270"/>
                <a:gd name="connsiteY20" fmla="*/ 157163 h 336550"/>
                <a:gd name="connsiteX21" fmla="*/ 225310 w 292270"/>
                <a:gd name="connsiteY21" fmla="*/ 155792 h 336550"/>
                <a:gd name="connsiteX22" fmla="*/ 225310 w 292270"/>
                <a:gd name="connsiteY22" fmla="*/ 132484 h 336550"/>
                <a:gd name="connsiteX23" fmla="*/ 221076 w 292270"/>
                <a:gd name="connsiteY23" fmla="*/ 133855 h 336550"/>
                <a:gd name="connsiteX24" fmla="*/ 221076 w 292270"/>
                <a:gd name="connsiteY24" fmla="*/ 135227 h 336550"/>
                <a:gd name="connsiteX25" fmla="*/ 219665 w 292270"/>
                <a:gd name="connsiteY25" fmla="*/ 133855 h 336550"/>
                <a:gd name="connsiteX26" fmla="*/ 219665 w 292270"/>
                <a:gd name="connsiteY26" fmla="*/ 131113 h 336550"/>
                <a:gd name="connsiteX27" fmla="*/ 219665 w 292270"/>
                <a:gd name="connsiteY27" fmla="*/ 129742 h 336550"/>
                <a:gd name="connsiteX28" fmla="*/ 225310 w 292270"/>
                <a:gd name="connsiteY28" fmla="*/ 127000 h 336550"/>
                <a:gd name="connsiteX29" fmla="*/ 203791 w 292270"/>
                <a:gd name="connsiteY29" fmla="*/ 127000 h 336550"/>
                <a:gd name="connsiteX30" fmla="*/ 207495 w 292270"/>
                <a:gd name="connsiteY30" fmla="*/ 127000 h 336550"/>
                <a:gd name="connsiteX31" fmla="*/ 208730 w 292270"/>
                <a:gd name="connsiteY31" fmla="*/ 127000 h 336550"/>
                <a:gd name="connsiteX32" fmla="*/ 208730 w 292270"/>
                <a:gd name="connsiteY32" fmla="*/ 155792 h 336550"/>
                <a:gd name="connsiteX33" fmla="*/ 207495 w 292270"/>
                <a:gd name="connsiteY33" fmla="*/ 157163 h 336550"/>
                <a:gd name="connsiteX34" fmla="*/ 203791 w 292270"/>
                <a:gd name="connsiteY34" fmla="*/ 157163 h 336550"/>
                <a:gd name="connsiteX35" fmla="*/ 202556 w 292270"/>
                <a:gd name="connsiteY35" fmla="*/ 155792 h 336550"/>
                <a:gd name="connsiteX36" fmla="*/ 202556 w 292270"/>
                <a:gd name="connsiteY36" fmla="*/ 132484 h 336550"/>
                <a:gd name="connsiteX37" fmla="*/ 200086 w 292270"/>
                <a:gd name="connsiteY37" fmla="*/ 133855 h 336550"/>
                <a:gd name="connsiteX38" fmla="*/ 198852 w 292270"/>
                <a:gd name="connsiteY38" fmla="*/ 135227 h 336550"/>
                <a:gd name="connsiteX39" fmla="*/ 198852 w 292270"/>
                <a:gd name="connsiteY39" fmla="*/ 133855 h 336550"/>
                <a:gd name="connsiteX40" fmla="*/ 197617 w 292270"/>
                <a:gd name="connsiteY40" fmla="*/ 131113 h 336550"/>
                <a:gd name="connsiteX41" fmla="*/ 198852 w 292270"/>
                <a:gd name="connsiteY41" fmla="*/ 129742 h 336550"/>
                <a:gd name="connsiteX42" fmla="*/ 203791 w 292270"/>
                <a:gd name="connsiteY42" fmla="*/ 127000 h 336550"/>
                <a:gd name="connsiteX43" fmla="*/ 183964 w 292270"/>
                <a:gd name="connsiteY43" fmla="*/ 127000 h 336550"/>
                <a:gd name="connsiteX44" fmla="*/ 192854 w 292270"/>
                <a:gd name="connsiteY44" fmla="*/ 141426 h 336550"/>
                <a:gd name="connsiteX45" fmla="*/ 182694 w 292270"/>
                <a:gd name="connsiteY45" fmla="*/ 157163 h 336550"/>
                <a:gd name="connsiteX46" fmla="*/ 173804 w 292270"/>
                <a:gd name="connsiteY46" fmla="*/ 142737 h 336550"/>
                <a:gd name="connsiteX47" fmla="*/ 183964 w 292270"/>
                <a:gd name="connsiteY47" fmla="*/ 127000 h 336550"/>
                <a:gd name="connsiteX48" fmla="*/ 161699 w 292270"/>
                <a:gd name="connsiteY48" fmla="*/ 127000 h 336550"/>
                <a:gd name="connsiteX49" fmla="*/ 164478 w 292270"/>
                <a:gd name="connsiteY49" fmla="*/ 127000 h 336550"/>
                <a:gd name="connsiteX50" fmla="*/ 165867 w 292270"/>
                <a:gd name="connsiteY50" fmla="*/ 127000 h 336550"/>
                <a:gd name="connsiteX51" fmla="*/ 165867 w 292270"/>
                <a:gd name="connsiteY51" fmla="*/ 155792 h 336550"/>
                <a:gd name="connsiteX52" fmla="*/ 164478 w 292270"/>
                <a:gd name="connsiteY52" fmla="*/ 157163 h 336550"/>
                <a:gd name="connsiteX53" fmla="*/ 161699 w 292270"/>
                <a:gd name="connsiteY53" fmla="*/ 157163 h 336550"/>
                <a:gd name="connsiteX54" fmla="*/ 160310 w 292270"/>
                <a:gd name="connsiteY54" fmla="*/ 155792 h 336550"/>
                <a:gd name="connsiteX55" fmla="*/ 160310 w 292270"/>
                <a:gd name="connsiteY55" fmla="*/ 132484 h 336550"/>
                <a:gd name="connsiteX56" fmla="*/ 156143 w 292270"/>
                <a:gd name="connsiteY56" fmla="*/ 133855 h 336550"/>
                <a:gd name="connsiteX57" fmla="*/ 156143 w 292270"/>
                <a:gd name="connsiteY57" fmla="*/ 135227 h 336550"/>
                <a:gd name="connsiteX58" fmla="*/ 154754 w 292270"/>
                <a:gd name="connsiteY58" fmla="*/ 133855 h 336550"/>
                <a:gd name="connsiteX59" fmla="*/ 154754 w 292270"/>
                <a:gd name="connsiteY59" fmla="*/ 131113 h 336550"/>
                <a:gd name="connsiteX60" fmla="*/ 154754 w 292270"/>
                <a:gd name="connsiteY60" fmla="*/ 129742 h 336550"/>
                <a:gd name="connsiteX61" fmla="*/ 161699 w 292270"/>
                <a:gd name="connsiteY61" fmla="*/ 127000 h 336550"/>
                <a:gd name="connsiteX62" fmla="*/ 141261 w 292270"/>
                <a:gd name="connsiteY62" fmla="*/ 127000 h 336550"/>
                <a:gd name="connsiteX63" fmla="*/ 151580 w 292270"/>
                <a:gd name="connsiteY63" fmla="*/ 141426 h 336550"/>
                <a:gd name="connsiteX64" fmla="*/ 141261 w 292270"/>
                <a:gd name="connsiteY64" fmla="*/ 157163 h 336550"/>
                <a:gd name="connsiteX65" fmla="*/ 130942 w 292270"/>
                <a:gd name="connsiteY65" fmla="*/ 142737 h 336550"/>
                <a:gd name="connsiteX66" fmla="*/ 141261 w 292270"/>
                <a:gd name="connsiteY66" fmla="*/ 127000 h 336550"/>
                <a:gd name="connsiteX67" fmla="*/ 247736 w 292270"/>
                <a:gd name="connsiteY67" fmla="*/ 80963 h 336550"/>
                <a:gd name="connsiteX68" fmla="*/ 243654 w 292270"/>
                <a:gd name="connsiteY68" fmla="*/ 91970 h 336550"/>
                <a:gd name="connsiteX69" fmla="*/ 247736 w 292270"/>
                <a:gd name="connsiteY69" fmla="*/ 101601 h 336550"/>
                <a:gd name="connsiteX70" fmla="*/ 253179 w 292270"/>
                <a:gd name="connsiteY70" fmla="*/ 90594 h 336550"/>
                <a:gd name="connsiteX71" fmla="*/ 247736 w 292270"/>
                <a:gd name="connsiteY71" fmla="*/ 80963 h 336550"/>
                <a:gd name="connsiteX72" fmla="*/ 205328 w 292270"/>
                <a:gd name="connsiteY72" fmla="*/ 80963 h 336550"/>
                <a:gd name="connsiteX73" fmla="*/ 200792 w 292270"/>
                <a:gd name="connsiteY73" fmla="*/ 91970 h 336550"/>
                <a:gd name="connsiteX74" fmla="*/ 205328 w 292270"/>
                <a:gd name="connsiteY74" fmla="*/ 101601 h 336550"/>
                <a:gd name="connsiteX75" fmla="*/ 208730 w 292270"/>
                <a:gd name="connsiteY75" fmla="*/ 90594 h 336550"/>
                <a:gd name="connsiteX76" fmla="*/ 205328 w 292270"/>
                <a:gd name="connsiteY76" fmla="*/ 80963 h 336550"/>
                <a:gd name="connsiteX77" fmla="*/ 184010 w 292270"/>
                <a:gd name="connsiteY77" fmla="*/ 80963 h 336550"/>
                <a:gd name="connsiteX78" fmla="*/ 178567 w 292270"/>
                <a:gd name="connsiteY78" fmla="*/ 91970 h 336550"/>
                <a:gd name="connsiteX79" fmla="*/ 184010 w 292270"/>
                <a:gd name="connsiteY79" fmla="*/ 101601 h 336550"/>
                <a:gd name="connsiteX80" fmla="*/ 188092 w 292270"/>
                <a:gd name="connsiteY80" fmla="*/ 90594 h 336550"/>
                <a:gd name="connsiteX81" fmla="*/ 184010 w 292270"/>
                <a:gd name="connsiteY81" fmla="*/ 80963 h 336550"/>
                <a:gd name="connsiteX82" fmla="*/ 162011 w 292270"/>
                <a:gd name="connsiteY82" fmla="*/ 80963 h 336550"/>
                <a:gd name="connsiteX83" fmla="*/ 157929 w 292270"/>
                <a:gd name="connsiteY83" fmla="*/ 91970 h 336550"/>
                <a:gd name="connsiteX84" fmla="*/ 162011 w 292270"/>
                <a:gd name="connsiteY84" fmla="*/ 101601 h 336550"/>
                <a:gd name="connsiteX85" fmla="*/ 167454 w 292270"/>
                <a:gd name="connsiteY85" fmla="*/ 90594 h 336550"/>
                <a:gd name="connsiteX86" fmla="*/ 162011 w 292270"/>
                <a:gd name="connsiteY86" fmla="*/ 80963 h 336550"/>
                <a:gd name="connsiteX87" fmla="*/ 76173 w 292270"/>
                <a:gd name="connsiteY87" fmla="*/ 80963 h 336550"/>
                <a:gd name="connsiteX88" fmla="*/ 72204 w 292270"/>
                <a:gd name="connsiteY88" fmla="*/ 91970 h 336550"/>
                <a:gd name="connsiteX89" fmla="*/ 76173 w 292270"/>
                <a:gd name="connsiteY89" fmla="*/ 101601 h 336550"/>
                <a:gd name="connsiteX90" fmla="*/ 80142 w 292270"/>
                <a:gd name="connsiteY90" fmla="*/ 90594 h 336550"/>
                <a:gd name="connsiteX91" fmla="*/ 76173 w 292270"/>
                <a:gd name="connsiteY91" fmla="*/ 80963 h 336550"/>
                <a:gd name="connsiteX92" fmla="*/ 225310 w 292270"/>
                <a:gd name="connsiteY92" fmla="*/ 76200 h 336550"/>
                <a:gd name="connsiteX93" fmla="*/ 226721 w 292270"/>
                <a:gd name="connsiteY93" fmla="*/ 76200 h 336550"/>
                <a:gd name="connsiteX94" fmla="*/ 229543 w 292270"/>
                <a:gd name="connsiteY94" fmla="*/ 76200 h 336550"/>
                <a:gd name="connsiteX95" fmla="*/ 230954 w 292270"/>
                <a:gd name="connsiteY95" fmla="*/ 77511 h 336550"/>
                <a:gd name="connsiteX96" fmla="*/ 230954 w 292270"/>
                <a:gd name="connsiteY96" fmla="*/ 105052 h 336550"/>
                <a:gd name="connsiteX97" fmla="*/ 229543 w 292270"/>
                <a:gd name="connsiteY97" fmla="*/ 106363 h 336550"/>
                <a:gd name="connsiteX98" fmla="*/ 225310 w 292270"/>
                <a:gd name="connsiteY98" fmla="*/ 106363 h 336550"/>
                <a:gd name="connsiteX99" fmla="*/ 225310 w 292270"/>
                <a:gd name="connsiteY99" fmla="*/ 105052 h 336550"/>
                <a:gd name="connsiteX100" fmla="*/ 225310 w 292270"/>
                <a:gd name="connsiteY100" fmla="*/ 82757 h 336550"/>
                <a:gd name="connsiteX101" fmla="*/ 221076 w 292270"/>
                <a:gd name="connsiteY101" fmla="*/ 84069 h 336550"/>
                <a:gd name="connsiteX102" fmla="*/ 219665 w 292270"/>
                <a:gd name="connsiteY102" fmla="*/ 84069 h 336550"/>
                <a:gd name="connsiteX103" fmla="*/ 219665 w 292270"/>
                <a:gd name="connsiteY103" fmla="*/ 81446 h 336550"/>
                <a:gd name="connsiteX104" fmla="*/ 219665 w 292270"/>
                <a:gd name="connsiteY104" fmla="*/ 80134 h 336550"/>
                <a:gd name="connsiteX105" fmla="*/ 225310 w 292270"/>
                <a:gd name="connsiteY105" fmla="*/ 76200 h 336550"/>
                <a:gd name="connsiteX106" fmla="*/ 205555 w 292270"/>
                <a:gd name="connsiteY106" fmla="*/ 76200 h 336550"/>
                <a:gd name="connsiteX107" fmla="*/ 216667 w 292270"/>
                <a:gd name="connsiteY107" fmla="*/ 90626 h 336550"/>
                <a:gd name="connsiteX108" fmla="*/ 205555 w 292270"/>
                <a:gd name="connsiteY108" fmla="*/ 106363 h 336550"/>
                <a:gd name="connsiteX109" fmla="*/ 194442 w 292270"/>
                <a:gd name="connsiteY109" fmla="*/ 91937 h 336550"/>
                <a:gd name="connsiteX110" fmla="*/ 205555 w 292270"/>
                <a:gd name="connsiteY110" fmla="*/ 76200 h 336550"/>
                <a:gd name="connsiteX111" fmla="*/ 183964 w 292270"/>
                <a:gd name="connsiteY111" fmla="*/ 76200 h 336550"/>
                <a:gd name="connsiteX112" fmla="*/ 192854 w 292270"/>
                <a:gd name="connsiteY112" fmla="*/ 90626 h 336550"/>
                <a:gd name="connsiteX113" fmla="*/ 182694 w 292270"/>
                <a:gd name="connsiteY113" fmla="*/ 106363 h 336550"/>
                <a:gd name="connsiteX114" fmla="*/ 173804 w 292270"/>
                <a:gd name="connsiteY114" fmla="*/ 91937 h 336550"/>
                <a:gd name="connsiteX115" fmla="*/ 183964 w 292270"/>
                <a:gd name="connsiteY115" fmla="*/ 76200 h 336550"/>
                <a:gd name="connsiteX116" fmla="*/ 161898 w 292270"/>
                <a:gd name="connsiteY116" fmla="*/ 76200 h 336550"/>
                <a:gd name="connsiteX117" fmla="*/ 172217 w 292270"/>
                <a:gd name="connsiteY117" fmla="*/ 90626 h 336550"/>
                <a:gd name="connsiteX118" fmla="*/ 161898 w 292270"/>
                <a:gd name="connsiteY118" fmla="*/ 106363 h 336550"/>
                <a:gd name="connsiteX119" fmla="*/ 151579 w 292270"/>
                <a:gd name="connsiteY119" fmla="*/ 91937 h 336550"/>
                <a:gd name="connsiteX120" fmla="*/ 161898 w 292270"/>
                <a:gd name="connsiteY120" fmla="*/ 76200 h 336550"/>
                <a:gd name="connsiteX121" fmla="*/ 139584 w 292270"/>
                <a:gd name="connsiteY121" fmla="*/ 76200 h 336550"/>
                <a:gd name="connsiteX122" fmla="*/ 140996 w 292270"/>
                <a:gd name="connsiteY122" fmla="*/ 76200 h 336550"/>
                <a:gd name="connsiteX123" fmla="*/ 143818 w 292270"/>
                <a:gd name="connsiteY123" fmla="*/ 76200 h 336550"/>
                <a:gd name="connsiteX124" fmla="*/ 145229 w 292270"/>
                <a:gd name="connsiteY124" fmla="*/ 77511 h 336550"/>
                <a:gd name="connsiteX125" fmla="*/ 145229 w 292270"/>
                <a:gd name="connsiteY125" fmla="*/ 105052 h 336550"/>
                <a:gd name="connsiteX126" fmla="*/ 143818 w 292270"/>
                <a:gd name="connsiteY126" fmla="*/ 106363 h 336550"/>
                <a:gd name="connsiteX127" fmla="*/ 139584 w 292270"/>
                <a:gd name="connsiteY127" fmla="*/ 106363 h 336550"/>
                <a:gd name="connsiteX128" fmla="*/ 139584 w 292270"/>
                <a:gd name="connsiteY128" fmla="*/ 105052 h 336550"/>
                <a:gd name="connsiteX129" fmla="*/ 139584 w 292270"/>
                <a:gd name="connsiteY129" fmla="*/ 82757 h 336550"/>
                <a:gd name="connsiteX130" fmla="*/ 135351 w 292270"/>
                <a:gd name="connsiteY130" fmla="*/ 84069 h 336550"/>
                <a:gd name="connsiteX131" fmla="*/ 133940 w 292270"/>
                <a:gd name="connsiteY131" fmla="*/ 84069 h 336550"/>
                <a:gd name="connsiteX132" fmla="*/ 132529 w 292270"/>
                <a:gd name="connsiteY132" fmla="*/ 81446 h 336550"/>
                <a:gd name="connsiteX133" fmla="*/ 133940 w 292270"/>
                <a:gd name="connsiteY133" fmla="*/ 80134 h 336550"/>
                <a:gd name="connsiteX134" fmla="*/ 139584 w 292270"/>
                <a:gd name="connsiteY134" fmla="*/ 76200 h 336550"/>
                <a:gd name="connsiteX135" fmla="*/ 118837 w 292270"/>
                <a:gd name="connsiteY135" fmla="*/ 76200 h 336550"/>
                <a:gd name="connsiteX136" fmla="*/ 123005 w 292270"/>
                <a:gd name="connsiteY136" fmla="*/ 76200 h 336550"/>
                <a:gd name="connsiteX137" fmla="*/ 123005 w 292270"/>
                <a:gd name="connsiteY137" fmla="*/ 77511 h 336550"/>
                <a:gd name="connsiteX138" fmla="*/ 123005 w 292270"/>
                <a:gd name="connsiteY138" fmla="*/ 105052 h 336550"/>
                <a:gd name="connsiteX139" fmla="*/ 123005 w 292270"/>
                <a:gd name="connsiteY139" fmla="*/ 106363 h 336550"/>
                <a:gd name="connsiteX140" fmla="*/ 118837 w 292270"/>
                <a:gd name="connsiteY140" fmla="*/ 106363 h 336550"/>
                <a:gd name="connsiteX141" fmla="*/ 117448 w 292270"/>
                <a:gd name="connsiteY141" fmla="*/ 105052 h 336550"/>
                <a:gd name="connsiteX142" fmla="*/ 117448 w 292270"/>
                <a:gd name="connsiteY142" fmla="*/ 82757 h 336550"/>
                <a:gd name="connsiteX143" fmla="*/ 114670 w 292270"/>
                <a:gd name="connsiteY143" fmla="*/ 84069 h 336550"/>
                <a:gd name="connsiteX144" fmla="*/ 113281 w 292270"/>
                <a:gd name="connsiteY144" fmla="*/ 84069 h 336550"/>
                <a:gd name="connsiteX145" fmla="*/ 111892 w 292270"/>
                <a:gd name="connsiteY145" fmla="*/ 81446 h 336550"/>
                <a:gd name="connsiteX146" fmla="*/ 111892 w 292270"/>
                <a:gd name="connsiteY146" fmla="*/ 80134 h 336550"/>
                <a:gd name="connsiteX147" fmla="*/ 118837 w 292270"/>
                <a:gd name="connsiteY147" fmla="*/ 76200 h 336550"/>
                <a:gd name="connsiteX148" fmla="*/ 97207 w 292270"/>
                <a:gd name="connsiteY148" fmla="*/ 76200 h 336550"/>
                <a:gd name="connsiteX149" fmla="*/ 99588 w 292270"/>
                <a:gd name="connsiteY149" fmla="*/ 76200 h 336550"/>
                <a:gd name="connsiteX150" fmla="*/ 100779 w 292270"/>
                <a:gd name="connsiteY150" fmla="*/ 77511 h 336550"/>
                <a:gd name="connsiteX151" fmla="*/ 100779 w 292270"/>
                <a:gd name="connsiteY151" fmla="*/ 105052 h 336550"/>
                <a:gd name="connsiteX152" fmla="*/ 99588 w 292270"/>
                <a:gd name="connsiteY152" fmla="*/ 106363 h 336550"/>
                <a:gd name="connsiteX153" fmla="*/ 97207 w 292270"/>
                <a:gd name="connsiteY153" fmla="*/ 106363 h 336550"/>
                <a:gd name="connsiteX154" fmla="*/ 96016 w 292270"/>
                <a:gd name="connsiteY154" fmla="*/ 105052 h 336550"/>
                <a:gd name="connsiteX155" fmla="*/ 96016 w 292270"/>
                <a:gd name="connsiteY155" fmla="*/ 82757 h 336550"/>
                <a:gd name="connsiteX156" fmla="*/ 92444 w 292270"/>
                <a:gd name="connsiteY156" fmla="*/ 84069 h 336550"/>
                <a:gd name="connsiteX157" fmla="*/ 91254 w 292270"/>
                <a:gd name="connsiteY157" fmla="*/ 84069 h 336550"/>
                <a:gd name="connsiteX158" fmla="*/ 91254 w 292270"/>
                <a:gd name="connsiteY158" fmla="*/ 81446 h 336550"/>
                <a:gd name="connsiteX159" fmla="*/ 91254 w 292270"/>
                <a:gd name="connsiteY159" fmla="*/ 80134 h 336550"/>
                <a:gd name="connsiteX160" fmla="*/ 97207 w 292270"/>
                <a:gd name="connsiteY160" fmla="*/ 76200 h 336550"/>
                <a:gd name="connsiteX161" fmla="*/ 201926 w 292270"/>
                <a:gd name="connsiteY161" fmla="*/ 36513 h 336550"/>
                <a:gd name="connsiteX162" fmla="*/ 200792 w 292270"/>
                <a:gd name="connsiteY162" fmla="*/ 40409 h 336550"/>
                <a:gd name="connsiteX163" fmla="*/ 205328 w 292270"/>
                <a:gd name="connsiteY163" fmla="*/ 50801 h 336550"/>
                <a:gd name="connsiteX164" fmla="*/ 208730 w 292270"/>
                <a:gd name="connsiteY164" fmla="*/ 40409 h 336550"/>
                <a:gd name="connsiteX165" fmla="*/ 208730 w 292270"/>
                <a:gd name="connsiteY165" fmla="*/ 39111 h 336550"/>
                <a:gd name="connsiteX166" fmla="*/ 201926 w 292270"/>
                <a:gd name="connsiteY166" fmla="*/ 36513 h 336550"/>
                <a:gd name="connsiteX167" fmla="*/ 123005 w 292270"/>
                <a:gd name="connsiteY167" fmla="*/ 34925 h 336550"/>
                <a:gd name="connsiteX168" fmla="*/ 116201 w 292270"/>
                <a:gd name="connsiteY168" fmla="*/ 37571 h 336550"/>
                <a:gd name="connsiteX169" fmla="*/ 115067 w 292270"/>
                <a:gd name="connsiteY169" fmla="*/ 38894 h 336550"/>
                <a:gd name="connsiteX170" fmla="*/ 115067 w 292270"/>
                <a:gd name="connsiteY170" fmla="*/ 40216 h 336550"/>
                <a:gd name="connsiteX171" fmla="*/ 119603 w 292270"/>
                <a:gd name="connsiteY171" fmla="*/ 50800 h 336550"/>
                <a:gd name="connsiteX172" fmla="*/ 123005 w 292270"/>
                <a:gd name="connsiteY172" fmla="*/ 40216 h 336550"/>
                <a:gd name="connsiteX173" fmla="*/ 123005 w 292270"/>
                <a:gd name="connsiteY173" fmla="*/ 34925 h 336550"/>
                <a:gd name="connsiteX174" fmla="*/ 162011 w 292270"/>
                <a:gd name="connsiteY174" fmla="*/ 31750 h 336550"/>
                <a:gd name="connsiteX175" fmla="*/ 157929 w 292270"/>
                <a:gd name="connsiteY175" fmla="*/ 40640 h 336550"/>
                <a:gd name="connsiteX176" fmla="*/ 162011 w 292270"/>
                <a:gd name="connsiteY176" fmla="*/ 50800 h 336550"/>
                <a:gd name="connsiteX177" fmla="*/ 167454 w 292270"/>
                <a:gd name="connsiteY177" fmla="*/ 40640 h 336550"/>
                <a:gd name="connsiteX178" fmla="*/ 162011 w 292270"/>
                <a:gd name="connsiteY178" fmla="*/ 31750 h 336550"/>
                <a:gd name="connsiteX179" fmla="*/ 144703 w 292270"/>
                <a:gd name="connsiteY179" fmla="*/ 28575 h 336550"/>
                <a:gd name="connsiteX180" fmla="*/ 144703 w 292270"/>
                <a:gd name="connsiteY180" fmla="*/ 55075 h 336550"/>
                <a:gd name="connsiteX181" fmla="*/ 143389 w 292270"/>
                <a:gd name="connsiteY181" fmla="*/ 55075 h 336550"/>
                <a:gd name="connsiteX182" fmla="*/ 139447 w 292270"/>
                <a:gd name="connsiteY182" fmla="*/ 55075 h 336550"/>
                <a:gd name="connsiteX183" fmla="*/ 139447 w 292270"/>
                <a:gd name="connsiteY183" fmla="*/ 32550 h 336550"/>
                <a:gd name="connsiteX184" fmla="*/ 135504 w 292270"/>
                <a:gd name="connsiteY184" fmla="*/ 33875 h 336550"/>
                <a:gd name="connsiteX185" fmla="*/ 134190 w 292270"/>
                <a:gd name="connsiteY185" fmla="*/ 33875 h 336550"/>
                <a:gd name="connsiteX186" fmla="*/ 132876 w 292270"/>
                <a:gd name="connsiteY186" fmla="*/ 31225 h 336550"/>
                <a:gd name="connsiteX187" fmla="*/ 127619 w 292270"/>
                <a:gd name="connsiteY187" fmla="*/ 32550 h 336550"/>
                <a:gd name="connsiteX188" fmla="*/ 128934 w 292270"/>
                <a:gd name="connsiteY188" fmla="*/ 40500 h 336550"/>
                <a:gd name="connsiteX189" fmla="*/ 118420 w 292270"/>
                <a:gd name="connsiteY189" fmla="*/ 56400 h 336550"/>
                <a:gd name="connsiteX190" fmla="*/ 109221 w 292270"/>
                <a:gd name="connsiteY190" fmla="*/ 41825 h 336550"/>
                <a:gd name="connsiteX191" fmla="*/ 101336 w 292270"/>
                <a:gd name="connsiteY191" fmla="*/ 47125 h 336550"/>
                <a:gd name="connsiteX192" fmla="*/ 101336 w 292270"/>
                <a:gd name="connsiteY192" fmla="*/ 55075 h 336550"/>
                <a:gd name="connsiteX193" fmla="*/ 100022 w 292270"/>
                <a:gd name="connsiteY193" fmla="*/ 55075 h 336550"/>
                <a:gd name="connsiteX194" fmla="*/ 97394 w 292270"/>
                <a:gd name="connsiteY194" fmla="*/ 55075 h 336550"/>
                <a:gd name="connsiteX195" fmla="*/ 96080 w 292270"/>
                <a:gd name="connsiteY195" fmla="*/ 55075 h 336550"/>
                <a:gd name="connsiteX196" fmla="*/ 96080 w 292270"/>
                <a:gd name="connsiteY196" fmla="*/ 49775 h 336550"/>
                <a:gd name="connsiteX197" fmla="*/ 72425 w 292270"/>
                <a:gd name="connsiteY197" fmla="*/ 77600 h 336550"/>
                <a:gd name="connsiteX198" fmla="*/ 76367 w 292270"/>
                <a:gd name="connsiteY198" fmla="*/ 76275 h 336550"/>
                <a:gd name="connsiteX199" fmla="*/ 86880 w 292270"/>
                <a:gd name="connsiteY199" fmla="*/ 90850 h 336550"/>
                <a:gd name="connsiteX200" fmla="*/ 76367 w 292270"/>
                <a:gd name="connsiteY200" fmla="*/ 106750 h 336550"/>
                <a:gd name="connsiteX201" fmla="*/ 67168 w 292270"/>
                <a:gd name="connsiteY201" fmla="*/ 97475 h 336550"/>
                <a:gd name="connsiteX202" fmla="*/ 75053 w 292270"/>
                <a:gd name="connsiteY202" fmla="*/ 127950 h 336550"/>
                <a:gd name="connsiteX203" fmla="*/ 76367 w 292270"/>
                <a:gd name="connsiteY203" fmla="*/ 127950 h 336550"/>
                <a:gd name="connsiteX204" fmla="*/ 78995 w 292270"/>
                <a:gd name="connsiteY204" fmla="*/ 127950 h 336550"/>
                <a:gd name="connsiteX205" fmla="*/ 80310 w 292270"/>
                <a:gd name="connsiteY205" fmla="*/ 127950 h 336550"/>
                <a:gd name="connsiteX206" fmla="*/ 80310 w 292270"/>
                <a:gd name="connsiteY206" fmla="*/ 133250 h 336550"/>
                <a:gd name="connsiteX207" fmla="*/ 88195 w 292270"/>
                <a:gd name="connsiteY207" fmla="*/ 135900 h 336550"/>
                <a:gd name="connsiteX208" fmla="*/ 97394 w 292270"/>
                <a:gd name="connsiteY208" fmla="*/ 126625 h 336550"/>
                <a:gd name="connsiteX209" fmla="*/ 107907 w 292270"/>
                <a:gd name="connsiteY209" fmla="*/ 135900 h 336550"/>
                <a:gd name="connsiteX210" fmla="*/ 114478 w 292270"/>
                <a:gd name="connsiteY210" fmla="*/ 145175 h 336550"/>
                <a:gd name="connsiteX211" fmla="*/ 117106 w 292270"/>
                <a:gd name="connsiteY211" fmla="*/ 151800 h 336550"/>
                <a:gd name="connsiteX212" fmla="*/ 117106 w 292270"/>
                <a:gd name="connsiteY212" fmla="*/ 133250 h 336550"/>
                <a:gd name="connsiteX213" fmla="*/ 114478 w 292270"/>
                <a:gd name="connsiteY213" fmla="*/ 134575 h 336550"/>
                <a:gd name="connsiteX214" fmla="*/ 113164 w 292270"/>
                <a:gd name="connsiteY214" fmla="*/ 135900 h 336550"/>
                <a:gd name="connsiteX215" fmla="*/ 113164 w 292270"/>
                <a:gd name="connsiteY215" fmla="*/ 134575 h 336550"/>
                <a:gd name="connsiteX216" fmla="*/ 111849 w 292270"/>
                <a:gd name="connsiteY216" fmla="*/ 131925 h 336550"/>
                <a:gd name="connsiteX217" fmla="*/ 111849 w 292270"/>
                <a:gd name="connsiteY217" fmla="*/ 130600 h 336550"/>
                <a:gd name="connsiteX218" fmla="*/ 118420 w 292270"/>
                <a:gd name="connsiteY218" fmla="*/ 127950 h 336550"/>
                <a:gd name="connsiteX219" fmla="*/ 122363 w 292270"/>
                <a:gd name="connsiteY219" fmla="*/ 127950 h 336550"/>
                <a:gd name="connsiteX220" fmla="*/ 122363 w 292270"/>
                <a:gd name="connsiteY220" fmla="*/ 155775 h 336550"/>
                <a:gd name="connsiteX221" fmla="*/ 122363 w 292270"/>
                <a:gd name="connsiteY221" fmla="*/ 157100 h 336550"/>
                <a:gd name="connsiteX222" fmla="*/ 121049 w 292270"/>
                <a:gd name="connsiteY222" fmla="*/ 157100 h 336550"/>
                <a:gd name="connsiteX223" fmla="*/ 135504 w 292270"/>
                <a:gd name="connsiteY223" fmla="*/ 162400 h 336550"/>
                <a:gd name="connsiteX224" fmla="*/ 161787 w 292270"/>
                <a:gd name="connsiteY224" fmla="*/ 159750 h 336550"/>
                <a:gd name="connsiteX225" fmla="*/ 181500 w 292270"/>
                <a:gd name="connsiteY225" fmla="*/ 191550 h 336550"/>
                <a:gd name="connsiteX226" fmla="*/ 181500 w 292270"/>
                <a:gd name="connsiteY226" fmla="*/ 183600 h 336550"/>
                <a:gd name="connsiteX227" fmla="*/ 178872 w 292270"/>
                <a:gd name="connsiteY227" fmla="*/ 186250 h 336550"/>
                <a:gd name="connsiteX228" fmla="*/ 177557 w 292270"/>
                <a:gd name="connsiteY228" fmla="*/ 186250 h 336550"/>
                <a:gd name="connsiteX229" fmla="*/ 176243 w 292270"/>
                <a:gd name="connsiteY229" fmla="*/ 184925 h 336550"/>
                <a:gd name="connsiteX230" fmla="*/ 176243 w 292270"/>
                <a:gd name="connsiteY230" fmla="*/ 182275 h 336550"/>
                <a:gd name="connsiteX231" fmla="*/ 176243 w 292270"/>
                <a:gd name="connsiteY231" fmla="*/ 180950 h 336550"/>
                <a:gd name="connsiteX232" fmla="*/ 182814 w 292270"/>
                <a:gd name="connsiteY232" fmla="*/ 178300 h 336550"/>
                <a:gd name="connsiteX233" fmla="*/ 186756 w 292270"/>
                <a:gd name="connsiteY233" fmla="*/ 178300 h 336550"/>
                <a:gd name="connsiteX234" fmla="*/ 186756 w 292270"/>
                <a:gd name="connsiteY234" fmla="*/ 194200 h 336550"/>
                <a:gd name="connsiteX235" fmla="*/ 199898 w 292270"/>
                <a:gd name="connsiteY235" fmla="*/ 186250 h 336550"/>
                <a:gd name="connsiteX236" fmla="*/ 198584 w 292270"/>
                <a:gd name="connsiteY236" fmla="*/ 186250 h 336550"/>
                <a:gd name="connsiteX237" fmla="*/ 198584 w 292270"/>
                <a:gd name="connsiteY237" fmla="*/ 184925 h 336550"/>
                <a:gd name="connsiteX238" fmla="*/ 197270 w 292270"/>
                <a:gd name="connsiteY238" fmla="*/ 182275 h 336550"/>
                <a:gd name="connsiteX239" fmla="*/ 198584 w 292270"/>
                <a:gd name="connsiteY239" fmla="*/ 180950 h 336550"/>
                <a:gd name="connsiteX240" fmla="*/ 199898 w 292270"/>
                <a:gd name="connsiteY240" fmla="*/ 180950 h 336550"/>
                <a:gd name="connsiteX241" fmla="*/ 199898 w 292270"/>
                <a:gd name="connsiteY241" fmla="*/ 166375 h 336550"/>
                <a:gd name="connsiteX242" fmla="*/ 234066 w 292270"/>
                <a:gd name="connsiteY242" fmla="*/ 161075 h 336550"/>
                <a:gd name="connsiteX243" fmla="*/ 241951 w 292270"/>
                <a:gd name="connsiteY243" fmla="*/ 146500 h 336550"/>
                <a:gd name="connsiteX244" fmla="*/ 245894 w 292270"/>
                <a:gd name="connsiteY244" fmla="*/ 143850 h 336550"/>
                <a:gd name="connsiteX245" fmla="*/ 245894 w 292270"/>
                <a:gd name="connsiteY245" fmla="*/ 133250 h 336550"/>
                <a:gd name="connsiteX246" fmla="*/ 241951 w 292270"/>
                <a:gd name="connsiteY246" fmla="*/ 134575 h 336550"/>
                <a:gd name="connsiteX247" fmla="*/ 241951 w 292270"/>
                <a:gd name="connsiteY247" fmla="*/ 135900 h 336550"/>
                <a:gd name="connsiteX248" fmla="*/ 240637 w 292270"/>
                <a:gd name="connsiteY248" fmla="*/ 134575 h 336550"/>
                <a:gd name="connsiteX249" fmla="*/ 240637 w 292270"/>
                <a:gd name="connsiteY249" fmla="*/ 131925 h 336550"/>
                <a:gd name="connsiteX250" fmla="*/ 240637 w 292270"/>
                <a:gd name="connsiteY250" fmla="*/ 130600 h 336550"/>
                <a:gd name="connsiteX251" fmla="*/ 247208 w 292270"/>
                <a:gd name="connsiteY251" fmla="*/ 127950 h 336550"/>
                <a:gd name="connsiteX252" fmla="*/ 249836 w 292270"/>
                <a:gd name="connsiteY252" fmla="*/ 127950 h 336550"/>
                <a:gd name="connsiteX253" fmla="*/ 251151 w 292270"/>
                <a:gd name="connsiteY253" fmla="*/ 127950 h 336550"/>
                <a:gd name="connsiteX254" fmla="*/ 251151 w 292270"/>
                <a:gd name="connsiteY254" fmla="*/ 143850 h 336550"/>
                <a:gd name="connsiteX255" fmla="*/ 252465 w 292270"/>
                <a:gd name="connsiteY255" fmla="*/ 143850 h 336550"/>
                <a:gd name="connsiteX256" fmla="*/ 257721 w 292270"/>
                <a:gd name="connsiteY256" fmla="*/ 94825 h 336550"/>
                <a:gd name="connsiteX257" fmla="*/ 247208 w 292270"/>
                <a:gd name="connsiteY257" fmla="*/ 106750 h 336550"/>
                <a:gd name="connsiteX258" fmla="*/ 238009 w 292270"/>
                <a:gd name="connsiteY258" fmla="*/ 92175 h 336550"/>
                <a:gd name="connsiteX259" fmla="*/ 248522 w 292270"/>
                <a:gd name="connsiteY259" fmla="*/ 76275 h 336550"/>
                <a:gd name="connsiteX260" fmla="*/ 249836 w 292270"/>
                <a:gd name="connsiteY260" fmla="*/ 76275 h 336550"/>
                <a:gd name="connsiteX261" fmla="*/ 230124 w 292270"/>
                <a:gd name="connsiteY261" fmla="*/ 52425 h 336550"/>
                <a:gd name="connsiteX262" fmla="*/ 230124 w 292270"/>
                <a:gd name="connsiteY262" fmla="*/ 55075 h 336550"/>
                <a:gd name="connsiteX263" fmla="*/ 228810 w 292270"/>
                <a:gd name="connsiteY263" fmla="*/ 55075 h 336550"/>
                <a:gd name="connsiteX264" fmla="*/ 224867 w 292270"/>
                <a:gd name="connsiteY264" fmla="*/ 55075 h 336550"/>
                <a:gd name="connsiteX265" fmla="*/ 224867 w 292270"/>
                <a:gd name="connsiteY265" fmla="*/ 48450 h 336550"/>
                <a:gd name="connsiteX266" fmla="*/ 215668 w 292270"/>
                <a:gd name="connsiteY266" fmla="*/ 43150 h 336550"/>
                <a:gd name="connsiteX267" fmla="*/ 205155 w 292270"/>
                <a:gd name="connsiteY267" fmla="*/ 56400 h 336550"/>
                <a:gd name="connsiteX268" fmla="*/ 194641 w 292270"/>
                <a:gd name="connsiteY268" fmla="*/ 40500 h 336550"/>
                <a:gd name="connsiteX269" fmla="*/ 195956 w 292270"/>
                <a:gd name="connsiteY269" fmla="*/ 33875 h 336550"/>
                <a:gd name="connsiteX270" fmla="*/ 186756 w 292270"/>
                <a:gd name="connsiteY270" fmla="*/ 31225 h 336550"/>
                <a:gd name="connsiteX271" fmla="*/ 186756 w 292270"/>
                <a:gd name="connsiteY271" fmla="*/ 55075 h 336550"/>
                <a:gd name="connsiteX272" fmla="*/ 182814 w 292270"/>
                <a:gd name="connsiteY272" fmla="*/ 55075 h 336550"/>
                <a:gd name="connsiteX273" fmla="*/ 181500 w 292270"/>
                <a:gd name="connsiteY273" fmla="*/ 55075 h 336550"/>
                <a:gd name="connsiteX274" fmla="*/ 181500 w 292270"/>
                <a:gd name="connsiteY274" fmla="*/ 32550 h 336550"/>
                <a:gd name="connsiteX275" fmla="*/ 178872 w 292270"/>
                <a:gd name="connsiteY275" fmla="*/ 33875 h 336550"/>
                <a:gd name="connsiteX276" fmla="*/ 177557 w 292270"/>
                <a:gd name="connsiteY276" fmla="*/ 33875 h 336550"/>
                <a:gd name="connsiteX277" fmla="*/ 176243 w 292270"/>
                <a:gd name="connsiteY277" fmla="*/ 33875 h 336550"/>
                <a:gd name="connsiteX278" fmla="*/ 176243 w 292270"/>
                <a:gd name="connsiteY278" fmla="*/ 31225 h 336550"/>
                <a:gd name="connsiteX279" fmla="*/ 176243 w 292270"/>
                <a:gd name="connsiteY279" fmla="*/ 29900 h 336550"/>
                <a:gd name="connsiteX280" fmla="*/ 177557 w 292270"/>
                <a:gd name="connsiteY280" fmla="*/ 29900 h 336550"/>
                <a:gd name="connsiteX281" fmla="*/ 168358 w 292270"/>
                <a:gd name="connsiteY281" fmla="*/ 28575 h 336550"/>
                <a:gd name="connsiteX282" fmla="*/ 172301 w 292270"/>
                <a:gd name="connsiteY282" fmla="*/ 40500 h 336550"/>
                <a:gd name="connsiteX283" fmla="*/ 161787 w 292270"/>
                <a:gd name="connsiteY283" fmla="*/ 56400 h 336550"/>
                <a:gd name="connsiteX284" fmla="*/ 151274 w 292270"/>
                <a:gd name="connsiteY284" fmla="*/ 40500 h 336550"/>
                <a:gd name="connsiteX285" fmla="*/ 156531 w 292270"/>
                <a:gd name="connsiteY285" fmla="*/ 28575 h 336550"/>
                <a:gd name="connsiteX286" fmla="*/ 144703 w 292270"/>
                <a:gd name="connsiteY286" fmla="*/ 28575 h 336550"/>
                <a:gd name="connsiteX287" fmla="*/ 164533 w 292270"/>
                <a:gd name="connsiteY287" fmla="*/ 0 h 336550"/>
                <a:gd name="connsiteX288" fmla="*/ 266895 w 292270"/>
                <a:gd name="connsiteY288" fmla="*/ 48642 h 336550"/>
                <a:gd name="connsiteX289" fmla="*/ 291829 w 292270"/>
                <a:gd name="connsiteY289" fmla="*/ 130150 h 336550"/>
                <a:gd name="connsiteX290" fmla="*/ 269520 w 292270"/>
                <a:gd name="connsiteY290" fmla="*/ 206400 h 336550"/>
                <a:gd name="connsiteX291" fmla="*/ 257709 w 292270"/>
                <a:gd name="connsiteY291" fmla="*/ 324718 h 336550"/>
                <a:gd name="connsiteX292" fmla="*/ 256396 w 292270"/>
                <a:gd name="connsiteY292" fmla="*/ 332606 h 336550"/>
                <a:gd name="connsiteX293" fmla="*/ 249835 w 292270"/>
                <a:gd name="connsiteY293" fmla="*/ 336550 h 336550"/>
                <a:gd name="connsiteX294" fmla="*/ 105478 w 292270"/>
                <a:gd name="connsiteY294" fmla="*/ 336550 h 336550"/>
                <a:gd name="connsiteX295" fmla="*/ 97604 w 292270"/>
                <a:gd name="connsiteY295" fmla="*/ 331292 h 336550"/>
                <a:gd name="connsiteX296" fmla="*/ 96292 w 292270"/>
                <a:gd name="connsiteY296" fmla="*/ 315516 h 336550"/>
                <a:gd name="connsiteX297" fmla="*/ 96292 w 292270"/>
                <a:gd name="connsiteY297" fmla="*/ 312887 h 336550"/>
                <a:gd name="connsiteX298" fmla="*/ 71357 w 292270"/>
                <a:gd name="connsiteY298" fmla="*/ 294481 h 336550"/>
                <a:gd name="connsiteX299" fmla="*/ 31987 w 292270"/>
                <a:gd name="connsiteY299" fmla="*/ 278706 h 336550"/>
                <a:gd name="connsiteX300" fmla="*/ 25426 w 292270"/>
                <a:gd name="connsiteY300" fmla="*/ 236637 h 336550"/>
                <a:gd name="connsiteX301" fmla="*/ 21489 w 292270"/>
                <a:gd name="connsiteY301" fmla="*/ 209029 h 336550"/>
                <a:gd name="connsiteX302" fmla="*/ 16239 w 292270"/>
                <a:gd name="connsiteY302" fmla="*/ 205085 h 336550"/>
                <a:gd name="connsiteX303" fmla="*/ 491 w 292270"/>
                <a:gd name="connsiteY303" fmla="*/ 191939 h 336550"/>
                <a:gd name="connsiteX304" fmla="*/ 4428 w 292270"/>
                <a:gd name="connsiteY304" fmla="*/ 177478 h 336550"/>
                <a:gd name="connsiteX305" fmla="*/ 24113 w 292270"/>
                <a:gd name="connsiteY305" fmla="*/ 126206 h 336550"/>
                <a:gd name="connsiteX306" fmla="*/ 29363 w 292270"/>
                <a:gd name="connsiteY306" fmla="*/ 97284 h 336550"/>
                <a:gd name="connsiteX307" fmla="*/ 81856 w 292270"/>
                <a:gd name="connsiteY307" fmla="*/ 26293 h 336550"/>
                <a:gd name="connsiteX308" fmla="*/ 164533 w 292270"/>
                <a:gd name="connsiteY308"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292270" h="336550">
                  <a:moveTo>
                    <a:pt x="184010" y="131763"/>
                  </a:moveTo>
                  <a:cubicBezTo>
                    <a:pt x="179928" y="131763"/>
                    <a:pt x="178567" y="135573"/>
                    <a:pt x="178567" y="141923"/>
                  </a:cubicBezTo>
                  <a:cubicBezTo>
                    <a:pt x="178567" y="147003"/>
                    <a:pt x="179928" y="150813"/>
                    <a:pt x="184010" y="150813"/>
                  </a:cubicBezTo>
                  <a:cubicBezTo>
                    <a:pt x="188092" y="150813"/>
                    <a:pt x="188092" y="144463"/>
                    <a:pt x="188092" y="141923"/>
                  </a:cubicBezTo>
                  <a:cubicBezTo>
                    <a:pt x="188092" y="138113"/>
                    <a:pt x="188092" y="131763"/>
                    <a:pt x="184010" y="131763"/>
                  </a:cubicBezTo>
                  <a:close/>
                  <a:moveTo>
                    <a:pt x="141147" y="131763"/>
                  </a:moveTo>
                  <a:cubicBezTo>
                    <a:pt x="138425" y="131763"/>
                    <a:pt x="135704" y="135573"/>
                    <a:pt x="135704" y="141923"/>
                  </a:cubicBezTo>
                  <a:cubicBezTo>
                    <a:pt x="135704" y="147003"/>
                    <a:pt x="138425" y="150813"/>
                    <a:pt x="141147" y="150813"/>
                  </a:cubicBezTo>
                  <a:cubicBezTo>
                    <a:pt x="145229" y="150813"/>
                    <a:pt x="145229" y="144463"/>
                    <a:pt x="145229" y="141923"/>
                  </a:cubicBezTo>
                  <a:cubicBezTo>
                    <a:pt x="145229" y="138113"/>
                    <a:pt x="145229" y="131763"/>
                    <a:pt x="141147" y="131763"/>
                  </a:cubicBezTo>
                  <a:close/>
                  <a:moveTo>
                    <a:pt x="96811" y="131763"/>
                  </a:moveTo>
                  <a:cubicBezTo>
                    <a:pt x="95488" y="131763"/>
                    <a:pt x="94165" y="132822"/>
                    <a:pt x="92842" y="134938"/>
                  </a:cubicBezTo>
                  <a:cubicBezTo>
                    <a:pt x="95488" y="134938"/>
                    <a:pt x="98134" y="134938"/>
                    <a:pt x="100780" y="134938"/>
                  </a:cubicBezTo>
                  <a:cubicBezTo>
                    <a:pt x="100780" y="132822"/>
                    <a:pt x="99457" y="131763"/>
                    <a:pt x="96811" y="131763"/>
                  </a:cubicBezTo>
                  <a:close/>
                  <a:moveTo>
                    <a:pt x="225310" y="127000"/>
                  </a:moveTo>
                  <a:cubicBezTo>
                    <a:pt x="226721" y="127000"/>
                    <a:pt x="226721" y="127000"/>
                    <a:pt x="226721" y="127000"/>
                  </a:cubicBezTo>
                  <a:cubicBezTo>
                    <a:pt x="226721" y="127000"/>
                    <a:pt x="226721" y="127000"/>
                    <a:pt x="229543" y="127000"/>
                  </a:cubicBezTo>
                  <a:cubicBezTo>
                    <a:pt x="230954" y="127000"/>
                    <a:pt x="230954" y="127000"/>
                    <a:pt x="230954" y="127000"/>
                  </a:cubicBezTo>
                  <a:cubicBezTo>
                    <a:pt x="230954" y="127000"/>
                    <a:pt x="230954" y="127000"/>
                    <a:pt x="230954" y="155792"/>
                  </a:cubicBezTo>
                  <a:cubicBezTo>
                    <a:pt x="230954" y="155792"/>
                    <a:pt x="230954" y="157163"/>
                    <a:pt x="229543" y="157163"/>
                  </a:cubicBezTo>
                  <a:cubicBezTo>
                    <a:pt x="229543" y="157163"/>
                    <a:pt x="229543" y="157163"/>
                    <a:pt x="225310" y="157163"/>
                  </a:cubicBezTo>
                  <a:cubicBezTo>
                    <a:pt x="225310" y="157163"/>
                    <a:pt x="225310" y="155792"/>
                    <a:pt x="225310" y="155792"/>
                  </a:cubicBezTo>
                  <a:cubicBezTo>
                    <a:pt x="225310" y="155792"/>
                    <a:pt x="225310" y="155792"/>
                    <a:pt x="225310" y="132484"/>
                  </a:cubicBezTo>
                  <a:cubicBezTo>
                    <a:pt x="225310" y="132484"/>
                    <a:pt x="225310" y="132484"/>
                    <a:pt x="221076" y="133855"/>
                  </a:cubicBezTo>
                  <a:cubicBezTo>
                    <a:pt x="221076" y="135227"/>
                    <a:pt x="221076" y="135227"/>
                    <a:pt x="221076" y="135227"/>
                  </a:cubicBezTo>
                  <a:cubicBezTo>
                    <a:pt x="219665" y="133855"/>
                    <a:pt x="219665" y="133855"/>
                    <a:pt x="219665" y="133855"/>
                  </a:cubicBezTo>
                  <a:cubicBezTo>
                    <a:pt x="219665" y="133855"/>
                    <a:pt x="219665" y="133855"/>
                    <a:pt x="219665" y="131113"/>
                  </a:cubicBezTo>
                  <a:cubicBezTo>
                    <a:pt x="218254" y="131113"/>
                    <a:pt x="219665" y="129742"/>
                    <a:pt x="219665" y="129742"/>
                  </a:cubicBezTo>
                  <a:cubicBezTo>
                    <a:pt x="219665" y="129742"/>
                    <a:pt x="219665" y="129742"/>
                    <a:pt x="225310" y="127000"/>
                  </a:cubicBezTo>
                  <a:close/>
                  <a:moveTo>
                    <a:pt x="203791" y="127000"/>
                  </a:moveTo>
                  <a:cubicBezTo>
                    <a:pt x="203791" y="127000"/>
                    <a:pt x="203791" y="127000"/>
                    <a:pt x="207495" y="127000"/>
                  </a:cubicBezTo>
                  <a:cubicBezTo>
                    <a:pt x="207495" y="127000"/>
                    <a:pt x="208730" y="127000"/>
                    <a:pt x="208730" y="127000"/>
                  </a:cubicBezTo>
                  <a:cubicBezTo>
                    <a:pt x="208730" y="127000"/>
                    <a:pt x="208730" y="127000"/>
                    <a:pt x="208730" y="155792"/>
                  </a:cubicBezTo>
                  <a:cubicBezTo>
                    <a:pt x="208730" y="155792"/>
                    <a:pt x="207495" y="157163"/>
                    <a:pt x="207495" y="157163"/>
                  </a:cubicBezTo>
                  <a:cubicBezTo>
                    <a:pt x="207495" y="157163"/>
                    <a:pt x="207495" y="157163"/>
                    <a:pt x="203791" y="157163"/>
                  </a:cubicBezTo>
                  <a:cubicBezTo>
                    <a:pt x="203791" y="157163"/>
                    <a:pt x="202556" y="155792"/>
                    <a:pt x="202556" y="155792"/>
                  </a:cubicBezTo>
                  <a:cubicBezTo>
                    <a:pt x="202556" y="155792"/>
                    <a:pt x="202556" y="155792"/>
                    <a:pt x="202556" y="132484"/>
                  </a:cubicBezTo>
                  <a:cubicBezTo>
                    <a:pt x="202556" y="132484"/>
                    <a:pt x="202556" y="132484"/>
                    <a:pt x="200086" y="133855"/>
                  </a:cubicBezTo>
                  <a:cubicBezTo>
                    <a:pt x="200086" y="135227"/>
                    <a:pt x="198852" y="135227"/>
                    <a:pt x="198852" y="135227"/>
                  </a:cubicBezTo>
                  <a:cubicBezTo>
                    <a:pt x="198852" y="133855"/>
                    <a:pt x="198852" y="133855"/>
                    <a:pt x="198852" y="133855"/>
                  </a:cubicBezTo>
                  <a:cubicBezTo>
                    <a:pt x="198852" y="133855"/>
                    <a:pt x="198852" y="133855"/>
                    <a:pt x="197617" y="131113"/>
                  </a:cubicBezTo>
                  <a:cubicBezTo>
                    <a:pt x="197617" y="131113"/>
                    <a:pt x="197617" y="129742"/>
                    <a:pt x="198852" y="129742"/>
                  </a:cubicBezTo>
                  <a:cubicBezTo>
                    <a:pt x="198852" y="129742"/>
                    <a:pt x="198852" y="129742"/>
                    <a:pt x="203791" y="127000"/>
                  </a:cubicBezTo>
                  <a:close/>
                  <a:moveTo>
                    <a:pt x="183964" y="127000"/>
                  </a:moveTo>
                  <a:cubicBezTo>
                    <a:pt x="189044" y="127000"/>
                    <a:pt x="192854" y="132246"/>
                    <a:pt x="192854" y="141426"/>
                  </a:cubicBezTo>
                  <a:cubicBezTo>
                    <a:pt x="192854" y="151918"/>
                    <a:pt x="189044" y="157163"/>
                    <a:pt x="182694" y="157163"/>
                  </a:cubicBezTo>
                  <a:cubicBezTo>
                    <a:pt x="177614" y="157163"/>
                    <a:pt x="173804" y="151918"/>
                    <a:pt x="173804" y="142737"/>
                  </a:cubicBezTo>
                  <a:cubicBezTo>
                    <a:pt x="173804" y="133557"/>
                    <a:pt x="177614" y="127000"/>
                    <a:pt x="183964" y="127000"/>
                  </a:cubicBezTo>
                  <a:close/>
                  <a:moveTo>
                    <a:pt x="161699" y="127000"/>
                  </a:moveTo>
                  <a:cubicBezTo>
                    <a:pt x="161699" y="127000"/>
                    <a:pt x="161699" y="127000"/>
                    <a:pt x="164478" y="127000"/>
                  </a:cubicBezTo>
                  <a:cubicBezTo>
                    <a:pt x="165867" y="127000"/>
                    <a:pt x="165867" y="127000"/>
                    <a:pt x="165867" y="127000"/>
                  </a:cubicBezTo>
                  <a:cubicBezTo>
                    <a:pt x="165867" y="127000"/>
                    <a:pt x="165867" y="127000"/>
                    <a:pt x="165867" y="155792"/>
                  </a:cubicBezTo>
                  <a:cubicBezTo>
                    <a:pt x="165867" y="155792"/>
                    <a:pt x="165867" y="157163"/>
                    <a:pt x="164478" y="157163"/>
                  </a:cubicBezTo>
                  <a:cubicBezTo>
                    <a:pt x="164478" y="157163"/>
                    <a:pt x="164478" y="157163"/>
                    <a:pt x="161699" y="157163"/>
                  </a:cubicBezTo>
                  <a:cubicBezTo>
                    <a:pt x="160310" y="157163"/>
                    <a:pt x="160310" y="155792"/>
                    <a:pt x="160310" y="155792"/>
                  </a:cubicBezTo>
                  <a:cubicBezTo>
                    <a:pt x="160310" y="155792"/>
                    <a:pt x="160310" y="155792"/>
                    <a:pt x="160310" y="132484"/>
                  </a:cubicBezTo>
                  <a:cubicBezTo>
                    <a:pt x="160310" y="132484"/>
                    <a:pt x="160310" y="132484"/>
                    <a:pt x="156143" y="133855"/>
                  </a:cubicBezTo>
                  <a:cubicBezTo>
                    <a:pt x="156143" y="135227"/>
                    <a:pt x="156143" y="135227"/>
                    <a:pt x="156143" y="135227"/>
                  </a:cubicBezTo>
                  <a:cubicBezTo>
                    <a:pt x="154754" y="133855"/>
                    <a:pt x="154754" y="133855"/>
                    <a:pt x="154754" y="133855"/>
                  </a:cubicBezTo>
                  <a:cubicBezTo>
                    <a:pt x="154754" y="133855"/>
                    <a:pt x="154754" y="133855"/>
                    <a:pt x="154754" y="131113"/>
                  </a:cubicBezTo>
                  <a:cubicBezTo>
                    <a:pt x="154754" y="131113"/>
                    <a:pt x="154754" y="129742"/>
                    <a:pt x="154754" y="129742"/>
                  </a:cubicBezTo>
                  <a:cubicBezTo>
                    <a:pt x="154754" y="129742"/>
                    <a:pt x="154754" y="129742"/>
                    <a:pt x="161699" y="127000"/>
                  </a:cubicBezTo>
                  <a:close/>
                  <a:moveTo>
                    <a:pt x="141261" y="127000"/>
                  </a:moveTo>
                  <a:cubicBezTo>
                    <a:pt x="147710" y="127000"/>
                    <a:pt x="151580" y="132246"/>
                    <a:pt x="151580" y="141426"/>
                  </a:cubicBezTo>
                  <a:cubicBezTo>
                    <a:pt x="151580" y="151918"/>
                    <a:pt x="147710" y="157163"/>
                    <a:pt x="141261" y="157163"/>
                  </a:cubicBezTo>
                  <a:cubicBezTo>
                    <a:pt x="134811" y="157163"/>
                    <a:pt x="130942" y="151918"/>
                    <a:pt x="130942" y="142737"/>
                  </a:cubicBezTo>
                  <a:cubicBezTo>
                    <a:pt x="130942" y="133557"/>
                    <a:pt x="134811" y="127000"/>
                    <a:pt x="141261" y="127000"/>
                  </a:cubicBezTo>
                  <a:close/>
                  <a:moveTo>
                    <a:pt x="247736" y="80963"/>
                  </a:moveTo>
                  <a:cubicBezTo>
                    <a:pt x="245015" y="80963"/>
                    <a:pt x="243654" y="85091"/>
                    <a:pt x="243654" y="91970"/>
                  </a:cubicBezTo>
                  <a:cubicBezTo>
                    <a:pt x="243654" y="97474"/>
                    <a:pt x="245015" y="101601"/>
                    <a:pt x="247736" y="101601"/>
                  </a:cubicBezTo>
                  <a:cubicBezTo>
                    <a:pt x="251818" y="101601"/>
                    <a:pt x="253179" y="94722"/>
                    <a:pt x="253179" y="90594"/>
                  </a:cubicBezTo>
                  <a:cubicBezTo>
                    <a:pt x="253179" y="87843"/>
                    <a:pt x="251818" y="80963"/>
                    <a:pt x="247736" y="80963"/>
                  </a:cubicBezTo>
                  <a:close/>
                  <a:moveTo>
                    <a:pt x="205328" y="80963"/>
                  </a:moveTo>
                  <a:cubicBezTo>
                    <a:pt x="203060" y="80963"/>
                    <a:pt x="200792" y="85091"/>
                    <a:pt x="200792" y="91970"/>
                  </a:cubicBezTo>
                  <a:cubicBezTo>
                    <a:pt x="200792" y="97474"/>
                    <a:pt x="203060" y="101601"/>
                    <a:pt x="205328" y="101601"/>
                  </a:cubicBezTo>
                  <a:cubicBezTo>
                    <a:pt x="208730" y="101601"/>
                    <a:pt x="208730" y="94722"/>
                    <a:pt x="208730" y="90594"/>
                  </a:cubicBezTo>
                  <a:cubicBezTo>
                    <a:pt x="208730" y="87843"/>
                    <a:pt x="208730" y="80963"/>
                    <a:pt x="205328" y="80963"/>
                  </a:cubicBezTo>
                  <a:close/>
                  <a:moveTo>
                    <a:pt x="184010" y="80963"/>
                  </a:moveTo>
                  <a:cubicBezTo>
                    <a:pt x="179928" y="80963"/>
                    <a:pt x="178567" y="85091"/>
                    <a:pt x="178567" y="91970"/>
                  </a:cubicBezTo>
                  <a:cubicBezTo>
                    <a:pt x="178567" y="97474"/>
                    <a:pt x="179928" y="101601"/>
                    <a:pt x="184010" y="101601"/>
                  </a:cubicBezTo>
                  <a:cubicBezTo>
                    <a:pt x="188092" y="101601"/>
                    <a:pt x="188092" y="94722"/>
                    <a:pt x="188092" y="90594"/>
                  </a:cubicBezTo>
                  <a:cubicBezTo>
                    <a:pt x="188092" y="87843"/>
                    <a:pt x="188092" y="80963"/>
                    <a:pt x="184010" y="80963"/>
                  </a:cubicBezTo>
                  <a:close/>
                  <a:moveTo>
                    <a:pt x="162011" y="80963"/>
                  </a:moveTo>
                  <a:cubicBezTo>
                    <a:pt x="159290" y="80963"/>
                    <a:pt x="157929" y="85091"/>
                    <a:pt x="157929" y="91970"/>
                  </a:cubicBezTo>
                  <a:cubicBezTo>
                    <a:pt x="157929" y="97474"/>
                    <a:pt x="159290" y="101601"/>
                    <a:pt x="162011" y="101601"/>
                  </a:cubicBezTo>
                  <a:cubicBezTo>
                    <a:pt x="166093" y="101601"/>
                    <a:pt x="167454" y="94722"/>
                    <a:pt x="167454" y="90594"/>
                  </a:cubicBezTo>
                  <a:cubicBezTo>
                    <a:pt x="167454" y="87843"/>
                    <a:pt x="166093" y="80963"/>
                    <a:pt x="162011" y="80963"/>
                  </a:cubicBezTo>
                  <a:close/>
                  <a:moveTo>
                    <a:pt x="76173" y="80963"/>
                  </a:moveTo>
                  <a:cubicBezTo>
                    <a:pt x="73527" y="80963"/>
                    <a:pt x="72204" y="85091"/>
                    <a:pt x="72204" y="91970"/>
                  </a:cubicBezTo>
                  <a:cubicBezTo>
                    <a:pt x="72204" y="97474"/>
                    <a:pt x="73527" y="101601"/>
                    <a:pt x="76173" y="101601"/>
                  </a:cubicBezTo>
                  <a:cubicBezTo>
                    <a:pt x="80142" y="101601"/>
                    <a:pt x="80142" y="94722"/>
                    <a:pt x="80142" y="90594"/>
                  </a:cubicBezTo>
                  <a:cubicBezTo>
                    <a:pt x="80142" y="87843"/>
                    <a:pt x="80142" y="80963"/>
                    <a:pt x="76173" y="80963"/>
                  </a:cubicBezTo>
                  <a:close/>
                  <a:moveTo>
                    <a:pt x="225310" y="76200"/>
                  </a:moveTo>
                  <a:cubicBezTo>
                    <a:pt x="226721" y="76200"/>
                    <a:pt x="226721" y="76200"/>
                    <a:pt x="226721" y="76200"/>
                  </a:cubicBezTo>
                  <a:cubicBezTo>
                    <a:pt x="226721" y="76200"/>
                    <a:pt x="226721" y="76200"/>
                    <a:pt x="229543" y="76200"/>
                  </a:cubicBezTo>
                  <a:cubicBezTo>
                    <a:pt x="230954" y="76200"/>
                    <a:pt x="230954" y="77511"/>
                    <a:pt x="230954" y="77511"/>
                  </a:cubicBezTo>
                  <a:cubicBezTo>
                    <a:pt x="230954" y="77511"/>
                    <a:pt x="230954" y="77511"/>
                    <a:pt x="230954" y="105052"/>
                  </a:cubicBezTo>
                  <a:cubicBezTo>
                    <a:pt x="230954" y="105052"/>
                    <a:pt x="230954" y="106363"/>
                    <a:pt x="229543" y="106363"/>
                  </a:cubicBezTo>
                  <a:cubicBezTo>
                    <a:pt x="229543" y="106363"/>
                    <a:pt x="229543" y="106363"/>
                    <a:pt x="225310" y="106363"/>
                  </a:cubicBezTo>
                  <a:cubicBezTo>
                    <a:pt x="225310" y="106363"/>
                    <a:pt x="225310" y="105052"/>
                    <a:pt x="225310" y="105052"/>
                  </a:cubicBezTo>
                  <a:cubicBezTo>
                    <a:pt x="225310" y="105052"/>
                    <a:pt x="225310" y="105052"/>
                    <a:pt x="225310" y="82757"/>
                  </a:cubicBezTo>
                  <a:cubicBezTo>
                    <a:pt x="225310" y="82757"/>
                    <a:pt x="225310" y="82757"/>
                    <a:pt x="221076" y="84069"/>
                  </a:cubicBezTo>
                  <a:cubicBezTo>
                    <a:pt x="219665" y="84069"/>
                    <a:pt x="219665" y="84069"/>
                    <a:pt x="219665" y="84069"/>
                  </a:cubicBezTo>
                  <a:cubicBezTo>
                    <a:pt x="219665" y="84069"/>
                    <a:pt x="219665" y="84069"/>
                    <a:pt x="219665" y="81446"/>
                  </a:cubicBezTo>
                  <a:cubicBezTo>
                    <a:pt x="218254" y="80134"/>
                    <a:pt x="219665" y="80134"/>
                    <a:pt x="219665" y="80134"/>
                  </a:cubicBezTo>
                  <a:cubicBezTo>
                    <a:pt x="219665" y="80134"/>
                    <a:pt x="219665" y="80134"/>
                    <a:pt x="225310" y="76200"/>
                  </a:cubicBezTo>
                  <a:close/>
                  <a:moveTo>
                    <a:pt x="205555" y="76200"/>
                  </a:moveTo>
                  <a:cubicBezTo>
                    <a:pt x="212500" y="76200"/>
                    <a:pt x="216667" y="81446"/>
                    <a:pt x="216667" y="90626"/>
                  </a:cubicBezTo>
                  <a:cubicBezTo>
                    <a:pt x="216667" y="101118"/>
                    <a:pt x="212500" y="106363"/>
                    <a:pt x="205555" y="106363"/>
                  </a:cubicBezTo>
                  <a:cubicBezTo>
                    <a:pt x="198609" y="106363"/>
                    <a:pt x="194442" y="101118"/>
                    <a:pt x="194442" y="91937"/>
                  </a:cubicBezTo>
                  <a:cubicBezTo>
                    <a:pt x="194442" y="81446"/>
                    <a:pt x="198609" y="76200"/>
                    <a:pt x="205555" y="76200"/>
                  </a:cubicBezTo>
                  <a:close/>
                  <a:moveTo>
                    <a:pt x="183964" y="76200"/>
                  </a:moveTo>
                  <a:cubicBezTo>
                    <a:pt x="189044" y="76200"/>
                    <a:pt x="192854" y="81446"/>
                    <a:pt x="192854" y="90626"/>
                  </a:cubicBezTo>
                  <a:cubicBezTo>
                    <a:pt x="192854" y="101118"/>
                    <a:pt x="189044" y="106363"/>
                    <a:pt x="182694" y="106363"/>
                  </a:cubicBezTo>
                  <a:cubicBezTo>
                    <a:pt x="177614" y="106363"/>
                    <a:pt x="173804" y="101118"/>
                    <a:pt x="173804" y="91937"/>
                  </a:cubicBezTo>
                  <a:cubicBezTo>
                    <a:pt x="173804" y="81446"/>
                    <a:pt x="177614" y="76200"/>
                    <a:pt x="183964" y="76200"/>
                  </a:cubicBezTo>
                  <a:close/>
                  <a:moveTo>
                    <a:pt x="161898" y="76200"/>
                  </a:moveTo>
                  <a:cubicBezTo>
                    <a:pt x="168347" y="76200"/>
                    <a:pt x="172217" y="81446"/>
                    <a:pt x="172217" y="90626"/>
                  </a:cubicBezTo>
                  <a:cubicBezTo>
                    <a:pt x="172217" y="101118"/>
                    <a:pt x="168347" y="106363"/>
                    <a:pt x="161898" y="106363"/>
                  </a:cubicBezTo>
                  <a:cubicBezTo>
                    <a:pt x="155448" y="106363"/>
                    <a:pt x="152869" y="101118"/>
                    <a:pt x="151579" y="91937"/>
                  </a:cubicBezTo>
                  <a:cubicBezTo>
                    <a:pt x="151579" y="81446"/>
                    <a:pt x="156738" y="76200"/>
                    <a:pt x="161898" y="76200"/>
                  </a:cubicBezTo>
                  <a:close/>
                  <a:moveTo>
                    <a:pt x="139584" y="76200"/>
                  </a:moveTo>
                  <a:cubicBezTo>
                    <a:pt x="139584" y="76200"/>
                    <a:pt x="139584" y="76200"/>
                    <a:pt x="140996" y="76200"/>
                  </a:cubicBezTo>
                  <a:cubicBezTo>
                    <a:pt x="140996" y="76200"/>
                    <a:pt x="140996" y="76200"/>
                    <a:pt x="143818" y="76200"/>
                  </a:cubicBezTo>
                  <a:cubicBezTo>
                    <a:pt x="143818" y="76200"/>
                    <a:pt x="145229" y="77511"/>
                    <a:pt x="145229" y="77511"/>
                  </a:cubicBezTo>
                  <a:cubicBezTo>
                    <a:pt x="145229" y="77511"/>
                    <a:pt x="145229" y="77511"/>
                    <a:pt x="145229" y="105052"/>
                  </a:cubicBezTo>
                  <a:cubicBezTo>
                    <a:pt x="145229" y="105052"/>
                    <a:pt x="143818" y="106363"/>
                    <a:pt x="143818" y="106363"/>
                  </a:cubicBezTo>
                  <a:cubicBezTo>
                    <a:pt x="143818" y="106363"/>
                    <a:pt x="143818" y="106363"/>
                    <a:pt x="139584" y="106363"/>
                  </a:cubicBezTo>
                  <a:cubicBezTo>
                    <a:pt x="139584" y="106363"/>
                    <a:pt x="139584" y="105052"/>
                    <a:pt x="139584" y="105052"/>
                  </a:cubicBezTo>
                  <a:cubicBezTo>
                    <a:pt x="139584" y="105052"/>
                    <a:pt x="139584" y="105052"/>
                    <a:pt x="139584" y="82757"/>
                  </a:cubicBezTo>
                  <a:cubicBezTo>
                    <a:pt x="139584" y="82757"/>
                    <a:pt x="139584" y="82757"/>
                    <a:pt x="135351" y="84069"/>
                  </a:cubicBezTo>
                  <a:cubicBezTo>
                    <a:pt x="135351" y="84069"/>
                    <a:pt x="135351" y="84069"/>
                    <a:pt x="133940" y="84069"/>
                  </a:cubicBezTo>
                  <a:lnTo>
                    <a:pt x="132529" y="81446"/>
                  </a:lnTo>
                  <a:cubicBezTo>
                    <a:pt x="132529" y="80134"/>
                    <a:pt x="132529" y="80134"/>
                    <a:pt x="133940" y="80134"/>
                  </a:cubicBezTo>
                  <a:cubicBezTo>
                    <a:pt x="133940" y="80134"/>
                    <a:pt x="133940" y="80134"/>
                    <a:pt x="139584" y="76200"/>
                  </a:cubicBezTo>
                  <a:close/>
                  <a:moveTo>
                    <a:pt x="118837" y="76200"/>
                  </a:moveTo>
                  <a:cubicBezTo>
                    <a:pt x="118837" y="76200"/>
                    <a:pt x="118837" y="76200"/>
                    <a:pt x="123005" y="76200"/>
                  </a:cubicBezTo>
                  <a:cubicBezTo>
                    <a:pt x="123005" y="76200"/>
                    <a:pt x="123005" y="77511"/>
                    <a:pt x="123005" y="77511"/>
                  </a:cubicBezTo>
                  <a:cubicBezTo>
                    <a:pt x="123005" y="77511"/>
                    <a:pt x="123005" y="77511"/>
                    <a:pt x="123005" y="105052"/>
                  </a:cubicBezTo>
                  <a:cubicBezTo>
                    <a:pt x="123005" y="105052"/>
                    <a:pt x="123005" y="106363"/>
                    <a:pt x="123005" y="106363"/>
                  </a:cubicBezTo>
                  <a:cubicBezTo>
                    <a:pt x="123005" y="106363"/>
                    <a:pt x="123005" y="106363"/>
                    <a:pt x="118837" y="106363"/>
                  </a:cubicBezTo>
                  <a:cubicBezTo>
                    <a:pt x="118837" y="106363"/>
                    <a:pt x="117448" y="105052"/>
                    <a:pt x="117448" y="105052"/>
                  </a:cubicBezTo>
                  <a:cubicBezTo>
                    <a:pt x="117448" y="105052"/>
                    <a:pt x="117448" y="105052"/>
                    <a:pt x="117448" y="82757"/>
                  </a:cubicBezTo>
                  <a:cubicBezTo>
                    <a:pt x="117448" y="82757"/>
                    <a:pt x="117448" y="82757"/>
                    <a:pt x="114670" y="84069"/>
                  </a:cubicBezTo>
                  <a:cubicBezTo>
                    <a:pt x="113281" y="84069"/>
                    <a:pt x="113281" y="84069"/>
                    <a:pt x="113281" y="84069"/>
                  </a:cubicBezTo>
                  <a:cubicBezTo>
                    <a:pt x="113281" y="84069"/>
                    <a:pt x="113281" y="84069"/>
                    <a:pt x="111892" y="81446"/>
                  </a:cubicBezTo>
                  <a:cubicBezTo>
                    <a:pt x="111892" y="80134"/>
                    <a:pt x="111892" y="80134"/>
                    <a:pt x="111892" y="80134"/>
                  </a:cubicBezTo>
                  <a:cubicBezTo>
                    <a:pt x="111892" y="80134"/>
                    <a:pt x="111892" y="80134"/>
                    <a:pt x="118837" y="76200"/>
                  </a:cubicBezTo>
                  <a:close/>
                  <a:moveTo>
                    <a:pt x="97207" y="76200"/>
                  </a:moveTo>
                  <a:cubicBezTo>
                    <a:pt x="97207" y="76200"/>
                    <a:pt x="97207" y="76200"/>
                    <a:pt x="99588" y="76200"/>
                  </a:cubicBezTo>
                  <a:cubicBezTo>
                    <a:pt x="100779" y="76200"/>
                    <a:pt x="100779" y="77511"/>
                    <a:pt x="100779" y="77511"/>
                  </a:cubicBezTo>
                  <a:cubicBezTo>
                    <a:pt x="100779" y="77511"/>
                    <a:pt x="100779" y="77511"/>
                    <a:pt x="100779" y="105052"/>
                  </a:cubicBezTo>
                  <a:cubicBezTo>
                    <a:pt x="100779" y="105052"/>
                    <a:pt x="100779" y="106363"/>
                    <a:pt x="99588" y="106363"/>
                  </a:cubicBezTo>
                  <a:cubicBezTo>
                    <a:pt x="99588" y="106363"/>
                    <a:pt x="99588" y="106363"/>
                    <a:pt x="97207" y="106363"/>
                  </a:cubicBezTo>
                  <a:cubicBezTo>
                    <a:pt x="96016" y="106363"/>
                    <a:pt x="96016" y="105052"/>
                    <a:pt x="96016" y="105052"/>
                  </a:cubicBezTo>
                  <a:cubicBezTo>
                    <a:pt x="96016" y="105052"/>
                    <a:pt x="96016" y="105052"/>
                    <a:pt x="96016" y="82757"/>
                  </a:cubicBezTo>
                  <a:cubicBezTo>
                    <a:pt x="96016" y="82757"/>
                    <a:pt x="96016" y="82757"/>
                    <a:pt x="92444" y="84069"/>
                  </a:cubicBezTo>
                  <a:cubicBezTo>
                    <a:pt x="91254" y="84069"/>
                    <a:pt x="91254" y="84069"/>
                    <a:pt x="91254" y="84069"/>
                  </a:cubicBezTo>
                  <a:cubicBezTo>
                    <a:pt x="91254" y="84069"/>
                    <a:pt x="91254" y="84069"/>
                    <a:pt x="91254" y="81446"/>
                  </a:cubicBezTo>
                  <a:cubicBezTo>
                    <a:pt x="91254" y="80134"/>
                    <a:pt x="91254" y="80134"/>
                    <a:pt x="91254" y="80134"/>
                  </a:cubicBezTo>
                  <a:cubicBezTo>
                    <a:pt x="91254" y="80134"/>
                    <a:pt x="91254" y="80134"/>
                    <a:pt x="97207" y="76200"/>
                  </a:cubicBezTo>
                  <a:close/>
                  <a:moveTo>
                    <a:pt x="201926" y="36513"/>
                  </a:moveTo>
                  <a:cubicBezTo>
                    <a:pt x="200792" y="37812"/>
                    <a:pt x="200792" y="39111"/>
                    <a:pt x="200792" y="40409"/>
                  </a:cubicBezTo>
                  <a:cubicBezTo>
                    <a:pt x="200792" y="46904"/>
                    <a:pt x="203060" y="50801"/>
                    <a:pt x="205328" y="50801"/>
                  </a:cubicBezTo>
                  <a:cubicBezTo>
                    <a:pt x="208730" y="50801"/>
                    <a:pt x="208730" y="44306"/>
                    <a:pt x="208730" y="40409"/>
                  </a:cubicBezTo>
                  <a:cubicBezTo>
                    <a:pt x="208730" y="40409"/>
                    <a:pt x="208730" y="40409"/>
                    <a:pt x="208730" y="39111"/>
                  </a:cubicBezTo>
                  <a:cubicBezTo>
                    <a:pt x="206462" y="37812"/>
                    <a:pt x="204194" y="36513"/>
                    <a:pt x="201926" y="36513"/>
                  </a:cubicBezTo>
                  <a:close/>
                  <a:moveTo>
                    <a:pt x="123005" y="34925"/>
                  </a:moveTo>
                  <a:cubicBezTo>
                    <a:pt x="120737" y="34925"/>
                    <a:pt x="118469" y="36248"/>
                    <a:pt x="116201" y="37571"/>
                  </a:cubicBezTo>
                  <a:cubicBezTo>
                    <a:pt x="116201" y="38894"/>
                    <a:pt x="115067" y="38894"/>
                    <a:pt x="115067" y="38894"/>
                  </a:cubicBezTo>
                  <a:cubicBezTo>
                    <a:pt x="115067" y="38894"/>
                    <a:pt x="115067" y="40216"/>
                    <a:pt x="115067" y="40216"/>
                  </a:cubicBezTo>
                  <a:cubicBezTo>
                    <a:pt x="115067" y="46831"/>
                    <a:pt x="116201" y="50800"/>
                    <a:pt x="119603" y="50800"/>
                  </a:cubicBezTo>
                  <a:cubicBezTo>
                    <a:pt x="123005" y="50800"/>
                    <a:pt x="123005" y="44185"/>
                    <a:pt x="123005" y="40216"/>
                  </a:cubicBezTo>
                  <a:cubicBezTo>
                    <a:pt x="123005" y="38894"/>
                    <a:pt x="123005" y="36248"/>
                    <a:pt x="123005" y="34925"/>
                  </a:cubicBezTo>
                  <a:close/>
                  <a:moveTo>
                    <a:pt x="162011" y="31750"/>
                  </a:moveTo>
                  <a:cubicBezTo>
                    <a:pt x="159290" y="31750"/>
                    <a:pt x="157929" y="35560"/>
                    <a:pt x="157929" y="40640"/>
                  </a:cubicBezTo>
                  <a:cubicBezTo>
                    <a:pt x="157929" y="46990"/>
                    <a:pt x="159290" y="50800"/>
                    <a:pt x="162011" y="50800"/>
                  </a:cubicBezTo>
                  <a:cubicBezTo>
                    <a:pt x="166093" y="50800"/>
                    <a:pt x="167454" y="44450"/>
                    <a:pt x="167454" y="40640"/>
                  </a:cubicBezTo>
                  <a:cubicBezTo>
                    <a:pt x="167454" y="36830"/>
                    <a:pt x="166093" y="31750"/>
                    <a:pt x="162011" y="31750"/>
                  </a:cubicBezTo>
                  <a:close/>
                  <a:moveTo>
                    <a:pt x="144703" y="28575"/>
                  </a:moveTo>
                  <a:cubicBezTo>
                    <a:pt x="144703" y="28575"/>
                    <a:pt x="144703" y="28575"/>
                    <a:pt x="144703" y="55075"/>
                  </a:cubicBezTo>
                  <a:cubicBezTo>
                    <a:pt x="144703" y="55075"/>
                    <a:pt x="143389" y="55075"/>
                    <a:pt x="143389" y="55075"/>
                  </a:cubicBezTo>
                  <a:cubicBezTo>
                    <a:pt x="143389" y="55075"/>
                    <a:pt x="143389" y="55075"/>
                    <a:pt x="139447" y="55075"/>
                  </a:cubicBezTo>
                  <a:cubicBezTo>
                    <a:pt x="139447" y="55075"/>
                    <a:pt x="139447" y="55075"/>
                    <a:pt x="139447" y="32550"/>
                  </a:cubicBezTo>
                  <a:cubicBezTo>
                    <a:pt x="139447" y="32550"/>
                    <a:pt x="139447" y="32550"/>
                    <a:pt x="135504" y="33875"/>
                  </a:cubicBezTo>
                  <a:cubicBezTo>
                    <a:pt x="135504" y="33875"/>
                    <a:pt x="135504" y="33875"/>
                    <a:pt x="134190" y="33875"/>
                  </a:cubicBezTo>
                  <a:cubicBezTo>
                    <a:pt x="134190" y="33875"/>
                    <a:pt x="134190" y="33875"/>
                    <a:pt x="132876" y="31225"/>
                  </a:cubicBezTo>
                  <a:cubicBezTo>
                    <a:pt x="131562" y="31225"/>
                    <a:pt x="130248" y="32550"/>
                    <a:pt x="127619" y="32550"/>
                  </a:cubicBezTo>
                  <a:cubicBezTo>
                    <a:pt x="128934" y="35200"/>
                    <a:pt x="128934" y="37850"/>
                    <a:pt x="128934" y="40500"/>
                  </a:cubicBezTo>
                  <a:cubicBezTo>
                    <a:pt x="128934" y="51100"/>
                    <a:pt x="124991" y="56400"/>
                    <a:pt x="118420" y="56400"/>
                  </a:cubicBezTo>
                  <a:cubicBezTo>
                    <a:pt x="113164" y="56400"/>
                    <a:pt x="109221" y="51100"/>
                    <a:pt x="109221" y="41825"/>
                  </a:cubicBezTo>
                  <a:cubicBezTo>
                    <a:pt x="106593" y="43150"/>
                    <a:pt x="103964" y="44475"/>
                    <a:pt x="101336" y="47125"/>
                  </a:cubicBezTo>
                  <a:cubicBezTo>
                    <a:pt x="101336" y="47125"/>
                    <a:pt x="101336" y="47125"/>
                    <a:pt x="101336" y="55075"/>
                  </a:cubicBezTo>
                  <a:cubicBezTo>
                    <a:pt x="101336" y="55075"/>
                    <a:pt x="101336" y="55075"/>
                    <a:pt x="100022" y="55075"/>
                  </a:cubicBezTo>
                  <a:cubicBezTo>
                    <a:pt x="100022" y="55075"/>
                    <a:pt x="100022" y="55075"/>
                    <a:pt x="97394" y="55075"/>
                  </a:cubicBezTo>
                  <a:cubicBezTo>
                    <a:pt x="96080" y="55075"/>
                    <a:pt x="96080" y="55075"/>
                    <a:pt x="96080" y="55075"/>
                  </a:cubicBezTo>
                  <a:cubicBezTo>
                    <a:pt x="96080" y="55075"/>
                    <a:pt x="96080" y="55075"/>
                    <a:pt x="96080" y="49775"/>
                  </a:cubicBezTo>
                  <a:cubicBezTo>
                    <a:pt x="85566" y="57725"/>
                    <a:pt x="77681" y="65675"/>
                    <a:pt x="72425" y="77600"/>
                  </a:cubicBezTo>
                  <a:cubicBezTo>
                    <a:pt x="73739" y="76275"/>
                    <a:pt x="75053" y="76275"/>
                    <a:pt x="76367" y="76275"/>
                  </a:cubicBezTo>
                  <a:cubicBezTo>
                    <a:pt x="82938" y="76275"/>
                    <a:pt x="86880" y="81575"/>
                    <a:pt x="86880" y="90850"/>
                  </a:cubicBezTo>
                  <a:cubicBezTo>
                    <a:pt x="86880" y="101450"/>
                    <a:pt x="82938" y="106750"/>
                    <a:pt x="76367" y="106750"/>
                  </a:cubicBezTo>
                  <a:cubicBezTo>
                    <a:pt x="71111" y="106750"/>
                    <a:pt x="68482" y="102775"/>
                    <a:pt x="67168" y="97475"/>
                  </a:cubicBezTo>
                  <a:cubicBezTo>
                    <a:pt x="65854" y="106750"/>
                    <a:pt x="69796" y="120000"/>
                    <a:pt x="75053" y="127950"/>
                  </a:cubicBezTo>
                  <a:cubicBezTo>
                    <a:pt x="75053" y="127950"/>
                    <a:pt x="76367" y="127950"/>
                    <a:pt x="76367" y="127950"/>
                  </a:cubicBezTo>
                  <a:cubicBezTo>
                    <a:pt x="76367" y="127950"/>
                    <a:pt x="76367" y="127950"/>
                    <a:pt x="78995" y="127950"/>
                  </a:cubicBezTo>
                  <a:cubicBezTo>
                    <a:pt x="78995" y="127950"/>
                    <a:pt x="80310" y="127950"/>
                    <a:pt x="80310" y="127950"/>
                  </a:cubicBezTo>
                  <a:cubicBezTo>
                    <a:pt x="80310" y="127950"/>
                    <a:pt x="80310" y="127950"/>
                    <a:pt x="80310" y="133250"/>
                  </a:cubicBezTo>
                  <a:cubicBezTo>
                    <a:pt x="82938" y="134575"/>
                    <a:pt x="85566" y="135900"/>
                    <a:pt x="88195" y="135900"/>
                  </a:cubicBezTo>
                  <a:cubicBezTo>
                    <a:pt x="89509" y="130600"/>
                    <a:pt x="93451" y="126625"/>
                    <a:pt x="97394" y="126625"/>
                  </a:cubicBezTo>
                  <a:cubicBezTo>
                    <a:pt x="102650" y="126625"/>
                    <a:pt x="106593" y="130600"/>
                    <a:pt x="107907" y="135900"/>
                  </a:cubicBezTo>
                  <a:cubicBezTo>
                    <a:pt x="110535" y="137225"/>
                    <a:pt x="113164" y="138550"/>
                    <a:pt x="114478" y="145175"/>
                  </a:cubicBezTo>
                  <a:cubicBezTo>
                    <a:pt x="115792" y="147825"/>
                    <a:pt x="115792" y="150475"/>
                    <a:pt x="117106" y="151800"/>
                  </a:cubicBezTo>
                  <a:cubicBezTo>
                    <a:pt x="117106" y="151800"/>
                    <a:pt x="117106" y="151800"/>
                    <a:pt x="117106" y="133250"/>
                  </a:cubicBezTo>
                  <a:cubicBezTo>
                    <a:pt x="117106" y="133250"/>
                    <a:pt x="117106" y="133250"/>
                    <a:pt x="114478" y="134575"/>
                  </a:cubicBezTo>
                  <a:cubicBezTo>
                    <a:pt x="113164" y="135900"/>
                    <a:pt x="113164" y="135900"/>
                    <a:pt x="113164" y="135900"/>
                  </a:cubicBezTo>
                  <a:cubicBezTo>
                    <a:pt x="113164" y="134575"/>
                    <a:pt x="113164" y="134575"/>
                    <a:pt x="113164" y="134575"/>
                  </a:cubicBezTo>
                  <a:cubicBezTo>
                    <a:pt x="113164" y="134575"/>
                    <a:pt x="113164" y="134575"/>
                    <a:pt x="111849" y="131925"/>
                  </a:cubicBezTo>
                  <a:cubicBezTo>
                    <a:pt x="111849" y="131925"/>
                    <a:pt x="111849" y="130600"/>
                    <a:pt x="111849" y="130600"/>
                  </a:cubicBezTo>
                  <a:cubicBezTo>
                    <a:pt x="111849" y="130600"/>
                    <a:pt x="111849" y="130600"/>
                    <a:pt x="118420" y="127950"/>
                  </a:cubicBezTo>
                  <a:cubicBezTo>
                    <a:pt x="118420" y="127950"/>
                    <a:pt x="118420" y="127950"/>
                    <a:pt x="122363" y="127950"/>
                  </a:cubicBezTo>
                  <a:cubicBezTo>
                    <a:pt x="122363" y="127950"/>
                    <a:pt x="122363" y="127950"/>
                    <a:pt x="122363" y="155775"/>
                  </a:cubicBezTo>
                  <a:cubicBezTo>
                    <a:pt x="122363" y="155775"/>
                    <a:pt x="122363" y="157100"/>
                    <a:pt x="122363" y="157100"/>
                  </a:cubicBezTo>
                  <a:cubicBezTo>
                    <a:pt x="122363" y="157100"/>
                    <a:pt x="122363" y="157100"/>
                    <a:pt x="121049" y="157100"/>
                  </a:cubicBezTo>
                  <a:cubicBezTo>
                    <a:pt x="123677" y="159750"/>
                    <a:pt x="128934" y="161075"/>
                    <a:pt x="135504" y="162400"/>
                  </a:cubicBezTo>
                  <a:cubicBezTo>
                    <a:pt x="144703" y="165050"/>
                    <a:pt x="159159" y="151800"/>
                    <a:pt x="161787" y="159750"/>
                  </a:cubicBezTo>
                  <a:cubicBezTo>
                    <a:pt x="164416" y="175650"/>
                    <a:pt x="173615" y="186250"/>
                    <a:pt x="181500" y="191550"/>
                  </a:cubicBezTo>
                  <a:cubicBezTo>
                    <a:pt x="181500" y="191550"/>
                    <a:pt x="181500" y="191550"/>
                    <a:pt x="181500" y="183600"/>
                  </a:cubicBezTo>
                  <a:cubicBezTo>
                    <a:pt x="181500" y="183600"/>
                    <a:pt x="181500" y="183600"/>
                    <a:pt x="178872" y="186250"/>
                  </a:cubicBezTo>
                  <a:cubicBezTo>
                    <a:pt x="177557" y="186250"/>
                    <a:pt x="177557" y="186250"/>
                    <a:pt x="177557" y="186250"/>
                  </a:cubicBezTo>
                  <a:cubicBezTo>
                    <a:pt x="177557" y="186250"/>
                    <a:pt x="177557" y="184925"/>
                    <a:pt x="176243" y="184925"/>
                  </a:cubicBezTo>
                  <a:cubicBezTo>
                    <a:pt x="176243" y="184925"/>
                    <a:pt x="176243" y="184925"/>
                    <a:pt x="176243" y="182275"/>
                  </a:cubicBezTo>
                  <a:cubicBezTo>
                    <a:pt x="176243" y="182275"/>
                    <a:pt x="176243" y="180950"/>
                    <a:pt x="176243" y="180950"/>
                  </a:cubicBezTo>
                  <a:cubicBezTo>
                    <a:pt x="176243" y="180950"/>
                    <a:pt x="176243" y="180950"/>
                    <a:pt x="182814" y="178300"/>
                  </a:cubicBezTo>
                  <a:cubicBezTo>
                    <a:pt x="182814" y="178300"/>
                    <a:pt x="182814" y="178300"/>
                    <a:pt x="186756" y="178300"/>
                  </a:cubicBezTo>
                  <a:cubicBezTo>
                    <a:pt x="186756" y="178300"/>
                    <a:pt x="186756" y="178300"/>
                    <a:pt x="186756" y="194200"/>
                  </a:cubicBezTo>
                  <a:cubicBezTo>
                    <a:pt x="194641" y="196850"/>
                    <a:pt x="201213" y="194200"/>
                    <a:pt x="199898" y="186250"/>
                  </a:cubicBezTo>
                  <a:cubicBezTo>
                    <a:pt x="199898" y="186250"/>
                    <a:pt x="198584" y="186250"/>
                    <a:pt x="198584" y="186250"/>
                  </a:cubicBezTo>
                  <a:cubicBezTo>
                    <a:pt x="198584" y="186250"/>
                    <a:pt x="198584" y="184925"/>
                    <a:pt x="198584" y="184925"/>
                  </a:cubicBezTo>
                  <a:cubicBezTo>
                    <a:pt x="198584" y="184925"/>
                    <a:pt x="198584" y="184925"/>
                    <a:pt x="197270" y="182275"/>
                  </a:cubicBezTo>
                  <a:cubicBezTo>
                    <a:pt x="197270" y="182275"/>
                    <a:pt x="197270" y="180950"/>
                    <a:pt x="198584" y="180950"/>
                  </a:cubicBezTo>
                  <a:cubicBezTo>
                    <a:pt x="198584" y="180950"/>
                    <a:pt x="198584" y="180950"/>
                    <a:pt x="199898" y="180950"/>
                  </a:cubicBezTo>
                  <a:cubicBezTo>
                    <a:pt x="198584" y="167700"/>
                    <a:pt x="199898" y="166375"/>
                    <a:pt x="199898" y="166375"/>
                  </a:cubicBezTo>
                  <a:cubicBezTo>
                    <a:pt x="199898" y="166375"/>
                    <a:pt x="226182" y="169025"/>
                    <a:pt x="234066" y="161075"/>
                  </a:cubicBezTo>
                  <a:cubicBezTo>
                    <a:pt x="238009" y="157100"/>
                    <a:pt x="240637" y="151800"/>
                    <a:pt x="241951" y="146500"/>
                  </a:cubicBezTo>
                  <a:cubicBezTo>
                    <a:pt x="243266" y="145175"/>
                    <a:pt x="244580" y="143850"/>
                    <a:pt x="245894" y="143850"/>
                  </a:cubicBezTo>
                  <a:cubicBezTo>
                    <a:pt x="245894" y="143850"/>
                    <a:pt x="245894" y="143850"/>
                    <a:pt x="245894" y="133250"/>
                  </a:cubicBezTo>
                  <a:cubicBezTo>
                    <a:pt x="245894" y="133250"/>
                    <a:pt x="245894" y="133250"/>
                    <a:pt x="241951" y="134575"/>
                  </a:cubicBezTo>
                  <a:cubicBezTo>
                    <a:pt x="241951" y="135900"/>
                    <a:pt x="241951" y="135900"/>
                    <a:pt x="241951" y="135900"/>
                  </a:cubicBezTo>
                  <a:cubicBezTo>
                    <a:pt x="241951" y="134575"/>
                    <a:pt x="240637" y="134575"/>
                    <a:pt x="240637" y="134575"/>
                  </a:cubicBezTo>
                  <a:cubicBezTo>
                    <a:pt x="240637" y="134575"/>
                    <a:pt x="240637" y="134575"/>
                    <a:pt x="240637" y="131925"/>
                  </a:cubicBezTo>
                  <a:cubicBezTo>
                    <a:pt x="240637" y="131925"/>
                    <a:pt x="240637" y="130600"/>
                    <a:pt x="240637" y="130600"/>
                  </a:cubicBezTo>
                  <a:cubicBezTo>
                    <a:pt x="240637" y="130600"/>
                    <a:pt x="240637" y="130600"/>
                    <a:pt x="247208" y="127950"/>
                  </a:cubicBezTo>
                  <a:cubicBezTo>
                    <a:pt x="247208" y="127950"/>
                    <a:pt x="247208" y="127950"/>
                    <a:pt x="249836" y="127950"/>
                  </a:cubicBezTo>
                  <a:cubicBezTo>
                    <a:pt x="251151" y="127950"/>
                    <a:pt x="251151" y="127950"/>
                    <a:pt x="251151" y="127950"/>
                  </a:cubicBezTo>
                  <a:cubicBezTo>
                    <a:pt x="251151" y="127950"/>
                    <a:pt x="251151" y="127950"/>
                    <a:pt x="251151" y="143850"/>
                  </a:cubicBezTo>
                  <a:cubicBezTo>
                    <a:pt x="251151" y="143850"/>
                    <a:pt x="252465" y="143850"/>
                    <a:pt x="252465" y="143850"/>
                  </a:cubicBezTo>
                  <a:cubicBezTo>
                    <a:pt x="264292" y="137225"/>
                    <a:pt x="262978" y="113375"/>
                    <a:pt x="257721" y="94825"/>
                  </a:cubicBezTo>
                  <a:cubicBezTo>
                    <a:pt x="256407" y="102775"/>
                    <a:pt x="253779" y="106750"/>
                    <a:pt x="247208" y="106750"/>
                  </a:cubicBezTo>
                  <a:cubicBezTo>
                    <a:pt x="241951" y="106750"/>
                    <a:pt x="238009" y="101450"/>
                    <a:pt x="238009" y="92175"/>
                  </a:cubicBezTo>
                  <a:cubicBezTo>
                    <a:pt x="238009" y="81575"/>
                    <a:pt x="241951" y="76275"/>
                    <a:pt x="248522" y="76275"/>
                  </a:cubicBezTo>
                  <a:cubicBezTo>
                    <a:pt x="248522" y="76275"/>
                    <a:pt x="249836" y="76275"/>
                    <a:pt x="249836" y="76275"/>
                  </a:cubicBezTo>
                  <a:cubicBezTo>
                    <a:pt x="244580" y="67000"/>
                    <a:pt x="238009" y="59050"/>
                    <a:pt x="230124" y="52425"/>
                  </a:cubicBezTo>
                  <a:cubicBezTo>
                    <a:pt x="230124" y="52425"/>
                    <a:pt x="230124" y="52425"/>
                    <a:pt x="230124" y="55075"/>
                  </a:cubicBezTo>
                  <a:cubicBezTo>
                    <a:pt x="230124" y="55075"/>
                    <a:pt x="230124" y="55075"/>
                    <a:pt x="228810" y="55075"/>
                  </a:cubicBezTo>
                  <a:cubicBezTo>
                    <a:pt x="228810" y="55075"/>
                    <a:pt x="228810" y="55075"/>
                    <a:pt x="224867" y="55075"/>
                  </a:cubicBezTo>
                  <a:cubicBezTo>
                    <a:pt x="224867" y="55075"/>
                    <a:pt x="224867" y="55075"/>
                    <a:pt x="224867" y="48450"/>
                  </a:cubicBezTo>
                  <a:cubicBezTo>
                    <a:pt x="220925" y="47125"/>
                    <a:pt x="218297" y="44475"/>
                    <a:pt x="215668" y="43150"/>
                  </a:cubicBezTo>
                  <a:cubicBezTo>
                    <a:pt x="214354" y="51100"/>
                    <a:pt x="210412" y="56400"/>
                    <a:pt x="205155" y="56400"/>
                  </a:cubicBezTo>
                  <a:cubicBezTo>
                    <a:pt x="198584" y="56400"/>
                    <a:pt x="194641" y="49775"/>
                    <a:pt x="194641" y="40500"/>
                  </a:cubicBezTo>
                  <a:cubicBezTo>
                    <a:pt x="194641" y="37850"/>
                    <a:pt x="194641" y="36525"/>
                    <a:pt x="195956" y="33875"/>
                  </a:cubicBezTo>
                  <a:cubicBezTo>
                    <a:pt x="193327" y="32550"/>
                    <a:pt x="189385" y="32550"/>
                    <a:pt x="186756" y="31225"/>
                  </a:cubicBezTo>
                  <a:cubicBezTo>
                    <a:pt x="186756" y="31225"/>
                    <a:pt x="186756" y="31225"/>
                    <a:pt x="186756" y="55075"/>
                  </a:cubicBezTo>
                  <a:cubicBezTo>
                    <a:pt x="186756" y="55075"/>
                    <a:pt x="186756" y="55075"/>
                    <a:pt x="182814" y="55075"/>
                  </a:cubicBezTo>
                  <a:cubicBezTo>
                    <a:pt x="181500" y="55075"/>
                    <a:pt x="181500" y="55075"/>
                    <a:pt x="181500" y="55075"/>
                  </a:cubicBezTo>
                  <a:cubicBezTo>
                    <a:pt x="181500" y="55075"/>
                    <a:pt x="181500" y="55075"/>
                    <a:pt x="181500" y="32550"/>
                  </a:cubicBezTo>
                  <a:cubicBezTo>
                    <a:pt x="181500" y="32550"/>
                    <a:pt x="181500" y="32550"/>
                    <a:pt x="178872" y="33875"/>
                  </a:cubicBezTo>
                  <a:cubicBezTo>
                    <a:pt x="177557" y="33875"/>
                    <a:pt x="177557" y="33875"/>
                    <a:pt x="177557" y="33875"/>
                  </a:cubicBezTo>
                  <a:cubicBezTo>
                    <a:pt x="177557" y="33875"/>
                    <a:pt x="177557" y="33875"/>
                    <a:pt x="176243" y="33875"/>
                  </a:cubicBezTo>
                  <a:cubicBezTo>
                    <a:pt x="176243" y="33875"/>
                    <a:pt x="176243" y="33875"/>
                    <a:pt x="176243" y="31225"/>
                  </a:cubicBezTo>
                  <a:cubicBezTo>
                    <a:pt x="176243" y="29900"/>
                    <a:pt x="176243" y="29900"/>
                    <a:pt x="176243" y="29900"/>
                  </a:cubicBezTo>
                  <a:cubicBezTo>
                    <a:pt x="176243" y="29900"/>
                    <a:pt x="176243" y="29900"/>
                    <a:pt x="177557" y="29900"/>
                  </a:cubicBezTo>
                  <a:cubicBezTo>
                    <a:pt x="173615" y="28575"/>
                    <a:pt x="170987" y="28575"/>
                    <a:pt x="168358" y="28575"/>
                  </a:cubicBezTo>
                  <a:cubicBezTo>
                    <a:pt x="170987" y="31225"/>
                    <a:pt x="172301" y="35200"/>
                    <a:pt x="172301" y="40500"/>
                  </a:cubicBezTo>
                  <a:cubicBezTo>
                    <a:pt x="172301" y="51100"/>
                    <a:pt x="168358" y="56400"/>
                    <a:pt x="161787" y="56400"/>
                  </a:cubicBezTo>
                  <a:cubicBezTo>
                    <a:pt x="155217" y="56400"/>
                    <a:pt x="152588" y="49775"/>
                    <a:pt x="151274" y="40500"/>
                  </a:cubicBezTo>
                  <a:cubicBezTo>
                    <a:pt x="151274" y="35200"/>
                    <a:pt x="153903" y="29900"/>
                    <a:pt x="156531" y="28575"/>
                  </a:cubicBezTo>
                  <a:cubicBezTo>
                    <a:pt x="152588" y="28575"/>
                    <a:pt x="148646" y="28575"/>
                    <a:pt x="144703" y="28575"/>
                  </a:cubicBezTo>
                  <a:close/>
                  <a:moveTo>
                    <a:pt x="164533" y="0"/>
                  </a:moveTo>
                  <a:cubicBezTo>
                    <a:pt x="205215" y="0"/>
                    <a:pt x="240648" y="17090"/>
                    <a:pt x="266895" y="48642"/>
                  </a:cubicBezTo>
                  <a:cubicBezTo>
                    <a:pt x="285268" y="72305"/>
                    <a:pt x="294454" y="99914"/>
                    <a:pt x="291829" y="130150"/>
                  </a:cubicBezTo>
                  <a:cubicBezTo>
                    <a:pt x="289205" y="155129"/>
                    <a:pt x="278706" y="181422"/>
                    <a:pt x="269520" y="206400"/>
                  </a:cubicBezTo>
                  <a:cubicBezTo>
                    <a:pt x="253772" y="247154"/>
                    <a:pt x="239336" y="286594"/>
                    <a:pt x="257709" y="324718"/>
                  </a:cubicBezTo>
                  <a:cubicBezTo>
                    <a:pt x="257709" y="327348"/>
                    <a:pt x="257709" y="329977"/>
                    <a:pt x="256396" y="332606"/>
                  </a:cubicBezTo>
                  <a:cubicBezTo>
                    <a:pt x="255084" y="335236"/>
                    <a:pt x="252459" y="336550"/>
                    <a:pt x="249835" y="336550"/>
                  </a:cubicBezTo>
                  <a:cubicBezTo>
                    <a:pt x="249835" y="336550"/>
                    <a:pt x="249835" y="336550"/>
                    <a:pt x="105478" y="336550"/>
                  </a:cubicBezTo>
                  <a:cubicBezTo>
                    <a:pt x="101541" y="336550"/>
                    <a:pt x="98916" y="333921"/>
                    <a:pt x="97604" y="331292"/>
                  </a:cubicBezTo>
                  <a:cubicBezTo>
                    <a:pt x="96292" y="328662"/>
                    <a:pt x="96292" y="327348"/>
                    <a:pt x="96292" y="315516"/>
                  </a:cubicBezTo>
                  <a:cubicBezTo>
                    <a:pt x="96292" y="314201"/>
                    <a:pt x="96292" y="312887"/>
                    <a:pt x="96292" y="312887"/>
                  </a:cubicBezTo>
                  <a:cubicBezTo>
                    <a:pt x="94979" y="294481"/>
                    <a:pt x="87105" y="294481"/>
                    <a:pt x="71357" y="294481"/>
                  </a:cubicBezTo>
                  <a:cubicBezTo>
                    <a:pt x="58234" y="294481"/>
                    <a:pt x="42486" y="294481"/>
                    <a:pt x="31987" y="278706"/>
                  </a:cubicBezTo>
                  <a:cubicBezTo>
                    <a:pt x="24113" y="266874"/>
                    <a:pt x="24113" y="251098"/>
                    <a:pt x="25426" y="236637"/>
                  </a:cubicBezTo>
                  <a:cubicBezTo>
                    <a:pt x="25426" y="224805"/>
                    <a:pt x="25426" y="212973"/>
                    <a:pt x="21489" y="209029"/>
                  </a:cubicBezTo>
                  <a:cubicBezTo>
                    <a:pt x="21489" y="207715"/>
                    <a:pt x="17552" y="206400"/>
                    <a:pt x="16239" y="205085"/>
                  </a:cubicBezTo>
                  <a:cubicBezTo>
                    <a:pt x="10990" y="202456"/>
                    <a:pt x="3116" y="199827"/>
                    <a:pt x="491" y="191939"/>
                  </a:cubicBezTo>
                  <a:cubicBezTo>
                    <a:pt x="-821" y="187995"/>
                    <a:pt x="491" y="182736"/>
                    <a:pt x="4428" y="177478"/>
                  </a:cubicBezTo>
                  <a:cubicBezTo>
                    <a:pt x="17552" y="156443"/>
                    <a:pt x="20176" y="144612"/>
                    <a:pt x="24113" y="126206"/>
                  </a:cubicBezTo>
                  <a:cubicBezTo>
                    <a:pt x="25426" y="118319"/>
                    <a:pt x="26738" y="109116"/>
                    <a:pt x="29363" y="97284"/>
                  </a:cubicBezTo>
                  <a:cubicBezTo>
                    <a:pt x="38549" y="68361"/>
                    <a:pt x="55609" y="43383"/>
                    <a:pt x="81856" y="26293"/>
                  </a:cubicBezTo>
                  <a:cubicBezTo>
                    <a:pt x="105478" y="9202"/>
                    <a:pt x="135662" y="0"/>
                    <a:pt x="164533" y="0"/>
                  </a:cubicBezTo>
                  <a:close/>
                </a:path>
              </a:pathLst>
            </a:custGeom>
            <a:solidFill>
              <a:srgbClr val="FFFFFF"/>
            </a:solidFill>
            <a:ln w="12700">
              <a:miter lim="400000"/>
            </a:ln>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200"/>
              </a:pPr>
              <a:endParaRPr sz="1600" dirty="0">
                <a:latin typeface="字魂59号-创粗黑" panose="00000500000000000000" pitchFamily="2" charset="-122"/>
                <a:ea typeface="字魂59号-创粗黑" panose="00000500000000000000" pitchFamily="2" charset="-122"/>
              </a:endParaRPr>
            </a:p>
          </p:txBody>
        </p:sp>
        <p:sp>
          <p:nvSpPr>
            <p:cNvPr id="27" name="淘宝-想搞设计PPT(倒卖必究)-27" descr="e7d195523061f1c0f55f9af68525816972d868573ada39bc763F3977967589A5F92C178830C92595A6CE4D0132F8C206B2B04C416AAA86B7FD80AB023F78DAEB544E2F013E11B2B95AD21703D1C90034A379EC9026EFAAF5D8D3F6EDD7215B01313628C106AEB41116489E5C05F8950C3ECE596C8FF54A37023B6C2CA6ED6047B6328EC071A08E649D84E0BEC9811C20"/>
            <p:cNvSpPr/>
            <p:nvPr>
              <p:custDataLst>
                <p:tags r:id="rId12"/>
              </p:custDataLst>
            </p:nvPr>
          </p:nvSpPr>
          <p:spPr>
            <a:xfrm>
              <a:off x="5716021" y="4504267"/>
              <a:ext cx="616024" cy="635001"/>
            </a:xfrm>
            <a:custGeom>
              <a:avLst/>
              <a:gdLst>
                <a:gd name="connsiteX0" fmla="*/ 157951 w 327026"/>
                <a:gd name="connsiteY0" fmla="*/ 134938 h 337100"/>
                <a:gd name="connsiteX1" fmla="*/ 327026 w 327026"/>
                <a:gd name="connsiteY1" fmla="*/ 239958 h 337100"/>
                <a:gd name="connsiteX2" fmla="*/ 259660 w 327026"/>
                <a:gd name="connsiteY2" fmla="*/ 254398 h 337100"/>
                <a:gd name="connsiteX3" fmla="*/ 295325 w 327026"/>
                <a:gd name="connsiteY3" fmla="*/ 305595 h 337100"/>
                <a:gd name="connsiteX4" fmla="*/ 292683 w 327026"/>
                <a:gd name="connsiteY4" fmla="*/ 334475 h 337100"/>
                <a:gd name="connsiteX5" fmla="*/ 263623 w 327026"/>
                <a:gd name="connsiteY5" fmla="*/ 326599 h 337100"/>
                <a:gd name="connsiteX6" fmla="*/ 227959 w 327026"/>
                <a:gd name="connsiteY6" fmla="*/ 275402 h 337100"/>
                <a:gd name="connsiteX7" fmla="*/ 192294 w 327026"/>
                <a:gd name="connsiteY7" fmla="*/ 333162 h 337100"/>
                <a:gd name="connsiteX8" fmla="*/ 153988 w 327026"/>
                <a:gd name="connsiteY8" fmla="*/ 137564 h 337100"/>
                <a:gd name="connsiteX9" fmla="*/ 157951 w 327026"/>
                <a:gd name="connsiteY9" fmla="*/ 134938 h 337100"/>
                <a:gd name="connsiteX10" fmla="*/ 287448 w 327026"/>
                <a:gd name="connsiteY10" fmla="*/ 96838 h 337100"/>
                <a:gd name="connsiteX11" fmla="*/ 270368 w 327026"/>
                <a:gd name="connsiteY11" fmla="*/ 108528 h 337100"/>
                <a:gd name="connsiteX12" fmla="*/ 280879 w 327026"/>
                <a:gd name="connsiteY12" fmla="*/ 150092 h 337100"/>
                <a:gd name="connsiteX13" fmla="*/ 301899 w 327026"/>
                <a:gd name="connsiteY13" fmla="*/ 182563 h 337100"/>
                <a:gd name="connsiteX14" fmla="*/ 303213 w 327026"/>
                <a:gd name="connsiteY14" fmla="*/ 161781 h 337100"/>
                <a:gd name="connsiteX15" fmla="*/ 287448 w 327026"/>
                <a:gd name="connsiteY15" fmla="*/ 96838 h 337100"/>
                <a:gd name="connsiteX16" fmla="*/ 160474 w 327026"/>
                <a:gd name="connsiteY16" fmla="*/ 0 h 337100"/>
                <a:gd name="connsiteX17" fmla="*/ 322263 w 327026"/>
                <a:gd name="connsiteY17" fmla="*/ 161925 h 337100"/>
                <a:gd name="connsiteX18" fmla="*/ 314371 w 327026"/>
                <a:gd name="connsiteY18" fmla="*/ 211951 h 337100"/>
                <a:gd name="connsiteX19" fmla="*/ 242026 w 327026"/>
                <a:gd name="connsiteY19" fmla="*/ 165875 h 337100"/>
                <a:gd name="connsiteX20" fmla="*/ 259126 w 327026"/>
                <a:gd name="connsiteY20" fmla="*/ 139545 h 337100"/>
                <a:gd name="connsiteX21" fmla="*/ 244657 w 327026"/>
                <a:gd name="connsiteY21" fmla="*/ 94785 h 337100"/>
                <a:gd name="connsiteX22" fmla="*/ 203881 w 327026"/>
                <a:gd name="connsiteY22" fmla="*/ 63190 h 337100"/>
                <a:gd name="connsiteX23" fmla="*/ 186781 w 327026"/>
                <a:gd name="connsiteY23" fmla="*/ 22380 h 337100"/>
                <a:gd name="connsiteX24" fmla="*/ 160474 w 327026"/>
                <a:gd name="connsiteY24" fmla="*/ 19747 h 337100"/>
                <a:gd name="connsiteX25" fmla="*/ 74975 w 327026"/>
                <a:gd name="connsiteY25" fmla="*/ 48709 h 337100"/>
                <a:gd name="connsiteX26" fmla="*/ 86814 w 327026"/>
                <a:gd name="connsiteY26" fmla="*/ 86886 h 337100"/>
                <a:gd name="connsiteX27" fmla="*/ 53930 w 327026"/>
                <a:gd name="connsiteY27" fmla="*/ 111899 h 337100"/>
                <a:gd name="connsiteX28" fmla="*/ 53930 w 327026"/>
                <a:gd name="connsiteY28" fmla="*/ 140862 h 337100"/>
                <a:gd name="connsiteX29" fmla="*/ 59191 w 327026"/>
                <a:gd name="connsiteY29" fmla="*/ 157976 h 337100"/>
                <a:gd name="connsiteX30" fmla="*/ 21046 w 327026"/>
                <a:gd name="connsiteY30" fmla="*/ 181672 h 337100"/>
                <a:gd name="connsiteX31" fmla="*/ 35515 w 327026"/>
                <a:gd name="connsiteY31" fmla="*/ 227748 h 337100"/>
                <a:gd name="connsiteX32" fmla="*/ 59191 w 327026"/>
                <a:gd name="connsiteY32" fmla="*/ 190887 h 337100"/>
                <a:gd name="connsiteX33" fmla="*/ 89444 w 327026"/>
                <a:gd name="connsiteY33" fmla="*/ 198786 h 337100"/>
                <a:gd name="connsiteX34" fmla="*/ 122328 w 327026"/>
                <a:gd name="connsiteY34" fmla="*/ 215900 h 337100"/>
                <a:gd name="connsiteX35" fmla="*/ 96021 w 327026"/>
                <a:gd name="connsiteY35" fmla="*/ 248812 h 337100"/>
                <a:gd name="connsiteX36" fmla="*/ 86814 w 327026"/>
                <a:gd name="connsiteY36" fmla="*/ 283040 h 337100"/>
                <a:gd name="connsiteX37" fmla="*/ 160474 w 327026"/>
                <a:gd name="connsiteY37" fmla="*/ 304103 h 337100"/>
                <a:gd name="connsiteX38" fmla="*/ 167051 w 327026"/>
                <a:gd name="connsiteY38" fmla="*/ 302787 h 337100"/>
                <a:gd name="connsiteX39" fmla="*/ 170997 w 327026"/>
                <a:gd name="connsiteY39" fmla="*/ 322534 h 337100"/>
                <a:gd name="connsiteX40" fmla="*/ 160474 w 327026"/>
                <a:gd name="connsiteY40" fmla="*/ 323850 h 337100"/>
                <a:gd name="connsiteX41" fmla="*/ 0 w 327026"/>
                <a:gd name="connsiteY41" fmla="*/ 161925 h 337100"/>
                <a:gd name="connsiteX42" fmla="*/ 160474 w 327026"/>
                <a:gd name="connsiteY42" fmla="*/ 0 h 33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7026" h="337100">
                  <a:moveTo>
                    <a:pt x="157951" y="134938"/>
                  </a:moveTo>
                  <a:cubicBezTo>
                    <a:pt x="157951" y="134938"/>
                    <a:pt x="157951" y="134938"/>
                    <a:pt x="327026" y="239958"/>
                  </a:cubicBezTo>
                  <a:cubicBezTo>
                    <a:pt x="327026" y="239958"/>
                    <a:pt x="327026" y="239958"/>
                    <a:pt x="259660" y="254398"/>
                  </a:cubicBezTo>
                  <a:lnTo>
                    <a:pt x="295325" y="305595"/>
                  </a:lnTo>
                  <a:cubicBezTo>
                    <a:pt x="301929" y="316097"/>
                    <a:pt x="300608" y="327911"/>
                    <a:pt x="292683" y="334475"/>
                  </a:cubicBezTo>
                  <a:cubicBezTo>
                    <a:pt x="283436" y="339726"/>
                    <a:pt x="271548" y="337101"/>
                    <a:pt x="263623" y="326599"/>
                  </a:cubicBezTo>
                  <a:cubicBezTo>
                    <a:pt x="263623" y="326599"/>
                    <a:pt x="263623" y="326599"/>
                    <a:pt x="227959" y="275402"/>
                  </a:cubicBezTo>
                  <a:cubicBezTo>
                    <a:pt x="227959" y="275402"/>
                    <a:pt x="227959" y="275402"/>
                    <a:pt x="192294" y="333162"/>
                  </a:cubicBezTo>
                  <a:cubicBezTo>
                    <a:pt x="192294" y="333162"/>
                    <a:pt x="192294" y="333162"/>
                    <a:pt x="153988" y="137564"/>
                  </a:cubicBezTo>
                  <a:cubicBezTo>
                    <a:pt x="153988" y="137564"/>
                    <a:pt x="153988" y="137564"/>
                    <a:pt x="157951" y="134938"/>
                  </a:cubicBezTo>
                  <a:close/>
                  <a:moveTo>
                    <a:pt x="287448" y="96838"/>
                  </a:moveTo>
                  <a:cubicBezTo>
                    <a:pt x="280879" y="99436"/>
                    <a:pt x="272996" y="103332"/>
                    <a:pt x="270368" y="108528"/>
                  </a:cubicBezTo>
                  <a:cubicBezTo>
                    <a:pt x="265113" y="117620"/>
                    <a:pt x="271682" y="143597"/>
                    <a:pt x="280879" y="150092"/>
                  </a:cubicBezTo>
                  <a:cubicBezTo>
                    <a:pt x="292703" y="159184"/>
                    <a:pt x="299272" y="170873"/>
                    <a:pt x="301899" y="182563"/>
                  </a:cubicBezTo>
                  <a:cubicBezTo>
                    <a:pt x="303213" y="176069"/>
                    <a:pt x="303213" y="168276"/>
                    <a:pt x="303213" y="161781"/>
                  </a:cubicBezTo>
                  <a:cubicBezTo>
                    <a:pt x="303213" y="138402"/>
                    <a:pt x="297958" y="116321"/>
                    <a:pt x="287448" y="96838"/>
                  </a:cubicBezTo>
                  <a:close/>
                  <a:moveTo>
                    <a:pt x="160474" y="0"/>
                  </a:moveTo>
                  <a:cubicBezTo>
                    <a:pt x="249918" y="0"/>
                    <a:pt x="322263" y="72405"/>
                    <a:pt x="322263" y="161925"/>
                  </a:cubicBezTo>
                  <a:cubicBezTo>
                    <a:pt x="322263" y="179039"/>
                    <a:pt x="319632" y="196153"/>
                    <a:pt x="314371" y="211951"/>
                  </a:cubicBezTo>
                  <a:cubicBezTo>
                    <a:pt x="314371" y="211951"/>
                    <a:pt x="314371" y="211951"/>
                    <a:pt x="242026" y="165875"/>
                  </a:cubicBezTo>
                  <a:cubicBezTo>
                    <a:pt x="247288" y="157976"/>
                    <a:pt x="257811" y="147444"/>
                    <a:pt x="259126" y="139545"/>
                  </a:cubicBezTo>
                  <a:cubicBezTo>
                    <a:pt x="260441" y="127697"/>
                    <a:pt x="251234" y="97418"/>
                    <a:pt x="244657" y="94785"/>
                  </a:cubicBezTo>
                  <a:cubicBezTo>
                    <a:pt x="238080" y="90836"/>
                    <a:pt x="218350" y="71089"/>
                    <a:pt x="203881" y="63190"/>
                  </a:cubicBezTo>
                  <a:cubicBezTo>
                    <a:pt x="193358" y="57924"/>
                    <a:pt x="188096" y="36861"/>
                    <a:pt x="186781" y="22380"/>
                  </a:cubicBezTo>
                  <a:cubicBezTo>
                    <a:pt x="177574" y="21063"/>
                    <a:pt x="169681" y="19747"/>
                    <a:pt x="160474" y="19747"/>
                  </a:cubicBezTo>
                  <a:cubicBezTo>
                    <a:pt x="128905" y="19747"/>
                    <a:pt x="98652" y="30279"/>
                    <a:pt x="74975" y="48709"/>
                  </a:cubicBezTo>
                  <a:cubicBezTo>
                    <a:pt x="81552" y="59241"/>
                    <a:pt x="93390" y="78988"/>
                    <a:pt x="86814" y="86886"/>
                  </a:cubicBezTo>
                  <a:cubicBezTo>
                    <a:pt x="78921" y="100051"/>
                    <a:pt x="53930" y="100051"/>
                    <a:pt x="53930" y="111899"/>
                  </a:cubicBezTo>
                  <a:cubicBezTo>
                    <a:pt x="53930" y="123747"/>
                    <a:pt x="52614" y="135596"/>
                    <a:pt x="53930" y="140862"/>
                  </a:cubicBezTo>
                  <a:cubicBezTo>
                    <a:pt x="55245" y="146128"/>
                    <a:pt x="69714" y="150077"/>
                    <a:pt x="59191" y="157976"/>
                  </a:cubicBezTo>
                  <a:cubicBezTo>
                    <a:pt x="52614" y="164558"/>
                    <a:pt x="32884" y="175090"/>
                    <a:pt x="21046" y="181672"/>
                  </a:cubicBezTo>
                  <a:cubicBezTo>
                    <a:pt x="22361" y="197470"/>
                    <a:pt x="27622" y="213267"/>
                    <a:pt x="35515" y="227748"/>
                  </a:cubicBezTo>
                  <a:cubicBezTo>
                    <a:pt x="38145" y="219850"/>
                    <a:pt x="49984" y="192204"/>
                    <a:pt x="59191" y="190887"/>
                  </a:cubicBezTo>
                  <a:cubicBezTo>
                    <a:pt x="69714" y="188254"/>
                    <a:pt x="78921" y="185621"/>
                    <a:pt x="89444" y="198786"/>
                  </a:cubicBezTo>
                  <a:cubicBezTo>
                    <a:pt x="99967" y="211951"/>
                    <a:pt x="114436" y="215900"/>
                    <a:pt x="122328" y="215900"/>
                  </a:cubicBezTo>
                  <a:cubicBezTo>
                    <a:pt x="130220" y="215900"/>
                    <a:pt x="121013" y="243546"/>
                    <a:pt x="96021" y="248812"/>
                  </a:cubicBezTo>
                  <a:cubicBezTo>
                    <a:pt x="72345" y="252761"/>
                    <a:pt x="106544" y="283040"/>
                    <a:pt x="86814" y="283040"/>
                  </a:cubicBezTo>
                  <a:cubicBezTo>
                    <a:pt x="109175" y="296204"/>
                    <a:pt x="134167" y="304103"/>
                    <a:pt x="160474" y="304103"/>
                  </a:cubicBezTo>
                  <a:cubicBezTo>
                    <a:pt x="163105" y="304103"/>
                    <a:pt x="165735" y="302787"/>
                    <a:pt x="167051" y="302787"/>
                  </a:cubicBezTo>
                  <a:cubicBezTo>
                    <a:pt x="167051" y="302787"/>
                    <a:pt x="167051" y="302787"/>
                    <a:pt x="170997" y="322534"/>
                  </a:cubicBezTo>
                  <a:cubicBezTo>
                    <a:pt x="168366" y="322534"/>
                    <a:pt x="164420" y="323850"/>
                    <a:pt x="160474" y="323850"/>
                  </a:cubicBezTo>
                  <a:cubicBezTo>
                    <a:pt x="72345" y="323850"/>
                    <a:pt x="0" y="251445"/>
                    <a:pt x="0" y="161925"/>
                  </a:cubicBezTo>
                  <a:cubicBezTo>
                    <a:pt x="0" y="72405"/>
                    <a:pt x="72345" y="0"/>
                    <a:pt x="160474" y="0"/>
                  </a:cubicBezTo>
                  <a:close/>
                </a:path>
              </a:pathLst>
            </a:custGeom>
            <a:solidFill>
              <a:srgbClr val="FFFFFF"/>
            </a:solidFill>
            <a:ln w="12700">
              <a:miter lim="400000"/>
            </a:ln>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200"/>
              </a:pPr>
              <a:endParaRPr sz="1600" dirty="0">
                <a:latin typeface="字魂59号-创粗黑" panose="00000500000000000000" pitchFamily="2" charset="-122"/>
                <a:ea typeface="字魂59号-创粗黑" panose="00000500000000000000" pitchFamily="2" charset="-122"/>
              </a:endParaRPr>
            </a:p>
          </p:txBody>
        </p:sp>
        <p:sp>
          <p:nvSpPr>
            <p:cNvPr id="28" name="淘宝-想搞设计PPT(倒卖必究)-28" descr="e7d195523061f1c0f55f9af68525816972d868573ada39bc763F3977967589A5F92C178830C92595A6CE4D0132F8C206B2B04C416AAA86B7FD80AB023F78DAEB544E2F013E11B2B95AD21703D1C90034A379EC9026EFAAF5D8D3F6EDD7215B01313628C106AEB41116489E5C05F8950C3ECE596C8FF54A37023B6C2CA6ED6047B6328EC071A08E649D84E0BEC9811C20"/>
            <p:cNvSpPr/>
            <p:nvPr>
              <p:custDataLst>
                <p:tags r:id="rId13"/>
              </p:custDataLst>
            </p:nvPr>
          </p:nvSpPr>
          <p:spPr>
            <a:xfrm>
              <a:off x="6980767" y="2550017"/>
              <a:ext cx="635001" cy="471032"/>
            </a:xfrm>
            <a:custGeom>
              <a:avLst/>
              <a:gdLst>
                <a:gd name="connsiteX0" fmla="*/ 9246 w 338138"/>
                <a:gd name="connsiteY0" fmla="*/ 217487 h 250825"/>
                <a:gd name="connsiteX1" fmla="*/ 328892 w 338138"/>
                <a:gd name="connsiteY1" fmla="*/ 217487 h 250825"/>
                <a:gd name="connsiteX2" fmla="*/ 338138 w 338138"/>
                <a:gd name="connsiteY2" fmla="*/ 226822 h 250825"/>
                <a:gd name="connsiteX3" fmla="*/ 314363 w 338138"/>
                <a:gd name="connsiteY3" fmla="*/ 250825 h 250825"/>
                <a:gd name="connsiteX4" fmla="*/ 23775 w 338138"/>
                <a:gd name="connsiteY4" fmla="*/ 250825 h 250825"/>
                <a:gd name="connsiteX5" fmla="*/ 0 w 338138"/>
                <a:gd name="connsiteY5" fmla="*/ 226822 h 250825"/>
                <a:gd name="connsiteX6" fmla="*/ 9246 w 338138"/>
                <a:gd name="connsiteY6" fmla="*/ 217487 h 250825"/>
                <a:gd name="connsiteX7" fmla="*/ 100182 w 338138"/>
                <a:gd name="connsiteY7" fmla="*/ 100012 h 250825"/>
                <a:gd name="connsiteX8" fmla="*/ 123655 w 338138"/>
                <a:gd name="connsiteY8" fmla="*/ 100012 h 250825"/>
                <a:gd name="connsiteX9" fmla="*/ 130175 w 338138"/>
                <a:gd name="connsiteY9" fmla="*/ 106705 h 250825"/>
                <a:gd name="connsiteX10" fmla="*/ 130175 w 338138"/>
                <a:gd name="connsiteY10" fmla="*/ 161583 h 250825"/>
                <a:gd name="connsiteX11" fmla="*/ 123655 w 338138"/>
                <a:gd name="connsiteY11" fmla="*/ 168275 h 250825"/>
                <a:gd name="connsiteX12" fmla="*/ 100182 w 338138"/>
                <a:gd name="connsiteY12" fmla="*/ 168275 h 250825"/>
                <a:gd name="connsiteX13" fmla="*/ 93662 w 338138"/>
                <a:gd name="connsiteY13" fmla="*/ 161583 h 250825"/>
                <a:gd name="connsiteX14" fmla="*/ 93662 w 338138"/>
                <a:gd name="connsiteY14" fmla="*/ 106705 h 250825"/>
                <a:gd name="connsiteX15" fmla="*/ 100182 w 338138"/>
                <a:gd name="connsiteY15" fmla="*/ 100012 h 250825"/>
                <a:gd name="connsiteX16" fmla="*/ 157332 w 338138"/>
                <a:gd name="connsiteY16" fmla="*/ 77787 h 250825"/>
                <a:gd name="connsiteX17" fmla="*/ 180805 w 338138"/>
                <a:gd name="connsiteY17" fmla="*/ 77787 h 250825"/>
                <a:gd name="connsiteX18" fmla="*/ 187325 w 338138"/>
                <a:gd name="connsiteY18" fmla="*/ 84441 h 250825"/>
                <a:gd name="connsiteX19" fmla="*/ 187325 w 338138"/>
                <a:gd name="connsiteY19" fmla="*/ 161622 h 250825"/>
                <a:gd name="connsiteX20" fmla="*/ 180805 w 338138"/>
                <a:gd name="connsiteY20" fmla="*/ 168275 h 250825"/>
                <a:gd name="connsiteX21" fmla="*/ 157332 w 338138"/>
                <a:gd name="connsiteY21" fmla="*/ 168275 h 250825"/>
                <a:gd name="connsiteX22" fmla="*/ 150812 w 338138"/>
                <a:gd name="connsiteY22" fmla="*/ 161622 h 250825"/>
                <a:gd name="connsiteX23" fmla="*/ 150812 w 338138"/>
                <a:gd name="connsiteY23" fmla="*/ 84441 h 250825"/>
                <a:gd name="connsiteX24" fmla="*/ 157332 w 338138"/>
                <a:gd name="connsiteY24" fmla="*/ 77787 h 250825"/>
                <a:gd name="connsiteX25" fmla="*/ 216070 w 338138"/>
                <a:gd name="connsiteY25" fmla="*/ 49212 h 250825"/>
                <a:gd name="connsiteX26" fmla="*/ 239543 w 338138"/>
                <a:gd name="connsiteY26" fmla="*/ 49212 h 250825"/>
                <a:gd name="connsiteX27" fmla="*/ 246063 w 338138"/>
                <a:gd name="connsiteY27" fmla="*/ 55827 h 250825"/>
                <a:gd name="connsiteX28" fmla="*/ 246063 w 338138"/>
                <a:gd name="connsiteY28" fmla="*/ 161661 h 250825"/>
                <a:gd name="connsiteX29" fmla="*/ 239543 w 338138"/>
                <a:gd name="connsiteY29" fmla="*/ 168275 h 250825"/>
                <a:gd name="connsiteX30" fmla="*/ 216070 w 338138"/>
                <a:gd name="connsiteY30" fmla="*/ 168275 h 250825"/>
                <a:gd name="connsiteX31" fmla="*/ 209550 w 338138"/>
                <a:gd name="connsiteY31" fmla="*/ 161661 h 250825"/>
                <a:gd name="connsiteX32" fmla="*/ 209550 w 338138"/>
                <a:gd name="connsiteY32" fmla="*/ 55827 h 250825"/>
                <a:gd name="connsiteX33" fmla="*/ 216070 w 338138"/>
                <a:gd name="connsiteY33" fmla="*/ 49212 h 250825"/>
                <a:gd name="connsiteX34" fmla="*/ 53428 w 338138"/>
                <a:gd name="connsiteY34" fmla="*/ 22225 h 250825"/>
                <a:gd name="connsiteX35" fmla="*/ 50800 w 338138"/>
                <a:gd name="connsiteY35" fmla="*/ 24858 h 250825"/>
                <a:gd name="connsiteX36" fmla="*/ 50800 w 338138"/>
                <a:gd name="connsiteY36" fmla="*/ 182834 h 250825"/>
                <a:gd name="connsiteX37" fmla="*/ 53428 w 338138"/>
                <a:gd name="connsiteY37" fmla="*/ 184150 h 250825"/>
                <a:gd name="connsiteX38" fmla="*/ 284710 w 338138"/>
                <a:gd name="connsiteY38" fmla="*/ 184150 h 250825"/>
                <a:gd name="connsiteX39" fmla="*/ 287338 w 338138"/>
                <a:gd name="connsiteY39" fmla="*/ 182834 h 250825"/>
                <a:gd name="connsiteX40" fmla="*/ 287338 w 338138"/>
                <a:gd name="connsiteY40" fmla="*/ 24858 h 250825"/>
                <a:gd name="connsiteX41" fmla="*/ 284710 w 338138"/>
                <a:gd name="connsiteY41" fmla="*/ 22225 h 250825"/>
                <a:gd name="connsiteX42" fmla="*/ 53428 w 338138"/>
                <a:gd name="connsiteY42" fmla="*/ 22225 h 250825"/>
                <a:gd name="connsiteX43" fmla="*/ 53663 w 338138"/>
                <a:gd name="connsiteY43" fmla="*/ 0 h 250825"/>
                <a:gd name="connsiteX44" fmla="*/ 286062 w 338138"/>
                <a:gd name="connsiteY44" fmla="*/ 0 h 250825"/>
                <a:gd name="connsiteX45" fmla="*/ 311150 w 338138"/>
                <a:gd name="connsiteY45" fmla="*/ 25008 h 250825"/>
                <a:gd name="connsiteX46" fmla="*/ 311150 w 338138"/>
                <a:gd name="connsiteY46" fmla="*/ 182955 h 250825"/>
                <a:gd name="connsiteX47" fmla="*/ 286062 w 338138"/>
                <a:gd name="connsiteY47" fmla="*/ 207963 h 250825"/>
                <a:gd name="connsiteX48" fmla="*/ 53663 w 338138"/>
                <a:gd name="connsiteY48" fmla="*/ 207963 h 250825"/>
                <a:gd name="connsiteX49" fmla="*/ 28575 w 338138"/>
                <a:gd name="connsiteY49" fmla="*/ 182955 h 250825"/>
                <a:gd name="connsiteX50" fmla="*/ 28575 w 338138"/>
                <a:gd name="connsiteY50" fmla="*/ 25008 h 250825"/>
                <a:gd name="connsiteX51" fmla="*/ 53663 w 338138"/>
                <a:gd name="connsiteY51" fmla="*/ 0 h 25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38138" h="250825">
                  <a:moveTo>
                    <a:pt x="9246" y="217487"/>
                  </a:moveTo>
                  <a:cubicBezTo>
                    <a:pt x="9246" y="217487"/>
                    <a:pt x="9246" y="217487"/>
                    <a:pt x="328892" y="217487"/>
                  </a:cubicBezTo>
                  <a:cubicBezTo>
                    <a:pt x="334176" y="217487"/>
                    <a:pt x="338138" y="221488"/>
                    <a:pt x="338138" y="226822"/>
                  </a:cubicBezTo>
                  <a:cubicBezTo>
                    <a:pt x="338138" y="240157"/>
                    <a:pt x="327571" y="250825"/>
                    <a:pt x="314363" y="250825"/>
                  </a:cubicBezTo>
                  <a:cubicBezTo>
                    <a:pt x="314363" y="250825"/>
                    <a:pt x="314363" y="250825"/>
                    <a:pt x="23775" y="250825"/>
                  </a:cubicBezTo>
                  <a:cubicBezTo>
                    <a:pt x="10567" y="250825"/>
                    <a:pt x="0" y="240157"/>
                    <a:pt x="0" y="226822"/>
                  </a:cubicBezTo>
                  <a:cubicBezTo>
                    <a:pt x="0" y="221488"/>
                    <a:pt x="3962" y="217487"/>
                    <a:pt x="9246" y="217487"/>
                  </a:cubicBezTo>
                  <a:close/>
                  <a:moveTo>
                    <a:pt x="100182" y="100012"/>
                  </a:moveTo>
                  <a:cubicBezTo>
                    <a:pt x="100182" y="100012"/>
                    <a:pt x="100182" y="100012"/>
                    <a:pt x="123655" y="100012"/>
                  </a:cubicBezTo>
                  <a:cubicBezTo>
                    <a:pt x="127567" y="100012"/>
                    <a:pt x="130175" y="102689"/>
                    <a:pt x="130175" y="106705"/>
                  </a:cubicBezTo>
                  <a:cubicBezTo>
                    <a:pt x="130175" y="106705"/>
                    <a:pt x="130175" y="106705"/>
                    <a:pt x="130175" y="161583"/>
                  </a:cubicBezTo>
                  <a:cubicBezTo>
                    <a:pt x="130175" y="165598"/>
                    <a:pt x="127567" y="168275"/>
                    <a:pt x="123655" y="168275"/>
                  </a:cubicBezTo>
                  <a:cubicBezTo>
                    <a:pt x="123655" y="168275"/>
                    <a:pt x="123655" y="168275"/>
                    <a:pt x="100182" y="168275"/>
                  </a:cubicBezTo>
                  <a:cubicBezTo>
                    <a:pt x="96270" y="168275"/>
                    <a:pt x="93662" y="165598"/>
                    <a:pt x="93662" y="161583"/>
                  </a:cubicBezTo>
                  <a:cubicBezTo>
                    <a:pt x="93662" y="161583"/>
                    <a:pt x="93662" y="161583"/>
                    <a:pt x="93662" y="106705"/>
                  </a:cubicBezTo>
                  <a:cubicBezTo>
                    <a:pt x="93662" y="102689"/>
                    <a:pt x="96270" y="100012"/>
                    <a:pt x="100182" y="100012"/>
                  </a:cubicBezTo>
                  <a:close/>
                  <a:moveTo>
                    <a:pt x="157332" y="77787"/>
                  </a:moveTo>
                  <a:cubicBezTo>
                    <a:pt x="157332" y="77787"/>
                    <a:pt x="157332" y="77787"/>
                    <a:pt x="180805" y="77787"/>
                  </a:cubicBezTo>
                  <a:cubicBezTo>
                    <a:pt x="184717" y="77787"/>
                    <a:pt x="187325" y="81779"/>
                    <a:pt x="187325" y="84441"/>
                  </a:cubicBezTo>
                  <a:cubicBezTo>
                    <a:pt x="187325" y="84441"/>
                    <a:pt x="187325" y="84441"/>
                    <a:pt x="187325" y="161622"/>
                  </a:cubicBezTo>
                  <a:cubicBezTo>
                    <a:pt x="187325" y="165614"/>
                    <a:pt x="184717" y="168275"/>
                    <a:pt x="180805" y="168275"/>
                  </a:cubicBezTo>
                  <a:cubicBezTo>
                    <a:pt x="180805" y="168275"/>
                    <a:pt x="180805" y="168275"/>
                    <a:pt x="157332" y="168275"/>
                  </a:cubicBezTo>
                  <a:cubicBezTo>
                    <a:pt x="153420" y="168275"/>
                    <a:pt x="150812" y="165614"/>
                    <a:pt x="150812" y="161622"/>
                  </a:cubicBezTo>
                  <a:cubicBezTo>
                    <a:pt x="150812" y="161622"/>
                    <a:pt x="150812" y="161622"/>
                    <a:pt x="150812" y="84441"/>
                  </a:cubicBezTo>
                  <a:cubicBezTo>
                    <a:pt x="150812" y="81779"/>
                    <a:pt x="153420" y="77787"/>
                    <a:pt x="157332" y="77787"/>
                  </a:cubicBezTo>
                  <a:close/>
                  <a:moveTo>
                    <a:pt x="216070" y="49212"/>
                  </a:moveTo>
                  <a:cubicBezTo>
                    <a:pt x="216070" y="49212"/>
                    <a:pt x="216070" y="49212"/>
                    <a:pt x="239543" y="49212"/>
                  </a:cubicBezTo>
                  <a:cubicBezTo>
                    <a:pt x="243455" y="49212"/>
                    <a:pt x="246063" y="51858"/>
                    <a:pt x="246063" y="55827"/>
                  </a:cubicBezTo>
                  <a:cubicBezTo>
                    <a:pt x="246063" y="55827"/>
                    <a:pt x="246063" y="55827"/>
                    <a:pt x="246063" y="161661"/>
                  </a:cubicBezTo>
                  <a:cubicBezTo>
                    <a:pt x="246063" y="165629"/>
                    <a:pt x="243455" y="168275"/>
                    <a:pt x="239543" y="168275"/>
                  </a:cubicBezTo>
                  <a:cubicBezTo>
                    <a:pt x="239543" y="168275"/>
                    <a:pt x="239543" y="168275"/>
                    <a:pt x="216070" y="168275"/>
                  </a:cubicBezTo>
                  <a:cubicBezTo>
                    <a:pt x="212158" y="168275"/>
                    <a:pt x="209550" y="165629"/>
                    <a:pt x="209550" y="161661"/>
                  </a:cubicBezTo>
                  <a:cubicBezTo>
                    <a:pt x="209550" y="161661"/>
                    <a:pt x="209550" y="161661"/>
                    <a:pt x="209550" y="55827"/>
                  </a:cubicBezTo>
                  <a:cubicBezTo>
                    <a:pt x="209550" y="51858"/>
                    <a:pt x="212158" y="49212"/>
                    <a:pt x="216070" y="49212"/>
                  </a:cubicBezTo>
                  <a:close/>
                  <a:moveTo>
                    <a:pt x="53428" y="22225"/>
                  </a:moveTo>
                  <a:cubicBezTo>
                    <a:pt x="52114" y="22225"/>
                    <a:pt x="50800" y="23541"/>
                    <a:pt x="50800" y="24858"/>
                  </a:cubicBezTo>
                  <a:lnTo>
                    <a:pt x="50800" y="182834"/>
                  </a:lnTo>
                  <a:cubicBezTo>
                    <a:pt x="50800" y="184150"/>
                    <a:pt x="52114" y="184150"/>
                    <a:pt x="53428" y="184150"/>
                  </a:cubicBezTo>
                  <a:cubicBezTo>
                    <a:pt x="53428" y="184150"/>
                    <a:pt x="53428" y="184150"/>
                    <a:pt x="284710" y="184150"/>
                  </a:cubicBezTo>
                  <a:cubicBezTo>
                    <a:pt x="286024" y="184150"/>
                    <a:pt x="287338" y="184150"/>
                    <a:pt x="287338" y="182834"/>
                  </a:cubicBezTo>
                  <a:cubicBezTo>
                    <a:pt x="287338" y="182834"/>
                    <a:pt x="287338" y="182834"/>
                    <a:pt x="287338" y="24858"/>
                  </a:cubicBezTo>
                  <a:cubicBezTo>
                    <a:pt x="287338" y="23541"/>
                    <a:pt x="286024" y="22225"/>
                    <a:pt x="284710" y="22225"/>
                  </a:cubicBezTo>
                  <a:cubicBezTo>
                    <a:pt x="284710" y="22225"/>
                    <a:pt x="284710" y="22225"/>
                    <a:pt x="53428" y="22225"/>
                  </a:cubicBezTo>
                  <a:close/>
                  <a:moveTo>
                    <a:pt x="53663" y="0"/>
                  </a:moveTo>
                  <a:cubicBezTo>
                    <a:pt x="53663" y="0"/>
                    <a:pt x="53663" y="0"/>
                    <a:pt x="286062" y="0"/>
                  </a:cubicBezTo>
                  <a:cubicBezTo>
                    <a:pt x="300587" y="0"/>
                    <a:pt x="311150" y="10530"/>
                    <a:pt x="311150" y="25008"/>
                  </a:cubicBezTo>
                  <a:cubicBezTo>
                    <a:pt x="311150" y="25008"/>
                    <a:pt x="311150" y="25008"/>
                    <a:pt x="311150" y="182955"/>
                  </a:cubicBezTo>
                  <a:cubicBezTo>
                    <a:pt x="311150" y="196117"/>
                    <a:pt x="300587" y="207963"/>
                    <a:pt x="286062" y="207963"/>
                  </a:cubicBezTo>
                  <a:cubicBezTo>
                    <a:pt x="286062" y="207963"/>
                    <a:pt x="286062" y="207963"/>
                    <a:pt x="53663" y="207963"/>
                  </a:cubicBezTo>
                  <a:cubicBezTo>
                    <a:pt x="39138" y="207963"/>
                    <a:pt x="28575" y="196117"/>
                    <a:pt x="28575" y="182955"/>
                  </a:cubicBezTo>
                  <a:cubicBezTo>
                    <a:pt x="28575" y="182955"/>
                    <a:pt x="28575" y="182955"/>
                    <a:pt x="28575" y="25008"/>
                  </a:cubicBezTo>
                  <a:cubicBezTo>
                    <a:pt x="28575" y="10530"/>
                    <a:pt x="39138" y="0"/>
                    <a:pt x="53663" y="0"/>
                  </a:cubicBezTo>
                  <a:close/>
                </a:path>
              </a:pathLst>
            </a:custGeom>
            <a:solidFill>
              <a:srgbClr val="FFFFFF"/>
            </a:solidFill>
            <a:ln w="12700">
              <a:miter lim="400000"/>
            </a:ln>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200"/>
              </a:pPr>
              <a:endParaRPr sz="1600" dirty="0">
                <a:latin typeface="字魂59号-创粗黑" panose="00000500000000000000" pitchFamily="2" charset="-122"/>
                <a:ea typeface="字魂59号-创粗黑" panose="00000500000000000000" pitchFamily="2" charset="-122"/>
              </a:endParaRPr>
            </a:p>
          </p:txBody>
        </p:sp>
      </p:grpSp>
      <p:grpSp>
        <p:nvGrpSpPr>
          <p:cNvPr id="29" name="组合 28"/>
          <p:cNvGrpSpPr/>
          <p:nvPr>
            <p:custDataLst>
              <p:tags r:id="rId14"/>
            </p:custDataLst>
          </p:nvPr>
        </p:nvGrpSpPr>
        <p:grpSpPr>
          <a:xfrm>
            <a:off x="482355" y="2369316"/>
            <a:ext cx="4103370" cy="1305401"/>
            <a:chOff x="211773" y="3325188"/>
            <a:chExt cx="4103370" cy="1305401"/>
          </a:xfrm>
        </p:grpSpPr>
        <p:sp>
          <p:nvSpPr>
            <p:cNvPr id="30" name="淘宝-想搞设计PPT(倒卖必究)-30"/>
            <p:cNvSpPr/>
            <p:nvPr>
              <p:custDataLst>
                <p:tags r:id="rId15"/>
              </p:custDataLst>
            </p:nvPr>
          </p:nvSpPr>
          <p:spPr>
            <a:xfrm>
              <a:off x="874714" y="3800644"/>
              <a:ext cx="3155086" cy="82994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000" dirty="0">
                  <a:solidFill>
                    <a:schemeClr val="tx1"/>
                  </a:solidFill>
                  <a:latin typeface="字魂59号-创粗黑" panose="00000500000000000000" pitchFamily="2" charset="-122"/>
                  <a:ea typeface="字魂59号-创粗黑" panose="00000500000000000000" pitchFamily="2" charset="-122"/>
                </a:rPr>
                <a:t>表征人类活动强度并辅助识别建成区边界。</a:t>
              </a:r>
              <a:endParaRPr lang="zh-CN" altLang="en-US" sz="2000" dirty="0">
                <a:solidFill>
                  <a:schemeClr val="tx1"/>
                </a:solidFill>
                <a:latin typeface="字魂59号-创粗黑" panose="00000500000000000000" pitchFamily="2" charset="-122"/>
                <a:ea typeface="字魂59号-创粗黑" panose="00000500000000000000" pitchFamily="2" charset="-122"/>
              </a:endParaRPr>
            </a:p>
          </p:txBody>
        </p:sp>
        <p:sp>
          <p:nvSpPr>
            <p:cNvPr id="31" name="淘宝-想搞设计PPT(倒卖必究)-31"/>
            <p:cNvSpPr/>
            <p:nvPr>
              <p:custDataLst>
                <p:tags r:id="rId16"/>
              </p:custDataLst>
            </p:nvPr>
          </p:nvSpPr>
          <p:spPr>
            <a:xfrm>
              <a:off x="211773" y="3325188"/>
              <a:ext cx="4103370" cy="607695"/>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2800" b="1" dirty="0">
                  <a:solidFill>
                    <a:schemeClr val="tx1"/>
                  </a:solidFill>
                  <a:latin typeface="字魂59号-创粗黑" panose="00000500000000000000" pitchFamily="2" charset="-122"/>
                  <a:ea typeface="字魂59号-创粗黑" panose="00000500000000000000" pitchFamily="2" charset="-122"/>
                </a:rPr>
                <a:t>NPP/VIIRS夜间灯光数据</a:t>
              </a:r>
              <a:endParaRPr lang="zh-CN" altLang="en-US" sz="2800" b="1" dirty="0">
                <a:solidFill>
                  <a:schemeClr val="tx1"/>
                </a:solidFill>
                <a:latin typeface="字魂59号-创粗黑" panose="00000500000000000000" pitchFamily="2" charset="-122"/>
                <a:ea typeface="字魂59号-创粗黑" panose="00000500000000000000" pitchFamily="2" charset="-122"/>
              </a:endParaRPr>
            </a:p>
          </p:txBody>
        </p:sp>
      </p:grpSp>
      <p:grpSp>
        <p:nvGrpSpPr>
          <p:cNvPr id="32" name="组合 31"/>
          <p:cNvGrpSpPr/>
          <p:nvPr/>
        </p:nvGrpSpPr>
        <p:grpSpPr>
          <a:xfrm>
            <a:off x="-1345274" y="-788979"/>
            <a:ext cx="14733028" cy="8629318"/>
            <a:chOff x="-1345274" y="-788979"/>
            <a:chExt cx="14733028" cy="8629318"/>
          </a:xfrm>
        </p:grpSpPr>
        <p:sp>
          <p:nvSpPr>
            <p:cNvPr id="33" name="淘宝-想搞设计PPT(倒卖必究)-33"/>
            <p:cNvSpPr/>
            <p:nvPr/>
          </p:nvSpPr>
          <p:spPr>
            <a:xfrm rot="2329959">
              <a:off x="10691148" y="5333761"/>
              <a:ext cx="2696606" cy="2506578"/>
            </a:xfrm>
            <a:custGeom>
              <a:avLst/>
              <a:gdLst>
                <a:gd name="connsiteX0" fmla="*/ 820615 w 2461845"/>
                <a:gd name="connsiteY0" fmla="*/ 0 h 2396685"/>
                <a:gd name="connsiteX1" fmla="*/ 1400878 w 2461845"/>
                <a:gd name="connsiteY1" fmla="*/ 240353 h 2396685"/>
                <a:gd name="connsiteX2" fmla="*/ 1418212 w 2461845"/>
                <a:gd name="connsiteY2" fmla="*/ 261362 h 2396685"/>
                <a:gd name="connsiteX3" fmla="*/ 1475848 w 2461845"/>
                <a:gd name="connsiteY3" fmla="*/ 246542 h 2396685"/>
                <a:gd name="connsiteX4" fmla="*/ 1641230 w 2461845"/>
                <a:gd name="connsiteY4" fmla="*/ 229870 h 2396685"/>
                <a:gd name="connsiteX5" fmla="*/ 2461845 w 2461845"/>
                <a:gd name="connsiteY5" fmla="*/ 1050485 h 2396685"/>
                <a:gd name="connsiteX6" fmla="*/ 2100044 w 2461845"/>
                <a:gd name="connsiteY6" fmla="*/ 1730952 h 2396685"/>
                <a:gd name="connsiteX7" fmla="*/ 2031973 w 2461845"/>
                <a:gd name="connsiteY7" fmla="*/ 1767900 h 2396685"/>
                <a:gd name="connsiteX8" fmla="*/ 2018552 w 2461845"/>
                <a:gd name="connsiteY8" fmla="*/ 1820096 h 2396685"/>
                <a:gd name="connsiteX9" fmla="*/ 1234830 w 2461845"/>
                <a:gd name="connsiteY9" fmla="*/ 2396685 h 2396685"/>
                <a:gd name="connsiteX10" fmla="*/ 414215 w 2461845"/>
                <a:gd name="connsiteY10" fmla="*/ 1576070 h 2396685"/>
                <a:gd name="connsiteX11" fmla="*/ 416502 w 2461845"/>
                <a:gd name="connsiteY11" fmla="*/ 1530773 h 2396685"/>
                <a:gd name="connsiteX12" fmla="*/ 361802 w 2461845"/>
                <a:gd name="connsiteY12" fmla="*/ 1501082 h 2396685"/>
                <a:gd name="connsiteX13" fmla="*/ 0 w 2461845"/>
                <a:gd name="connsiteY13" fmla="*/ 820615 h 2396685"/>
                <a:gd name="connsiteX14" fmla="*/ 820615 w 2461845"/>
                <a:gd name="connsiteY14" fmla="*/ 0 h 2396685"/>
                <a:gd name="connsiteX0-1" fmla="*/ 820615 w 2461845"/>
                <a:gd name="connsiteY0-2" fmla="*/ 0 h 2396685"/>
                <a:gd name="connsiteX1-3" fmla="*/ 1400878 w 2461845"/>
                <a:gd name="connsiteY1-4" fmla="*/ 240353 h 2396685"/>
                <a:gd name="connsiteX2-5" fmla="*/ 1418212 w 2461845"/>
                <a:gd name="connsiteY2-6" fmla="*/ 261362 h 2396685"/>
                <a:gd name="connsiteX3-7" fmla="*/ 1475848 w 2461845"/>
                <a:gd name="connsiteY3-8" fmla="*/ 246542 h 2396685"/>
                <a:gd name="connsiteX4-9" fmla="*/ 1641230 w 2461845"/>
                <a:gd name="connsiteY4-10" fmla="*/ 229870 h 2396685"/>
                <a:gd name="connsiteX5-11" fmla="*/ 2461845 w 2461845"/>
                <a:gd name="connsiteY5-12" fmla="*/ 1050485 h 2396685"/>
                <a:gd name="connsiteX6-13" fmla="*/ 2100044 w 2461845"/>
                <a:gd name="connsiteY6-14" fmla="*/ 1730952 h 2396685"/>
                <a:gd name="connsiteX7-15" fmla="*/ 2031973 w 2461845"/>
                <a:gd name="connsiteY7-16" fmla="*/ 1767900 h 2396685"/>
                <a:gd name="connsiteX8-17" fmla="*/ 2018552 w 2461845"/>
                <a:gd name="connsiteY8-18" fmla="*/ 1820096 h 2396685"/>
                <a:gd name="connsiteX9-19" fmla="*/ 1234830 w 2461845"/>
                <a:gd name="connsiteY9-20" fmla="*/ 2396685 h 2396685"/>
                <a:gd name="connsiteX10-21" fmla="*/ 414215 w 2461845"/>
                <a:gd name="connsiteY10-22" fmla="*/ 1576070 h 2396685"/>
                <a:gd name="connsiteX11-23" fmla="*/ 416502 w 2461845"/>
                <a:gd name="connsiteY11-24" fmla="*/ 1530773 h 2396685"/>
                <a:gd name="connsiteX12-25" fmla="*/ 361802 w 2461845"/>
                <a:gd name="connsiteY12-26" fmla="*/ 1501082 h 2396685"/>
                <a:gd name="connsiteX13-27" fmla="*/ 0 w 2461845"/>
                <a:gd name="connsiteY13-28" fmla="*/ 820615 h 2396685"/>
                <a:gd name="connsiteX14-29" fmla="*/ 820615 w 2461845"/>
                <a:gd name="connsiteY14-30" fmla="*/ 0 h 2396685"/>
                <a:gd name="connsiteX0-31" fmla="*/ 911445 w 2552675"/>
                <a:gd name="connsiteY0-32" fmla="*/ 0 h 2396685"/>
                <a:gd name="connsiteX1-33" fmla="*/ 1491708 w 2552675"/>
                <a:gd name="connsiteY1-34" fmla="*/ 240353 h 2396685"/>
                <a:gd name="connsiteX2-35" fmla="*/ 1509042 w 2552675"/>
                <a:gd name="connsiteY2-36" fmla="*/ 261362 h 2396685"/>
                <a:gd name="connsiteX3-37" fmla="*/ 1566678 w 2552675"/>
                <a:gd name="connsiteY3-38" fmla="*/ 246542 h 2396685"/>
                <a:gd name="connsiteX4-39" fmla="*/ 1732060 w 2552675"/>
                <a:gd name="connsiteY4-40" fmla="*/ 229870 h 2396685"/>
                <a:gd name="connsiteX5-41" fmla="*/ 2552675 w 2552675"/>
                <a:gd name="connsiteY5-42" fmla="*/ 1050485 h 2396685"/>
                <a:gd name="connsiteX6-43" fmla="*/ 2190874 w 2552675"/>
                <a:gd name="connsiteY6-44" fmla="*/ 1730952 h 2396685"/>
                <a:gd name="connsiteX7-45" fmla="*/ 2122803 w 2552675"/>
                <a:gd name="connsiteY7-46" fmla="*/ 1767900 h 2396685"/>
                <a:gd name="connsiteX8-47" fmla="*/ 2109382 w 2552675"/>
                <a:gd name="connsiteY8-48" fmla="*/ 1820096 h 2396685"/>
                <a:gd name="connsiteX9-49" fmla="*/ 1325660 w 2552675"/>
                <a:gd name="connsiteY9-50" fmla="*/ 2396685 h 2396685"/>
                <a:gd name="connsiteX10-51" fmla="*/ 505045 w 2552675"/>
                <a:gd name="connsiteY10-52" fmla="*/ 1576070 h 2396685"/>
                <a:gd name="connsiteX11-53" fmla="*/ 507332 w 2552675"/>
                <a:gd name="connsiteY11-54" fmla="*/ 1530773 h 2396685"/>
                <a:gd name="connsiteX12-55" fmla="*/ 452632 w 2552675"/>
                <a:gd name="connsiteY12-56" fmla="*/ 1501082 h 2396685"/>
                <a:gd name="connsiteX13-57" fmla="*/ 90830 w 2552675"/>
                <a:gd name="connsiteY13-58" fmla="*/ 820615 h 2396685"/>
                <a:gd name="connsiteX14-59" fmla="*/ 911445 w 2552675"/>
                <a:gd name="connsiteY14-60" fmla="*/ 0 h 2396685"/>
                <a:gd name="connsiteX0-61" fmla="*/ 911445 w 2552675"/>
                <a:gd name="connsiteY0-62" fmla="*/ 0 h 2396685"/>
                <a:gd name="connsiteX1-63" fmla="*/ 1491708 w 2552675"/>
                <a:gd name="connsiteY1-64" fmla="*/ 240353 h 2396685"/>
                <a:gd name="connsiteX2-65" fmla="*/ 1509042 w 2552675"/>
                <a:gd name="connsiteY2-66" fmla="*/ 261362 h 2396685"/>
                <a:gd name="connsiteX3-67" fmla="*/ 1566678 w 2552675"/>
                <a:gd name="connsiteY3-68" fmla="*/ 246542 h 2396685"/>
                <a:gd name="connsiteX4-69" fmla="*/ 1732060 w 2552675"/>
                <a:gd name="connsiteY4-70" fmla="*/ 229870 h 2396685"/>
                <a:gd name="connsiteX5-71" fmla="*/ 2552675 w 2552675"/>
                <a:gd name="connsiteY5-72" fmla="*/ 1050485 h 2396685"/>
                <a:gd name="connsiteX6-73" fmla="*/ 2190874 w 2552675"/>
                <a:gd name="connsiteY6-74" fmla="*/ 1730952 h 2396685"/>
                <a:gd name="connsiteX7-75" fmla="*/ 2122803 w 2552675"/>
                <a:gd name="connsiteY7-76" fmla="*/ 1767900 h 2396685"/>
                <a:gd name="connsiteX8-77" fmla="*/ 2109382 w 2552675"/>
                <a:gd name="connsiteY8-78" fmla="*/ 1820096 h 2396685"/>
                <a:gd name="connsiteX9-79" fmla="*/ 1325660 w 2552675"/>
                <a:gd name="connsiteY9-80" fmla="*/ 2396685 h 2396685"/>
                <a:gd name="connsiteX10-81" fmla="*/ 505045 w 2552675"/>
                <a:gd name="connsiteY10-82" fmla="*/ 1576070 h 2396685"/>
                <a:gd name="connsiteX11-83" fmla="*/ 507332 w 2552675"/>
                <a:gd name="connsiteY11-84" fmla="*/ 1530773 h 2396685"/>
                <a:gd name="connsiteX12-85" fmla="*/ 452632 w 2552675"/>
                <a:gd name="connsiteY12-86" fmla="*/ 1501082 h 2396685"/>
                <a:gd name="connsiteX13-87" fmla="*/ 90830 w 2552675"/>
                <a:gd name="connsiteY13-88" fmla="*/ 820615 h 2396685"/>
                <a:gd name="connsiteX14-89" fmla="*/ 911445 w 2552675"/>
                <a:gd name="connsiteY14-90" fmla="*/ 0 h 2396685"/>
                <a:gd name="connsiteX0-91" fmla="*/ 1081174 w 2722404"/>
                <a:gd name="connsiteY0-92" fmla="*/ 0 h 2396685"/>
                <a:gd name="connsiteX1-93" fmla="*/ 1661437 w 2722404"/>
                <a:gd name="connsiteY1-94" fmla="*/ 240353 h 2396685"/>
                <a:gd name="connsiteX2-95" fmla="*/ 1678771 w 2722404"/>
                <a:gd name="connsiteY2-96" fmla="*/ 261362 h 2396685"/>
                <a:gd name="connsiteX3-97" fmla="*/ 1736407 w 2722404"/>
                <a:gd name="connsiteY3-98" fmla="*/ 246542 h 2396685"/>
                <a:gd name="connsiteX4-99" fmla="*/ 1901789 w 2722404"/>
                <a:gd name="connsiteY4-100" fmla="*/ 229870 h 2396685"/>
                <a:gd name="connsiteX5-101" fmla="*/ 2722404 w 2722404"/>
                <a:gd name="connsiteY5-102" fmla="*/ 1050485 h 2396685"/>
                <a:gd name="connsiteX6-103" fmla="*/ 2360603 w 2722404"/>
                <a:gd name="connsiteY6-104" fmla="*/ 1730952 h 2396685"/>
                <a:gd name="connsiteX7-105" fmla="*/ 2292532 w 2722404"/>
                <a:gd name="connsiteY7-106" fmla="*/ 1767900 h 2396685"/>
                <a:gd name="connsiteX8-107" fmla="*/ 2279111 w 2722404"/>
                <a:gd name="connsiteY8-108" fmla="*/ 1820096 h 2396685"/>
                <a:gd name="connsiteX9-109" fmla="*/ 1495389 w 2722404"/>
                <a:gd name="connsiteY9-110" fmla="*/ 2396685 h 2396685"/>
                <a:gd name="connsiteX10-111" fmla="*/ 674774 w 2722404"/>
                <a:gd name="connsiteY10-112" fmla="*/ 1576070 h 2396685"/>
                <a:gd name="connsiteX11-113" fmla="*/ 677061 w 2722404"/>
                <a:gd name="connsiteY11-114" fmla="*/ 1530773 h 2396685"/>
                <a:gd name="connsiteX12-115" fmla="*/ 44022 w 2722404"/>
                <a:gd name="connsiteY12-116" fmla="*/ 1618313 h 2396685"/>
                <a:gd name="connsiteX13-117" fmla="*/ 260559 w 2722404"/>
                <a:gd name="connsiteY13-118" fmla="*/ 820615 h 2396685"/>
                <a:gd name="connsiteX14-119" fmla="*/ 1081174 w 2722404"/>
                <a:gd name="connsiteY14-120" fmla="*/ 0 h 2396685"/>
                <a:gd name="connsiteX0-121" fmla="*/ 1081174 w 2722404"/>
                <a:gd name="connsiteY0-122" fmla="*/ 0 h 2396685"/>
                <a:gd name="connsiteX1-123" fmla="*/ 1661437 w 2722404"/>
                <a:gd name="connsiteY1-124" fmla="*/ 240353 h 2396685"/>
                <a:gd name="connsiteX2-125" fmla="*/ 1678771 w 2722404"/>
                <a:gd name="connsiteY2-126" fmla="*/ 261362 h 2396685"/>
                <a:gd name="connsiteX3-127" fmla="*/ 1736407 w 2722404"/>
                <a:gd name="connsiteY3-128" fmla="*/ 246542 h 2396685"/>
                <a:gd name="connsiteX4-129" fmla="*/ 1901789 w 2722404"/>
                <a:gd name="connsiteY4-130" fmla="*/ 229870 h 2396685"/>
                <a:gd name="connsiteX5-131" fmla="*/ 2722404 w 2722404"/>
                <a:gd name="connsiteY5-132" fmla="*/ 1050485 h 2396685"/>
                <a:gd name="connsiteX6-133" fmla="*/ 2360603 w 2722404"/>
                <a:gd name="connsiteY6-134" fmla="*/ 1730952 h 2396685"/>
                <a:gd name="connsiteX7-135" fmla="*/ 2292532 w 2722404"/>
                <a:gd name="connsiteY7-136" fmla="*/ 1767900 h 2396685"/>
                <a:gd name="connsiteX8-137" fmla="*/ 2279111 w 2722404"/>
                <a:gd name="connsiteY8-138" fmla="*/ 1820096 h 2396685"/>
                <a:gd name="connsiteX9-139" fmla="*/ 1495389 w 2722404"/>
                <a:gd name="connsiteY9-140" fmla="*/ 2396685 h 2396685"/>
                <a:gd name="connsiteX10-141" fmla="*/ 674774 w 2722404"/>
                <a:gd name="connsiteY10-142" fmla="*/ 1576070 h 2396685"/>
                <a:gd name="connsiteX11-143" fmla="*/ 309738 w 2722404"/>
                <a:gd name="connsiteY11-144" fmla="*/ 2054404 h 2396685"/>
                <a:gd name="connsiteX12-145" fmla="*/ 44022 w 2722404"/>
                <a:gd name="connsiteY12-146" fmla="*/ 1618313 h 2396685"/>
                <a:gd name="connsiteX13-147" fmla="*/ 260559 w 2722404"/>
                <a:gd name="connsiteY13-148" fmla="*/ 820615 h 2396685"/>
                <a:gd name="connsiteX14-149" fmla="*/ 1081174 w 2722404"/>
                <a:gd name="connsiteY14-150" fmla="*/ 0 h 2396685"/>
                <a:gd name="connsiteX0-151" fmla="*/ 1081174 w 2722404"/>
                <a:gd name="connsiteY0-152" fmla="*/ 0 h 2535067"/>
                <a:gd name="connsiteX1-153" fmla="*/ 1661437 w 2722404"/>
                <a:gd name="connsiteY1-154" fmla="*/ 240353 h 2535067"/>
                <a:gd name="connsiteX2-155" fmla="*/ 1678771 w 2722404"/>
                <a:gd name="connsiteY2-156" fmla="*/ 261362 h 2535067"/>
                <a:gd name="connsiteX3-157" fmla="*/ 1736407 w 2722404"/>
                <a:gd name="connsiteY3-158" fmla="*/ 246542 h 2535067"/>
                <a:gd name="connsiteX4-159" fmla="*/ 1901789 w 2722404"/>
                <a:gd name="connsiteY4-160" fmla="*/ 229870 h 2535067"/>
                <a:gd name="connsiteX5-161" fmla="*/ 2722404 w 2722404"/>
                <a:gd name="connsiteY5-162" fmla="*/ 1050485 h 2535067"/>
                <a:gd name="connsiteX6-163" fmla="*/ 2360603 w 2722404"/>
                <a:gd name="connsiteY6-164" fmla="*/ 1730952 h 2535067"/>
                <a:gd name="connsiteX7-165" fmla="*/ 2292532 w 2722404"/>
                <a:gd name="connsiteY7-166" fmla="*/ 1767900 h 2535067"/>
                <a:gd name="connsiteX8-167" fmla="*/ 2279111 w 2722404"/>
                <a:gd name="connsiteY8-168" fmla="*/ 1820096 h 2535067"/>
                <a:gd name="connsiteX9-169" fmla="*/ 1495389 w 2722404"/>
                <a:gd name="connsiteY9-170" fmla="*/ 2396685 h 2535067"/>
                <a:gd name="connsiteX10-171" fmla="*/ 1010836 w 2722404"/>
                <a:gd name="connsiteY10-172" fmla="*/ 2271639 h 2535067"/>
                <a:gd name="connsiteX11-173" fmla="*/ 309738 w 2722404"/>
                <a:gd name="connsiteY11-174" fmla="*/ 2054404 h 2535067"/>
                <a:gd name="connsiteX12-175" fmla="*/ 44022 w 2722404"/>
                <a:gd name="connsiteY12-176" fmla="*/ 1618313 h 2535067"/>
                <a:gd name="connsiteX13-177" fmla="*/ 260559 w 2722404"/>
                <a:gd name="connsiteY13-178" fmla="*/ 820615 h 2535067"/>
                <a:gd name="connsiteX14-179" fmla="*/ 1081174 w 2722404"/>
                <a:gd name="connsiteY14-180" fmla="*/ 0 h 2535067"/>
                <a:gd name="connsiteX0-181" fmla="*/ 1081174 w 2722404"/>
                <a:gd name="connsiteY0-182" fmla="*/ 0 h 2548703"/>
                <a:gd name="connsiteX1-183" fmla="*/ 1661437 w 2722404"/>
                <a:gd name="connsiteY1-184" fmla="*/ 240353 h 2548703"/>
                <a:gd name="connsiteX2-185" fmla="*/ 1678771 w 2722404"/>
                <a:gd name="connsiteY2-186" fmla="*/ 261362 h 2548703"/>
                <a:gd name="connsiteX3-187" fmla="*/ 1736407 w 2722404"/>
                <a:gd name="connsiteY3-188" fmla="*/ 246542 h 2548703"/>
                <a:gd name="connsiteX4-189" fmla="*/ 1901789 w 2722404"/>
                <a:gd name="connsiteY4-190" fmla="*/ 229870 h 2548703"/>
                <a:gd name="connsiteX5-191" fmla="*/ 2722404 w 2722404"/>
                <a:gd name="connsiteY5-192" fmla="*/ 1050485 h 2548703"/>
                <a:gd name="connsiteX6-193" fmla="*/ 2360603 w 2722404"/>
                <a:gd name="connsiteY6-194" fmla="*/ 1730952 h 2548703"/>
                <a:gd name="connsiteX7-195" fmla="*/ 2292532 w 2722404"/>
                <a:gd name="connsiteY7-196" fmla="*/ 1767900 h 2548703"/>
                <a:gd name="connsiteX8-197" fmla="*/ 2279111 w 2722404"/>
                <a:gd name="connsiteY8-198" fmla="*/ 1820096 h 2548703"/>
                <a:gd name="connsiteX9-199" fmla="*/ 1979943 w 2722404"/>
                <a:gd name="connsiteY9-200" fmla="*/ 2427946 h 2548703"/>
                <a:gd name="connsiteX10-201" fmla="*/ 1010836 w 2722404"/>
                <a:gd name="connsiteY10-202" fmla="*/ 2271639 h 2548703"/>
                <a:gd name="connsiteX11-203" fmla="*/ 309738 w 2722404"/>
                <a:gd name="connsiteY11-204" fmla="*/ 2054404 h 2548703"/>
                <a:gd name="connsiteX12-205" fmla="*/ 44022 w 2722404"/>
                <a:gd name="connsiteY12-206" fmla="*/ 1618313 h 2548703"/>
                <a:gd name="connsiteX13-207" fmla="*/ 260559 w 2722404"/>
                <a:gd name="connsiteY13-208" fmla="*/ 820615 h 2548703"/>
                <a:gd name="connsiteX14-209" fmla="*/ 1081174 w 2722404"/>
                <a:gd name="connsiteY14-210" fmla="*/ 0 h 2548703"/>
                <a:gd name="connsiteX0-211" fmla="*/ 1081174 w 2722404"/>
                <a:gd name="connsiteY0-212" fmla="*/ 0 h 2548703"/>
                <a:gd name="connsiteX1-213" fmla="*/ 1661437 w 2722404"/>
                <a:gd name="connsiteY1-214" fmla="*/ 240353 h 2548703"/>
                <a:gd name="connsiteX2-215" fmla="*/ 1678771 w 2722404"/>
                <a:gd name="connsiteY2-216" fmla="*/ 261362 h 2548703"/>
                <a:gd name="connsiteX3-217" fmla="*/ 1736407 w 2722404"/>
                <a:gd name="connsiteY3-218" fmla="*/ 246542 h 2548703"/>
                <a:gd name="connsiteX4-219" fmla="*/ 1901789 w 2722404"/>
                <a:gd name="connsiteY4-220" fmla="*/ 229870 h 2548703"/>
                <a:gd name="connsiteX5-221" fmla="*/ 2722404 w 2722404"/>
                <a:gd name="connsiteY5-222" fmla="*/ 1050485 h 2548703"/>
                <a:gd name="connsiteX6-223" fmla="*/ 2360603 w 2722404"/>
                <a:gd name="connsiteY6-224" fmla="*/ 1730952 h 2548703"/>
                <a:gd name="connsiteX7-225" fmla="*/ 2292532 w 2722404"/>
                <a:gd name="connsiteY7-226" fmla="*/ 1767900 h 2548703"/>
                <a:gd name="connsiteX8-227" fmla="*/ 2279111 w 2722404"/>
                <a:gd name="connsiteY8-228" fmla="*/ 1820096 h 2548703"/>
                <a:gd name="connsiteX9-229" fmla="*/ 1979943 w 2722404"/>
                <a:gd name="connsiteY9-230" fmla="*/ 2427946 h 2548703"/>
                <a:gd name="connsiteX10-231" fmla="*/ 1010836 w 2722404"/>
                <a:gd name="connsiteY10-232" fmla="*/ 2271639 h 2548703"/>
                <a:gd name="connsiteX11-233" fmla="*/ 411338 w 2722404"/>
                <a:gd name="connsiteY11-234" fmla="*/ 2132557 h 2548703"/>
                <a:gd name="connsiteX12-235" fmla="*/ 44022 w 2722404"/>
                <a:gd name="connsiteY12-236" fmla="*/ 1618313 h 2548703"/>
                <a:gd name="connsiteX13-237" fmla="*/ 260559 w 2722404"/>
                <a:gd name="connsiteY13-238" fmla="*/ 820615 h 2548703"/>
                <a:gd name="connsiteX14-239" fmla="*/ 1081174 w 2722404"/>
                <a:gd name="connsiteY14-240" fmla="*/ 0 h 2548703"/>
                <a:gd name="connsiteX0-241" fmla="*/ 1081174 w 2722404"/>
                <a:gd name="connsiteY0-242" fmla="*/ 0 h 2428424"/>
                <a:gd name="connsiteX1-243" fmla="*/ 1661437 w 2722404"/>
                <a:gd name="connsiteY1-244" fmla="*/ 240353 h 2428424"/>
                <a:gd name="connsiteX2-245" fmla="*/ 1678771 w 2722404"/>
                <a:gd name="connsiteY2-246" fmla="*/ 261362 h 2428424"/>
                <a:gd name="connsiteX3-247" fmla="*/ 1736407 w 2722404"/>
                <a:gd name="connsiteY3-248" fmla="*/ 246542 h 2428424"/>
                <a:gd name="connsiteX4-249" fmla="*/ 1901789 w 2722404"/>
                <a:gd name="connsiteY4-250" fmla="*/ 229870 h 2428424"/>
                <a:gd name="connsiteX5-251" fmla="*/ 2722404 w 2722404"/>
                <a:gd name="connsiteY5-252" fmla="*/ 1050485 h 2428424"/>
                <a:gd name="connsiteX6-253" fmla="*/ 2360603 w 2722404"/>
                <a:gd name="connsiteY6-254" fmla="*/ 1730952 h 2428424"/>
                <a:gd name="connsiteX7-255" fmla="*/ 2292532 w 2722404"/>
                <a:gd name="connsiteY7-256" fmla="*/ 1767900 h 2428424"/>
                <a:gd name="connsiteX8-257" fmla="*/ 2279111 w 2722404"/>
                <a:gd name="connsiteY8-258" fmla="*/ 1820096 h 2428424"/>
                <a:gd name="connsiteX9-259" fmla="*/ 1979943 w 2722404"/>
                <a:gd name="connsiteY9-260" fmla="*/ 2427946 h 2428424"/>
                <a:gd name="connsiteX10-261" fmla="*/ 1339082 w 2722404"/>
                <a:gd name="connsiteY10-262" fmla="*/ 1873054 h 2428424"/>
                <a:gd name="connsiteX11-263" fmla="*/ 411338 w 2722404"/>
                <a:gd name="connsiteY11-264" fmla="*/ 2132557 h 2428424"/>
                <a:gd name="connsiteX12-265" fmla="*/ 44022 w 2722404"/>
                <a:gd name="connsiteY12-266" fmla="*/ 1618313 h 2428424"/>
                <a:gd name="connsiteX13-267" fmla="*/ 260559 w 2722404"/>
                <a:gd name="connsiteY13-268" fmla="*/ 820615 h 2428424"/>
                <a:gd name="connsiteX14-269" fmla="*/ 1081174 w 2722404"/>
                <a:gd name="connsiteY14-270" fmla="*/ 0 h 2428424"/>
                <a:gd name="connsiteX0-271" fmla="*/ 1081174 w 2722404"/>
                <a:gd name="connsiteY0-272" fmla="*/ 0 h 2428424"/>
                <a:gd name="connsiteX1-273" fmla="*/ 1661437 w 2722404"/>
                <a:gd name="connsiteY1-274" fmla="*/ 240353 h 2428424"/>
                <a:gd name="connsiteX2-275" fmla="*/ 1678771 w 2722404"/>
                <a:gd name="connsiteY2-276" fmla="*/ 261362 h 2428424"/>
                <a:gd name="connsiteX3-277" fmla="*/ 1736407 w 2722404"/>
                <a:gd name="connsiteY3-278" fmla="*/ 246542 h 2428424"/>
                <a:gd name="connsiteX4-279" fmla="*/ 1901789 w 2722404"/>
                <a:gd name="connsiteY4-280" fmla="*/ 229870 h 2428424"/>
                <a:gd name="connsiteX5-281" fmla="*/ 2722404 w 2722404"/>
                <a:gd name="connsiteY5-282" fmla="*/ 1050485 h 2428424"/>
                <a:gd name="connsiteX6-283" fmla="*/ 2360603 w 2722404"/>
                <a:gd name="connsiteY6-284" fmla="*/ 1730952 h 2428424"/>
                <a:gd name="connsiteX7-285" fmla="*/ 2292532 w 2722404"/>
                <a:gd name="connsiteY7-286" fmla="*/ 1767900 h 2428424"/>
                <a:gd name="connsiteX8-287" fmla="*/ 2279111 w 2722404"/>
                <a:gd name="connsiteY8-288" fmla="*/ 1820096 h 2428424"/>
                <a:gd name="connsiteX9-289" fmla="*/ 1979943 w 2722404"/>
                <a:gd name="connsiteY9-290" fmla="*/ 2427946 h 2428424"/>
                <a:gd name="connsiteX10-291" fmla="*/ 1339082 w 2722404"/>
                <a:gd name="connsiteY10-292" fmla="*/ 1873054 h 2428424"/>
                <a:gd name="connsiteX11-293" fmla="*/ 411338 w 2722404"/>
                <a:gd name="connsiteY11-294" fmla="*/ 2132557 h 2428424"/>
                <a:gd name="connsiteX12-295" fmla="*/ 44022 w 2722404"/>
                <a:gd name="connsiteY12-296" fmla="*/ 1618313 h 2428424"/>
                <a:gd name="connsiteX13-297" fmla="*/ 260559 w 2722404"/>
                <a:gd name="connsiteY13-298" fmla="*/ 820615 h 2428424"/>
                <a:gd name="connsiteX14-299" fmla="*/ 1081174 w 2722404"/>
                <a:gd name="connsiteY14-300" fmla="*/ 0 h 2428424"/>
                <a:gd name="connsiteX0-301" fmla="*/ 1055376 w 2696606"/>
                <a:gd name="connsiteY0-302" fmla="*/ 0 h 2428424"/>
                <a:gd name="connsiteX1-303" fmla="*/ 1635639 w 2696606"/>
                <a:gd name="connsiteY1-304" fmla="*/ 240353 h 2428424"/>
                <a:gd name="connsiteX2-305" fmla="*/ 1652973 w 2696606"/>
                <a:gd name="connsiteY2-306" fmla="*/ 261362 h 2428424"/>
                <a:gd name="connsiteX3-307" fmla="*/ 1710609 w 2696606"/>
                <a:gd name="connsiteY3-308" fmla="*/ 246542 h 2428424"/>
                <a:gd name="connsiteX4-309" fmla="*/ 1875991 w 2696606"/>
                <a:gd name="connsiteY4-310" fmla="*/ 229870 h 2428424"/>
                <a:gd name="connsiteX5-311" fmla="*/ 2696606 w 2696606"/>
                <a:gd name="connsiteY5-312" fmla="*/ 1050485 h 2428424"/>
                <a:gd name="connsiteX6-313" fmla="*/ 2334805 w 2696606"/>
                <a:gd name="connsiteY6-314" fmla="*/ 1730952 h 2428424"/>
                <a:gd name="connsiteX7-315" fmla="*/ 2266734 w 2696606"/>
                <a:gd name="connsiteY7-316" fmla="*/ 1767900 h 2428424"/>
                <a:gd name="connsiteX8-317" fmla="*/ 2253313 w 2696606"/>
                <a:gd name="connsiteY8-318" fmla="*/ 1820096 h 2428424"/>
                <a:gd name="connsiteX9-319" fmla="*/ 1954145 w 2696606"/>
                <a:gd name="connsiteY9-320" fmla="*/ 2427946 h 2428424"/>
                <a:gd name="connsiteX10-321" fmla="*/ 1313284 w 2696606"/>
                <a:gd name="connsiteY10-322" fmla="*/ 1873054 h 2428424"/>
                <a:gd name="connsiteX11-323" fmla="*/ 385540 w 2696606"/>
                <a:gd name="connsiteY11-324" fmla="*/ 2132557 h 2428424"/>
                <a:gd name="connsiteX12-325" fmla="*/ 18224 w 2696606"/>
                <a:gd name="connsiteY12-326" fmla="*/ 1618313 h 2428424"/>
                <a:gd name="connsiteX13-327" fmla="*/ 234761 w 2696606"/>
                <a:gd name="connsiteY13-328" fmla="*/ 820615 h 2428424"/>
                <a:gd name="connsiteX14-329" fmla="*/ 1055376 w 2696606"/>
                <a:gd name="connsiteY14-330" fmla="*/ 0 h 2428424"/>
                <a:gd name="connsiteX0-331" fmla="*/ 1055376 w 2696606"/>
                <a:gd name="connsiteY0-332" fmla="*/ 0 h 2428424"/>
                <a:gd name="connsiteX1-333" fmla="*/ 1635639 w 2696606"/>
                <a:gd name="connsiteY1-334" fmla="*/ 240353 h 2428424"/>
                <a:gd name="connsiteX2-335" fmla="*/ 1652973 w 2696606"/>
                <a:gd name="connsiteY2-336" fmla="*/ 261362 h 2428424"/>
                <a:gd name="connsiteX3-337" fmla="*/ 1710609 w 2696606"/>
                <a:gd name="connsiteY3-338" fmla="*/ 246542 h 2428424"/>
                <a:gd name="connsiteX4-339" fmla="*/ 1875991 w 2696606"/>
                <a:gd name="connsiteY4-340" fmla="*/ 229870 h 2428424"/>
                <a:gd name="connsiteX5-341" fmla="*/ 2696606 w 2696606"/>
                <a:gd name="connsiteY5-342" fmla="*/ 1050485 h 2428424"/>
                <a:gd name="connsiteX6-343" fmla="*/ 2334805 w 2696606"/>
                <a:gd name="connsiteY6-344" fmla="*/ 1730952 h 2428424"/>
                <a:gd name="connsiteX7-345" fmla="*/ 2266734 w 2696606"/>
                <a:gd name="connsiteY7-346" fmla="*/ 1767900 h 2428424"/>
                <a:gd name="connsiteX8-347" fmla="*/ 2253313 w 2696606"/>
                <a:gd name="connsiteY8-348" fmla="*/ 1820096 h 2428424"/>
                <a:gd name="connsiteX9-349" fmla="*/ 1954145 w 2696606"/>
                <a:gd name="connsiteY9-350" fmla="*/ 2427946 h 2428424"/>
                <a:gd name="connsiteX10-351" fmla="*/ 1313284 w 2696606"/>
                <a:gd name="connsiteY10-352" fmla="*/ 1873054 h 2428424"/>
                <a:gd name="connsiteX11-353" fmla="*/ 385540 w 2696606"/>
                <a:gd name="connsiteY11-354" fmla="*/ 2132557 h 2428424"/>
                <a:gd name="connsiteX12-355" fmla="*/ 18224 w 2696606"/>
                <a:gd name="connsiteY12-356" fmla="*/ 1618313 h 2428424"/>
                <a:gd name="connsiteX13-357" fmla="*/ 234761 w 2696606"/>
                <a:gd name="connsiteY13-358" fmla="*/ 820615 h 2428424"/>
                <a:gd name="connsiteX14-359" fmla="*/ 1055376 w 2696606"/>
                <a:gd name="connsiteY14-360" fmla="*/ 0 h 2428424"/>
                <a:gd name="connsiteX0-361" fmla="*/ 1055376 w 2696606"/>
                <a:gd name="connsiteY0-362" fmla="*/ 0 h 2428424"/>
                <a:gd name="connsiteX1-363" fmla="*/ 1635639 w 2696606"/>
                <a:gd name="connsiteY1-364" fmla="*/ 240353 h 2428424"/>
                <a:gd name="connsiteX2-365" fmla="*/ 1652973 w 2696606"/>
                <a:gd name="connsiteY2-366" fmla="*/ 261362 h 2428424"/>
                <a:gd name="connsiteX3-367" fmla="*/ 1710609 w 2696606"/>
                <a:gd name="connsiteY3-368" fmla="*/ 246542 h 2428424"/>
                <a:gd name="connsiteX4-369" fmla="*/ 1875991 w 2696606"/>
                <a:gd name="connsiteY4-370" fmla="*/ 229870 h 2428424"/>
                <a:gd name="connsiteX5-371" fmla="*/ 2696606 w 2696606"/>
                <a:gd name="connsiteY5-372" fmla="*/ 1050485 h 2428424"/>
                <a:gd name="connsiteX6-373" fmla="*/ 2334805 w 2696606"/>
                <a:gd name="connsiteY6-374" fmla="*/ 1730952 h 2428424"/>
                <a:gd name="connsiteX7-375" fmla="*/ 2266734 w 2696606"/>
                <a:gd name="connsiteY7-376" fmla="*/ 1767900 h 2428424"/>
                <a:gd name="connsiteX8-377" fmla="*/ 2253313 w 2696606"/>
                <a:gd name="connsiteY8-378" fmla="*/ 1820096 h 2428424"/>
                <a:gd name="connsiteX9-379" fmla="*/ 1954145 w 2696606"/>
                <a:gd name="connsiteY9-380" fmla="*/ 2427946 h 2428424"/>
                <a:gd name="connsiteX10-381" fmla="*/ 1313284 w 2696606"/>
                <a:gd name="connsiteY10-382" fmla="*/ 1873054 h 2428424"/>
                <a:gd name="connsiteX11-383" fmla="*/ 385540 w 2696606"/>
                <a:gd name="connsiteY11-384" fmla="*/ 2132557 h 2428424"/>
                <a:gd name="connsiteX12-385" fmla="*/ 18224 w 2696606"/>
                <a:gd name="connsiteY12-386" fmla="*/ 1618313 h 2428424"/>
                <a:gd name="connsiteX13-387" fmla="*/ 234761 w 2696606"/>
                <a:gd name="connsiteY13-388" fmla="*/ 820615 h 2428424"/>
                <a:gd name="connsiteX14-389" fmla="*/ 1055376 w 2696606"/>
                <a:gd name="connsiteY14-390" fmla="*/ 0 h 2428424"/>
                <a:gd name="connsiteX0-391" fmla="*/ 1055376 w 2696606"/>
                <a:gd name="connsiteY0-392" fmla="*/ 0 h 2428424"/>
                <a:gd name="connsiteX1-393" fmla="*/ 1635639 w 2696606"/>
                <a:gd name="connsiteY1-394" fmla="*/ 240353 h 2428424"/>
                <a:gd name="connsiteX2-395" fmla="*/ 1652973 w 2696606"/>
                <a:gd name="connsiteY2-396" fmla="*/ 261362 h 2428424"/>
                <a:gd name="connsiteX3-397" fmla="*/ 1710609 w 2696606"/>
                <a:gd name="connsiteY3-398" fmla="*/ 246542 h 2428424"/>
                <a:gd name="connsiteX4-399" fmla="*/ 1875991 w 2696606"/>
                <a:gd name="connsiteY4-400" fmla="*/ 229870 h 2428424"/>
                <a:gd name="connsiteX5-401" fmla="*/ 2696606 w 2696606"/>
                <a:gd name="connsiteY5-402" fmla="*/ 1050485 h 2428424"/>
                <a:gd name="connsiteX6-403" fmla="*/ 2334805 w 2696606"/>
                <a:gd name="connsiteY6-404" fmla="*/ 1730952 h 2428424"/>
                <a:gd name="connsiteX7-405" fmla="*/ 2266734 w 2696606"/>
                <a:gd name="connsiteY7-406" fmla="*/ 1767900 h 2428424"/>
                <a:gd name="connsiteX8-407" fmla="*/ 2253313 w 2696606"/>
                <a:gd name="connsiteY8-408" fmla="*/ 1820096 h 2428424"/>
                <a:gd name="connsiteX9-409" fmla="*/ 1954145 w 2696606"/>
                <a:gd name="connsiteY9-410" fmla="*/ 2427946 h 2428424"/>
                <a:gd name="connsiteX10-411" fmla="*/ 1313284 w 2696606"/>
                <a:gd name="connsiteY10-412" fmla="*/ 1873054 h 2428424"/>
                <a:gd name="connsiteX11-413" fmla="*/ 385540 w 2696606"/>
                <a:gd name="connsiteY11-414" fmla="*/ 2132557 h 2428424"/>
                <a:gd name="connsiteX12-415" fmla="*/ 18224 w 2696606"/>
                <a:gd name="connsiteY12-416" fmla="*/ 1618313 h 2428424"/>
                <a:gd name="connsiteX13-417" fmla="*/ 234761 w 2696606"/>
                <a:gd name="connsiteY13-418" fmla="*/ 820615 h 2428424"/>
                <a:gd name="connsiteX14-419" fmla="*/ 1055376 w 2696606"/>
                <a:gd name="connsiteY14-420" fmla="*/ 0 h 2428424"/>
                <a:gd name="connsiteX0-421" fmla="*/ 844361 w 2696606"/>
                <a:gd name="connsiteY0-422" fmla="*/ 0 h 2506578"/>
                <a:gd name="connsiteX1-423" fmla="*/ 1635639 w 2696606"/>
                <a:gd name="connsiteY1-424" fmla="*/ 318507 h 2506578"/>
                <a:gd name="connsiteX2-425" fmla="*/ 1652973 w 2696606"/>
                <a:gd name="connsiteY2-426" fmla="*/ 339516 h 2506578"/>
                <a:gd name="connsiteX3-427" fmla="*/ 1710609 w 2696606"/>
                <a:gd name="connsiteY3-428" fmla="*/ 324696 h 2506578"/>
                <a:gd name="connsiteX4-429" fmla="*/ 1875991 w 2696606"/>
                <a:gd name="connsiteY4-430" fmla="*/ 308024 h 2506578"/>
                <a:gd name="connsiteX5-431" fmla="*/ 2696606 w 2696606"/>
                <a:gd name="connsiteY5-432" fmla="*/ 1128639 h 2506578"/>
                <a:gd name="connsiteX6-433" fmla="*/ 2334805 w 2696606"/>
                <a:gd name="connsiteY6-434" fmla="*/ 1809106 h 2506578"/>
                <a:gd name="connsiteX7-435" fmla="*/ 2266734 w 2696606"/>
                <a:gd name="connsiteY7-436" fmla="*/ 1846054 h 2506578"/>
                <a:gd name="connsiteX8-437" fmla="*/ 2253313 w 2696606"/>
                <a:gd name="connsiteY8-438" fmla="*/ 1898250 h 2506578"/>
                <a:gd name="connsiteX9-439" fmla="*/ 1954145 w 2696606"/>
                <a:gd name="connsiteY9-440" fmla="*/ 2506100 h 2506578"/>
                <a:gd name="connsiteX10-441" fmla="*/ 1313284 w 2696606"/>
                <a:gd name="connsiteY10-442" fmla="*/ 1951208 h 2506578"/>
                <a:gd name="connsiteX11-443" fmla="*/ 385540 w 2696606"/>
                <a:gd name="connsiteY11-444" fmla="*/ 2210711 h 2506578"/>
                <a:gd name="connsiteX12-445" fmla="*/ 18224 w 2696606"/>
                <a:gd name="connsiteY12-446" fmla="*/ 1696467 h 2506578"/>
                <a:gd name="connsiteX13-447" fmla="*/ 234761 w 2696606"/>
                <a:gd name="connsiteY13-448" fmla="*/ 898769 h 2506578"/>
                <a:gd name="connsiteX14-449" fmla="*/ 844361 w 2696606"/>
                <a:gd name="connsiteY14-450" fmla="*/ 0 h 2506578"/>
                <a:gd name="connsiteX0-451" fmla="*/ 844361 w 2696606"/>
                <a:gd name="connsiteY0-452" fmla="*/ 0 h 2506578"/>
                <a:gd name="connsiteX1-453" fmla="*/ 1635639 w 2696606"/>
                <a:gd name="connsiteY1-454" fmla="*/ 318507 h 2506578"/>
                <a:gd name="connsiteX2-455" fmla="*/ 1652973 w 2696606"/>
                <a:gd name="connsiteY2-456" fmla="*/ 339516 h 2506578"/>
                <a:gd name="connsiteX3-457" fmla="*/ 1710609 w 2696606"/>
                <a:gd name="connsiteY3-458" fmla="*/ 324696 h 2506578"/>
                <a:gd name="connsiteX4-459" fmla="*/ 1875991 w 2696606"/>
                <a:gd name="connsiteY4-460" fmla="*/ 308024 h 2506578"/>
                <a:gd name="connsiteX5-461" fmla="*/ 2696606 w 2696606"/>
                <a:gd name="connsiteY5-462" fmla="*/ 1128639 h 2506578"/>
                <a:gd name="connsiteX6-463" fmla="*/ 2334805 w 2696606"/>
                <a:gd name="connsiteY6-464" fmla="*/ 1809106 h 2506578"/>
                <a:gd name="connsiteX7-465" fmla="*/ 2266734 w 2696606"/>
                <a:gd name="connsiteY7-466" fmla="*/ 1846054 h 2506578"/>
                <a:gd name="connsiteX8-467" fmla="*/ 2253313 w 2696606"/>
                <a:gd name="connsiteY8-468" fmla="*/ 1898250 h 2506578"/>
                <a:gd name="connsiteX9-469" fmla="*/ 1954145 w 2696606"/>
                <a:gd name="connsiteY9-470" fmla="*/ 2506100 h 2506578"/>
                <a:gd name="connsiteX10-471" fmla="*/ 1313284 w 2696606"/>
                <a:gd name="connsiteY10-472" fmla="*/ 1951208 h 2506578"/>
                <a:gd name="connsiteX11-473" fmla="*/ 385540 w 2696606"/>
                <a:gd name="connsiteY11-474" fmla="*/ 2210711 h 2506578"/>
                <a:gd name="connsiteX12-475" fmla="*/ 18224 w 2696606"/>
                <a:gd name="connsiteY12-476" fmla="*/ 1696467 h 2506578"/>
                <a:gd name="connsiteX13-477" fmla="*/ 234761 w 2696606"/>
                <a:gd name="connsiteY13-478" fmla="*/ 898769 h 2506578"/>
                <a:gd name="connsiteX14-479" fmla="*/ 844361 w 2696606"/>
                <a:gd name="connsiteY14-480" fmla="*/ 0 h 25065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2696606" h="2506578">
                  <a:moveTo>
                    <a:pt x="844361" y="0"/>
                  </a:moveTo>
                  <a:cubicBezTo>
                    <a:pt x="2196384" y="1391139"/>
                    <a:pt x="1487137" y="170005"/>
                    <a:pt x="1635639" y="318507"/>
                  </a:cubicBezTo>
                  <a:lnTo>
                    <a:pt x="1652973" y="339516"/>
                  </a:lnTo>
                  <a:lnTo>
                    <a:pt x="1710609" y="324696"/>
                  </a:lnTo>
                  <a:cubicBezTo>
                    <a:pt x="1764029" y="313765"/>
                    <a:pt x="1819340" y="308024"/>
                    <a:pt x="1875991" y="308024"/>
                  </a:cubicBezTo>
                  <a:cubicBezTo>
                    <a:pt x="2329204" y="308024"/>
                    <a:pt x="2696606" y="675426"/>
                    <a:pt x="2696606" y="1128639"/>
                  </a:cubicBezTo>
                  <a:cubicBezTo>
                    <a:pt x="2696606" y="1411897"/>
                    <a:pt x="2553090" y="1661635"/>
                    <a:pt x="2334805" y="1809106"/>
                  </a:cubicBezTo>
                  <a:lnTo>
                    <a:pt x="2266734" y="1846054"/>
                  </a:lnTo>
                  <a:lnTo>
                    <a:pt x="2253313" y="1898250"/>
                  </a:lnTo>
                  <a:cubicBezTo>
                    <a:pt x="2149414" y="2232296"/>
                    <a:pt x="2110816" y="2497274"/>
                    <a:pt x="1954145" y="2506100"/>
                  </a:cubicBezTo>
                  <a:cubicBezTo>
                    <a:pt x="1797474" y="2514926"/>
                    <a:pt x="1313284" y="2404421"/>
                    <a:pt x="1313284" y="1951208"/>
                  </a:cubicBezTo>
                  <a:cubicBezTo>
                    <a:pt x="1314046" y="1936109"/>
                    <a:pt x="601383" y="2253168"/>
                    <a:pt x="385540" y="2210711"/>
                  </a:cubicBezTo>
                  <a:cubicBezTo>
                    <a:pt x="169697" y="2168254"/>
                    <a:pt x="-68291" y="1929907"/>
                    <a:pt x="18224" y="1696467"/>
                  </a:cubicBezTo>
                  <a:cubicBezTo>
                    <a:pt x="104739" y="1463027"/>
                    <a:pt x="477038" y="1221104"/>
                    <a:pt x="234761" y="898769"/>
                  </a:cubicBezTo>
                  <a:cubicBezTo>
                    <a:pt x="-109116" y="375217"/>
                    <a:pt x="391148" y="0"/>
                    <a:pt x="844361" y="0"/>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字魂59号-创粗黑" panose="00000500000000000000" pitchFamily="2" charset="-122"/>
              </a:endParaRPr>
            </a:p>
          </p:txBody>
        </p:sp>
        <p:sp>
          <p:nvSpPr>
            <p:cNvPr id="34" name="淘宝-想搞设计PPT(倒卖必究)-34"/>
            <p:cNvSpPr/>
            <p:nvPr/>
          </p:nvSpPr>
          <p:spPr>
            <a:xfrm rot="1151942" flipH="1">
              <a:off x="-1345274" y="-788979"/>
              <a:ext cx="2075163" cy="3313977"/>
            </a:xfrm>
            <a:custGeom>
              <a:avLst/>
              <a:gdLst>
                <a:gd name="connsiteX0" fmla="*/ 820615 w 2461845"/>
                <a:gd name="connsiteY0" fmla="*/ 0 h 2396685"/>
                <a:gd name="connsiteX1" fmla="*/ 1400878 w 2461845"/>
                <a:gd name="connsiteY1" fmla="*/ 240353 h 2396685"/>
                <a:gd name="connsiteX2" fmla="*/ 1418212 w 2461845"/>
                <a:gd name="connsiteY2" fmla="*/ 261362 h 2396685"/>
                <a:gd name="connsiteX3" fmla="*/ 1475848 w 2461845"/>
                <a:gd name="connsiteY3" fmla="*/ 246542 h 2396685"/>
                <a:gd name="connsiteX4" fmla="*/ 1641230 w 2461845"/>
                <a:gd name="connsiteY4" fmla="*/ 229870 h 2396685"/>
                <a:gd name="connsiteX5" fmla="*/ 2461845 w 2461845"/>
                <a:gd name="connsiteY5" fmla="*/ 1050485 h 2396685"/>
                <a:gd name="connsiteX6" fmla="*/ 2100044 w 2461845"/>
                <a:gd name="connsiteY6" fmla="*/ 1730952 h 2396685"/>
                <a:gd name="connsiteX7" fmla="*/ 2031973 w 2461845"/>
                <a:gd name="connsiteY7" fmla="*/ 1767900 h 2396685"/>
                <a:gd name="connsiteX8" fmla="*/ 2018552 w 2461845"/>
                <a:gd name="connsiteY8" fmla="*/ 1820096 h 2396685"/>
                <a:gd name="connsiteX9" fmla="*/ 1234830 w 2461845"/>
                <a:gd name="connsiteY9" fmla="*/ 2396685 h 2396685"/>
                <a:gd name="connsiteX10" fmla="*/ 414215 w 2461845"/>
                <a:gd name="connsiteY10" fmla="*/ 1576070 h 2396685"/>
                <a:gd name="connsiteX11" fmla="*/ 416502 w 2461845"/>
                <a:gd name="connsiteY11" fmla="*/ 1530773 h 2396685"/>
                <a:gd name="connsiteX12" fmla="*/ 361802 w 2461845"/>
                <a:gd name="connsiteY12" fmla="*/ 1501082 h 2396685"/>
                <a:gd name="connsiteX13" fmla="*/ 0 w 2461845"/>
                <a:gd name="connsiteY13" fmla="*/ 820615 h 2396685"/>
                <a:gd name="connsiteX14" fmla="*/ 820615 w 2461845"/>
                <a:gd name="connsiteY14" fmla="*/ 0 h 2396685"/>
                <a:gd name="connsiteX0-1" fmla="*/ 820615 w 2461845"/>
                <a:gd name="connsiteY0-2" fmla="*/ 0 h 2396685"/>
                <a:gd name="connsiteX1-3" fmla="*/ 1400878 w 2461845"/>
                <a:gd name="connsiteY1-4" fmla="*/ 240353 h 2396685"/>
                <a:gd name="connsiteX2-5" fmla="*/ 1418212 w 2461845"/>
                <a:gd name="connsiteY2-6" fmla="*/ 261362 h 2396685"/>
                <a:gd name="connsiteX3-7" fmla="*/ 1475848 w 2461845"/>
                <a:gd name="connsiteY3-8" fmla="*/ 246542 h 2396685"/>
                <a:gd name="connsiteX4-9" fmla="*/ 1641230 w 2461845"/>
                <a:gd name="connsiteY4-10" fmla="*/ 229870 h 2396685"/>
                <a:gd name="connsiteX5-11" fmla="*/ 2461845 w 2461845"/>
                <a:gd name="connsiteY5-12" fmla="*/ 1050485 h 2396685"/>
                <a:gd name="connsiteX6-13" fmla="*/ 2100044 w 2461845"/>
                <a:gd name="connsiteY6-14" fmla="*/ 1730952 h 2396685"/>
                <a:gd name="connsiteX7-15" fmla="*/ 2031973 w 2461845"/>
                <a:gd name="connsiteY7-16" fmla="*/ 1767900 h 2396685"/>
                <a:gd name="connsiteX8-17" fmla="*/ 2018552 w 2461845"/>
                <a:gd name="connsiteY8-18" fmla="*/ 1820096 h 2396685"/>
                <a:gd name="connsiteX9-19" fmla="*/ 1234830 w 2461845"/>
                <a:gd name="connsiteY9-20" fmla="*/ 2396685 h 2396685"/>
                <a:gd name="connsiteX10-21" fmla="*/ 414215 w 2461845"/>
                <a:gd name="connsiteY10-22" fmla="*/ 1576070 h 2396685"/>
                <a:gd name="connsiteX11-23" fmla="*/ 416502 w 2461845"/>
                <a:gd name="connsiteY11-24" fmla="*/ 1530773 h 2396685"/>
                <a:gd name="connsiteX12-25" fmla="*/ 361802 w 2461845"/>
                <a:gd name="connsiteY12-26" fmla="*/ 1501082 h 2396685"/>
                <a:gd name="connsiteX13-27" fmla="*/ 0 w 2461845"/>
                <a:gd name="connsiteY13-28" fmla="*/ 820615 h 2396685"/>
                <a:gd name="connsiteX14-29" fmla="*/ 820615 w 2461845"/>
                <a:gd name="connsiteY14-30" fmla="*/ 0 h 2396685"/>
                <a:gd name="connsiteX0-31" fmla="*/ 911445 w 2552675"/>
                <a:gd name="connsiteY0-32" fmla="*/ 0 h 2396685"/>
                <a:gd name="connsiteX1-33" fmla="*/ 1491708 w 2552675"/>
                <a:gd name="connsiteY1-34" fmla="*/ 240353 h 2396685"/>
                <a:gd name="connsiteX2-35" fmla="*/ 1509042 w 2552675"/>
                <a:gd name="connsiteY2-36" fmla="*/ 261362 h 2396685"/>
                <a:gd name="connsiteX3-37" fmla="*/ 1566678 w 2552675"/>
                <a:gd name="connsiteY3-38" fmla="*/ 246542 h 2396685"/>
                <a:gd name="connsiteX4-39" fmla="*/ 1732060 w 2552675"/>
                <a:gd name="connsiteY4-40" fmla="*/ 229870 h 2396685"/>
                <a:gd name="connsiteX5-41" fmla="*/ 2552675 w 2552675"/>
                <a:gd name="connsiteY5-42" fmla="*/ 1050485 h 2396685"/>
                <a:gd name="connsiteX6-43" fmla="*/ 2190874 w 2552675"/>
                <a:gd name="connsiteY6-44" fmla="*/ 1730952 h 2396685"/>
                <a:gd name="connsiteX7-45" fmla="*/ 2122803 w 2552675"/>
                <a:gd name="connsiteY7-46" fmla="*/ 1767900 h 2396685"/>
                <a:gd name="connsiteX8-47" fmla="*/ 2109382 w 2552675"/>
                <a:gd name="connsiteY8-48" fmla="*/ 1820096 h 2396685"/>
                <a:gd name="connsiteX9-49" fmla="*/ 1325660 w 2552675"/>
                <a:gd name="connsiteY9-50" fmla="*/ 2396685 h 2396685"/>
                <a:gd name="connsiteX10-51" fmla="*/ 505045 w 2552675"/>
                <a:gd name="connsiteY10-52" fmla="*/ 1576070 h 2396685"/>
                <a:gd name="connsiteX11-53" fmla="*/ 507332 w 2552675"/>
                <a:gd name="connsiteY11-54" fmla="*/ 1530773 h 2396685"/>
                <a:gd name="connsiteX12-55" fmla="*/ 452632 w 2552675"/>
                <a:gd name="connsiteY12-56" fmla="*/ 1501082 h 2396685"/>
                <a:gd name="connsiteX13-57" fmla="*/ 90830 w 2552675"/>
                <a:gd name="connsiteY13-58" fmla="*/ 820615 h 2396685"/>
                <a:gd name="connsiteX14-59" fmla="*/ 911445 w 2552675"/>
                <a:gd name="connsiteY14-60" fmla="*/ 0 h 2396685"/>
                <a:gd name="connsiteX0-61" fmla="*/ 911445 w 2552675"/>
                <a:gd name="connsiteY0-62" fmla="*/ 0 h 2396685"/>
                <a:gd name="connsiteX1-63" fmla="*/ 1491708 w 2552675"/>
                <a:gd name="connsiteY1-64" fmla="*/ 240353 h 2396685"/>
                <a:gd name="connsiteX2-65" fmla="*/ 1509042 w 2552675"/>
                <a:gd name="connsiteY2-66" fmla="*/ 261362 h 2396685"/>
                <a:gd name="connsiteX3-67" fmla="*/ 1566678 w 2552675"/>
                <a:gd name="connsiteY3-68" fmla="*/ 246542 h 2396685"/>
                <a:gd name="connsiteX4-69" fmla="*/ 1732060 w 2552675"/>
                <a:gd name="connsiteY4-70" fmla="*/ 229870 h 2396685"/>
                <a:gd name="connsiteX5-71" fmla="*/ 2552675 w 2552675"/>
                <a:gd name="connsiteY5-72" fmla="*/ 1050485 h 2396685"/>
                <a:gd name="connsiteX6-73" fmla="*/ 2190874 w 2552675"/>
                <a:gd name="connsiteY6-74" fmla="*/ 1730952 h 2396685"/>
                <a:gd name="connsiteX7-75" fmla="*/ 2122803 w 2552675"/>
                <a:gd name="connsiteY7-76" fmla="*/ 1767900 h 2396685"/>
                <a:gd name="connsiteX8-77" fmla="*/ 2109382 w 2552675"/>
                <a:gd name="connsiteY8-78" fmla="*/ 1820096 h 2396685"/>
                <a:gd name="connsiteX9-79" fmla="*/ 1325660 w 2552675"/>
                <a:gd name="connsiteY9-80" fmla="*/ 2396685 h 2396685"/>
                <a:gd name="connsiteX10-81" fmla="*/ 505045 w 2552675"/>
                <a:gd name="connsiteY10-82" fmla="*/ 1576070 h 2396685"/>
                <a:gd name="connsiteX11-83" fmla="*/ 507332 w 2552675"/>
                <a:gd name="connsiteY11-84" fmla="*/ 1530773 h 2396685"/>
                <a:gd name="connsiteX12-85" fmla="*/ 452632 w 2552675"/>
                <a:gd name="connsiteY12-86" fmla="*/ 1501082 h 2396685"/>
                <a:gd name="connsiteX13-87" fmla="*/ 90830 w 2552675"/>
                <a:gd name="connsiteY13-88" fmla="*/ 820615 h 2396685"/>
                <a:gd name="connsiteX14-89" fmla="*/ 911445 w 2552675"/>
                <a:gd name="connsiteY14-90" fmla="*/ 0 h 2396685"/>
                <a:gd name="connsiteX0-91" fmla="*/ 1081174 w 2722404"/>
                <a:gd name="connsiteY0-92" fmla="*/ 0 h 2396685"/>
                <a:gd name="connsiteX1-93" fmla="*/ 1661437 w 2722404"/>
                <a:gd name="connsiteY1-94" fmla="*/ 240353 h 2396685"/>
                <a:gd name="connsiteX2-95" fmla="*/ 1678771 w 2722404"/>
                <a:gd name="connsiteY2-96" fmla="*/ 261362 h 2396685"/>
                <a:gd name="connsiteX3-97" fmla="*/ 1736407 w 2722404"/>
                <a:gd name="connsiteY3-98" fmla="*/ 246542 h 2396685"/>
                <a:gd name="connsiteX4-99" fmla="*/ 1901789 w 2722404"/>
                <a:gd name="connsiteY4-100" fmla="*/ 229870 h 2396685"/>
                <a:gd name="connsiteX5-101" fmla="*/ 2722404 w 2722404"/>
                <a:gd name="connsiteY5-102" fmla="*/ 1050485 h 2396685"/>
                <a:gd name="connsiteX6-103" fmla="*/ 2360603 w 2722404"/>
                <a:gd name="connsiteY6-104" fmla="*/ 1730952 h 2396685"/>
                <a:gd name="connsiteX7-105" fmla="*/ 2292532 w 2722404"/>
                <a:gd name="connsiteY7-106" fmla="*/ 1767900 h 2396685"/>
                <a:gd name="connsiteX8-107" fmla="*/ 2279111 w 2722404"/>
                <a:gd name="connsiteY8-108" fmla="*/ 1820096 h 2396685"/>
                <a:gd name="connsiteX9-109" fmla="*/ 1495389 w 2722404"/>
                <a:gd name="connsiteY9-110" fmla="*/ 2396685 h 2396685"/>
                <a:gd name="connsiteX10-111" fmla="*/ 674774 w 2722404"/>
                <a:gd name="connsiteY10-112" fmla="*/ 1576070 h 2396685"/>
                <a:gd name="connsiteX11-113" fmla="*/ 677061 w 2722404"/>
                <a:gd name="connsiteY11-114" fmla="*/ 1530773 h 2396685"/>
                <a:gd name="connsiteX12-115" fmla="*/ 44022 w 2722404"/>
                <a:gd name="connsiteY12-116" fmla="*/ 1618313 h 2396685"/>
                <a:gd name="connsiteX13-117" fmla="*/ 260559 w 2722404"/>
                <a:gd name="connsiteY13-118" fmla="*/ 820615 h 2396685"/>
                <a:gd name="connsiteX14-119" fmla="*/ 1081174 w 2722404"/>
                <a:gd name="connsiteY14-120" fmla="*/ 0 h 2396685"/>
                <a:gd name="connsiteX0-121" fmla="*/ 1081174 w 2722404"/>
                <a:gd name="connsiteY0-122" fmla="*/ 0 h 2396685"/>
                <a:gd name="connsiteX1-123" fmla="*/ 1661437 w 2722404"/>
                <a:gd name="connsiteY1-124" fmla="*/ 240353 h 2396685"/>
                <a:gd name="connsiteX2-125" fmla="*/ 1678771 w 2722404"/>
                <a:gd name="connsiteY2-126" fmla="*/ 261362 h 2396685"/>
                <a:gd name="connsiteX3-127" fmla="*/ 1736407 w 2722404"/>
                <a:gd name="connsiteY3-128" fmla="*/ 246542 h 2396685"/>
                <a:gd name="connsiteX4-129" fmla="*/ 1901789 w 2722404"/>
                <a:gd name="connsiteY4-130" fmla="*/ 229870 h 2396685"/>
                <a:gd name="connsiteX5-131" fmla="*/ 2722404 w 2722404"/>
                <a:gd name="connsiteY5-132" fmla="*/ 1050485 h 2396685"/>
                <a:gd name="connsiteX6-133" fmla="*/ 2360603 w 2722404"/>
                <a:gd name="connsiteY6-134" fmla="*/ 1730952 h 2396685"/>
                <a:gd name="connsiteX7-135" fmla="*/ 2292532 w 2722404"/>
                <a:gd name="connsiteY7-136" fmla="*/ 1767900 h 2396685"/>
                <a:gd name="connsiteX8-137" fmla="*/ 2279111 w 2722404"/>
                <a:gd name="connsiteY8-138" fmla="*/ 1820096 h 2396685"/>
                <a:gd name="connsiteX9-139" fmla="*/ 1495389 w 2722404"/>
                <a:gd name="connsiteY9-140" fmla="*/ 2396685 h 2396685"/>
                <a:gd name="connsiteX10-141" fmla="*/ 674774 w 2722404"/>
                <a:gd name="connsiteY10-142" fmla="*/ 1576070 h 2396685"/>
                <a:gd name="connsiteX11-143" fmla="*/ 309738 w 2722404"/>
                <a:gd name="connsiteY11-144" fmla="*/ 2054404 h 2396685"/>
                <a:gd name="connsiteX12-145" fmla="*/ 44022 w 2722404"/>
                <a:gd name="connsiteY12-146" fmla="*/ 1618313 h 2396685"/>
                <a:gd name="connsiteX13-147" fmla="*/ 260559 w 2722404"/>
                <a:gd name="connsiteY13-148" fmla="*/ 820615 h 2396685"/>
                <a:gd name="connsiteX14-149" fmla="*/ 1081174 w 2722404"/>
                <a:gd name="connsiteY14-150" fmla="*/ 0 h 2396685"/>
                <a:gd name="connsiteX0-151" fmla="*/ 1081174 w 2722404"/>
                <a:gd name="connsiteY0-152" fmla="*/ 0 h 2535067"/>
                <a:gd name="connsiteX1-153" fmla="*/ 1661437 w 2722404"/>
                <a:gd name="connsiteY1-154" fmla="*/ 240353 h 2535067"/>
                <a:gd name="connsiteX2-155" fmla="*/ 1678771 w 2722404"/>
                <a:gd name="connsiteY2-156" fmla="*/ 261362 h 2535067"/>
                <a:gd name="connsiteX3-157" fmla="*/ 1736407 w 2722404"/>
                <a:gd name="connsiteY3-158" fmla="*/ 246542 h 2535067"/>
                <a:gd name="connsiteX4-159" fmla="*/ 1901789 w 2722404"/>
                <a:gd name="connsiteY4-160" fmla="*/ 229870 h 2535067"/>
                <a:gd name="connsiteX5-161" fmla="*/ 2722404 w 2722404"/>
                <a:gd name="connsiteY5-162" fmla="*/ 1050485 h 2535067"/>
                <a:gd name="connsiteX6-163" fmla="*/ 2360603 w 2722404"/>
                <a:gd name="connsiteY6-164" fmla="*/ 1730952 h 2535067"/>
                <a:gd name="connsiteX7-165" fmla="*/ 2292532 w 2722404"/>
                <a:gd name="connsiteY7-166" fmla="*/ 1767900 h 2535067"/>
                <a:gd name="connsiteX8-167" fmla="*/ 2279111 w 2722404"/>
                <a:gd name="connsiteY8-168" fmla="*/ 1820096 h 2535067"/>
                <a:gd name="connsiteX9-169" fmla="*/ 1495389 w 2722404"/>
                <a:gd name="connsiteY9-170" fmla="*/ 2396685 h 2535067"/>
                <a:gd name="connsiteX10-171" fmla="*/ 1010836 w 2722404"/>
                <a:gd name="connsiteY10-172" fmla="*/ 2271639 h 2535067"/>
                <a:gd name="connsiteX11-173" fmla="*/ 309738 w 2722404"/>
                <a:gd name="connsiteY11-174" fmla="*/ 2054404 h 2535067"/>
                <a:gd name="connsiteX12-175" fmla="*/ 44022 w 2722404"/>
                <a:gd name="connsiteY12-176" fmla="*/ 1618313 h 2535067"/>
                <a:gd name="connsiteX13-177" fmla="*/ 260559 w 2722404"/>
                <a:gd name="connsiteY13-178" fmla="*/ 820615 h 2535067"/>
                <a:gd name="connsiteX14-179" fmla="*/ 1081174 w 2722404"/>
                <a:gd name="connsiteY14-180" fmla="*/ 0 h 2535067"/>
                <a:gd name="connsiteX0-181" fmla="*/ 1081174 w 2722404"/>
                <a:gd name="connsiteY0-182" fmla="*/ 0 h 2548703"/>
                <a:gd name="connsiteX1-183" fmla="*/ 1661437 w 2722404"/>
                <a:gd name="connsiteY1-184" fmla="*/ 240353 h 2548703"/>
                <a:gd name="connsiteX2-185" fmla="*/ 1678771 w 2722404"/>
                <a:gd name="connsiteY2-186" fmla="*/ 261362 h 2548703"/>
                <a:gd name="connsiteX3-187" fmla="*/ 1736407 w 2722404"/>
                <a:gd name="connsiteY3-188" fmla="*/ 246542 h 2548703"/>
                <a:gd name="connsiteX4-189" fmla="*/ 1901789 w 2722404"/>
                <a:gd name="connsiteY4-190" fmla="*/ 229870 h 2548703"/>
                <a:gd name="connsiteX5-191" fmla="*/ 2722404 w 2722404"/>
                <a:gd name="connsiteY5-192" fmla="*/ 1050485 h 2548703"/>
                <a:gd name="connsiteX6-193" fmla="*/ 2360603 w 2722404"/>
                <a:gd name="connsiteY6-194" fmla="*/ 1730952 h 2548703"/>
                <a:gd name="connsiteX7-195" fmla="*/ 2292532 w 2722404"/>
                <a:gd name="connsiteY7-196" fmla="*/ 1767900 h 2548703"/>
                <a:gd name="connsiteX8-197" fmla="*/ 2279111 w 2722404"/>
                <a:gd name="connsiteY8-198" fmla="*/ 1820096 h 2548703"/>
                <a:gd name="connsiteX9-199" fmla="*/ 1979943 w 2722404"/>
                <a:gd name="connsiteY9-200" fmla="*/ 2427946 h 2548703"/>
                <a:gd name="connsiteX10-201" fmla="*/ 1010836 w 2722404"/>
                <a:gd name="connsiteY10-202" fmla="*/ 2271639 h 2548703"/>
                <a:gd name="connsiteX11-203" fmla="*/ 309738 w 2722404"/>
                <a:gd name="connsiteY11-204" fmla="*/ 2054404 h 2548703"/>
                <a:gd name="connsiteX12-205" fmla="*/ 44022 w 2722404"/>
                <a:gd name="connsiteY12-206" fmla="*/ 1618313 h 2548703"/>
                <a:gd name="connsiteX13-207" fmla="*/ 260559 w 2722404"/>
                <a:gd name="connsiteY13-208" fmla="*/ 820615 h 2548703"/>
                <a:gd name="connsiteX14-209" fmla="*/ 1081174 w 2722404"/>
                <a:gd name="connsiteY14-210" fmla="*/ 0 h 2548703"/>
                <a:gd name="connsiteX0-211" fmla="*/ 1081174 w 2722404"/>
                <a:gd name="connsiteY0-212" fmla="*/ 0 h 2548703"/>
                <a:gd name="connsiteX1-213" fmla="*/ 1661437 w 2722404"/>
                <a:gd name="connsiteY1-214" fmla="*/ 240353 h 2548703"/>
                <a:gd name="connsiteX2-215" fmla="*/ 1678771 w 2722404"/>
                <a:gd name="connsiteY2-216" fmla="*/ 261362 h 2548703"/>
                <a:gd name="connsiteX3-217" fmla="*/ 1736407 w 2722404"/>
                <a:gd name="connsiteY3-218" fmla="*/ 246542 h 2548703"/>
                <a:gd name="connsiteX4-219" fmla="*/ 1901789 w 2722404"/>
                <a:gd name="connsiteY4-220" fmla="*/ 229870 h 2548703"/>
                <a:gd name="connsiteX5-221" fmla="*/ 2722404 w 2722404"/>
                <a:gd name="connsiteY5-222" fmla="*/ 1050485 h 2548703"/>
                <a:gd name="connsiteX6-223" fmla="*/ 2360603 w 2722404"/>
                <a:gd name="connsiteY6-224" fmla="*/ 1730952 h 2548703"/>
                <a:gd name="connsiteX7-225" fmla="*/ 2292532 w 2722404"/>
                <a:gd name="connsiteY7-226" fmla="*/ 1767900 h 2548703"/>
                <a:gd name="connsiteX8-227" fmla="*/ 2279111 w 2722404"/>
                <a:gd name="connsiteY8-228" fmla="*/ 1820096 h 2548703"/>
                <a:gd name="connsiteX9-229" fmla="*/ 1979943 w 2722404"/>
                <a:gd name="connsiteY9-230" fmla="*/ 2427946 h 2548703"/>
                <a:gd name="connsiteX10-231" fmla="*/ 1010836 w 2722404"/>
                <a:gd name="connsiteY10-232" fmla="*/ 2271639 h 2548703"/>
                <a:gd name="connsiteX11-233" fmla="*/ 411338 w 2722404"/>
                <a:gd name="connsiteY11-234" fmla="*/ 2132557 h 2548703"/>
                <a:gd name="connsiteX12-235" fmla="*/ 44022 w 2722404"/>
                <a:gd name="connsiteY12-236" fmla="*/ 1618313 h 2548703"/>
                <a:gd name="connsiteX13-237" fmla="*/ 260559 w 2722404"/>
                <a:gd name="connsiteY13-238" fmla="*/ 820615 h 2548703"/>
                <a:gd name="connsiteX14-239" fmla="*/ 1081174 w 2722404"/>
                <a:gd name="connsiteY14-240" fmla="*/ 0 h 2548703"/>
                <a:gd name="connsiteX0-241" fmla="*/ 1081174 w 2722404"/>
                <a:gd name="connsiteY0-242" fmla="*/ 0 h 2428424"/>
                <a:gd name="connsiteX1-243" fmla="*/ 1661437 w 2722404"/>
                <a:gd name="connsiteY1-244" fmla="*/ 240353 h 2428424"/>
                <a:gd name="connsiteX2-245" fmla="*/ 1678771 w 2722404"/>
                <a:gd name="connsiteY2-246" fmla="*/ 261362 h 2428424"/>
                <a:gd name="connsiteX3-247" fmla="*/ 1736407 w 2722404"/>
                <a:gd name="connsiteY3-248" fmla="*/ 246542 h 2428424"/>
                <a:gd name="connsiteX4-249" fmla="*/ 1901789 w 2722404"/>
                <a:gd name="connsiteY4-250" fmla="*/ 229870 h 2428424"/>
                <a:gd name="connsiteX5-251" fmla="*/ 2722404 w 2722404"/>
                <a:gd name="connsiteY5-252" fmla="*/ 1050485 h 2428424"/>
                <a:gd name="connsiteX6-253" fmla="*/ 2360603 w 2722404"/>
                <a:gd name="connsiteY6-254" fmla="*/ 1730952 h 2428424"/>
                <a:gd name="connsiteX7-255" fmla="*/ 2292532 w 2722404"/>
                <a:gd name="connsiteY7-256" fmla="*/ 1767900 h 2428424"/>
                <a:gd name="connsiteX8-257" fmla="*/ 2279111 w 2722404"/>
                <a:gd name="connsiteY8-258" fmla="*/ 1820096 h 2428424"/>
                <a:gd name="connsiteX9-259" fmla="*/ 1979943 w 2722404"/>
                <a:gd name="connsiteY9-260" fmla="*/ 2427946 h 2428424"/>
                <a:gd name="connsiteX10-261" fmla="*/ 1339082 w 2722404"/>
                <a:gd name="connsiteY10-262" fmla="*/ 1873054 h 2428424"/>
                <a:gd name="connsiteX11-263" fmla="*/ 411338 w 2722404"/>
                <a:gd name="connsiteY11-264" fmla="*/ 2132557 h 2428424"/>
                <a:gd name="connsiteX12-265" fmla="*/ 44022 w 2722404"/>
                <a:gd name="connsiteY12-266" fmla="*/ 1618313 h 2428424"/>
                <a:gd name="connsiteX13-267" fmla="*/ 260559 w 2722404"/>
                <a:gd name="connsiteY13-268" fmla="*/ 820615 h 2428424"/>
                <a:gd name="connsiteX14-269" fmla="*/ 1081174 w 2722404"/>
                <a:gd name="connsiteY14-270" fmla="*/ 0 h 2428424"/>
                <a:gd name="connsiteX0-271" fmla="*/ 1081174 w 2722404"/>
                <a:gd name="connsiteY0-272" fmla="*/ 0 h 2428424"/>
                <a:gd name="connsiteX1-273" fmla="*/ 1661437 w 2722404"/>
                <a:gd name="connsiteY1-274" fmla="*/ 240353 h 2428424"/>
                <a:gd name="connsiteX2-275" fmla="*/ 1678771 w 2722404"/>
                <a:gd name="connsiteY2-276" fmla="*/ 261362 h 2428424"/>
                <a:gd name="connsiteX3-277" fmla="*/ 1736407 w 2722404"/>
                <a:gd name="connsiteY3-278" fmla="*/ 246542 h 2428424"/>
                <a:gd name="connsiteX4-279" fmla="*/ 1901789 w 2722404"/>
                <a:gd name="connsiteY4-280" fmla="*/ 229870 h 2428424"/>
                <a:gd name="connsiteX5-281" fmla="*/ 2722404 w 2722404"/>
                <a:gd name="connsiteY5-282" fmla="*/ 1050485 h 2428424"/>
                <a:gd name="connsiteX6-283" fmla="*/ 2360603 w 2722404"/>
                <a:gd name="connsiteY6-284" fmla="*/ 1730952 h 2428424"/>
                <a:gd name="connsiteX7-285" fmla="*/ 2292532 w 2722404"/>
                <a:gd name="connsiteY7-286" fmla="*/ 1767900 h 2428424"/>
                <a:gd name="connsiteX8-287" fmla="*/ 2279111 w 2722404"/>
                <a:gd name="connsiteY8-288" fmla="*/ 1820096 h 2428424"/>
                <a:gd name="connsiteX9-289" fmla="*/ 1979943 w 2722404"/>
                <a:gd name="connsiteY9-290" fmla="*/ 2427946 h 2428424"/>
                <a:gd name="connsiteX10-291" fmla="*/ 1339082 w 2722404"/>
                <a:gd name="connsiteY10-292" fmla="*/ 1873054 h 2428424"/>
                <a:gd name="connsiteX11-293" fmla="*/ 411338 w 2722404"/>
                <a:gd name="connsiteY11-294" fmla="*/ 2132557 h 2428424"/>
                <a:gd name="connsiteX12-295" fmla="*/ 44022 w 2722404"/>
                <a:gd name="connsiteY12-296" fmla="*/ 1618313 h 2428424"/>
                <a:gd name="connsiteX13-297" fmla="*/ 260559 w 2722404"/>
                <a:gd name="connsiteY13-298" fmla="*/ 820615 h 2428424"/>
                <a:gd name="connsiteX14-299" fmla="*/ 1081174 w 2722404"/>
                <a:gd name="connsiteY14-300" fmla="*/ 0 h 2428424"/>
                <a:gd name="connsiteX0-301" fmla="*/ 1055376 w 2696606"/>
                <a:gd name="connsiteY0-302" fmla="*/ 0 h 2428424"/>
                <a:gd name="connsiteX1-303" fmla="*/ 1635639 w 2696606"/>
                <a:gd name="connsiteY1-304" fmla="*/ 240353 h 2428424"/>
                <a:gd name="connsiteX2-305" fmla="*/ 1652973 w 2696606"/>
                <a:gd name="connsiteY2-306" fmla="*/ 261362 h 2428424"/>
                <a:gd name="connsiteX3-307" fmla="*/ 1710609 w 2696606"/>
                <a:gd name="connsiteY3-308" fmla="*/ 246542 h 2428424"/>
                <a:gd name="connsiteX4-309" fmla="*/ 1875991 w 2696606"/>
                <a:gd name="connsiteY4-310" fmla="*/ 229870 h 2428424"/>
                <a:gd name="connsiteX5-311" fmla="*/ 2696606 w 2696606"/>
                <a:gd name="connsiteY5-312" fmla="*/ 1050485 h 2428424"/>
                <a:gd name="connsiteX6-313" fmla="*/ 2334805 w 2696606"/>
                <a:gd name="connsiteY6-314" fmla="*/ 1730952 h 2428424"/>
                <a:gd name="connsiteX7-315" fmla="*/ 2266734 w 2696606"/>
                <a:gd name="connsiteY7-316" fmla="*/ 1767900 h 2428424"/>
                <a:gd name="connsiteX8-317" fmla="*/ 2253313 w 2696606"/>
                <a:gd name="connsiteY8-318" fmla="*/ 1820096 h 2428424"/>
                <a:gd name="connsiteX9-319" fmla="*/ 1954145 w 2696606"/>
                <a:gd name="connsiteY9-320" fmla="*/ 2427946 h 2428424"/>
                <a:gd name="connsiteX10-321" fmla="*/ 1313284 w 2696606"/>
                <a:gd name="connsiteY10-322" fmla="*/ 1873054 h 2428424"/>
                <a:gd name="connsiteX11-323" fmla="*/ 385540 w 2696606"/>
                <a:gd name="connsiteY11-324" fmla="*/ 2132557 h 2428424"/>
                <a:gd name="connsiteX12-325" fmla="*/ 18224 w 2696606"/>
                <a:gd name="connsiteY12-326" fmla="*/ 1618313 h 2428424"/>
                <a:gd name="connsiteX13-327" fmla="*/ 234761 w 2696606"/>
                <a:gd name="connsiteY13-328" fmla="*/ 820615 h 2428424"/>
                <a:gd name="connsiteX14-329" fmla="*/ 1055376 w 2696606"/>
                <a:gd name="connsiteY14-330" fmla="*/ 0 h 2428424"/>
                <a:gd name="connsiteX0-331" fmla="*/ 1055376 w 2696606"/>
                <a:gd name="connsiteY0-332" fmla="*/ 0 h 2428424"/>
                <a:gd name="connsiteX1-333" fmla="*/ 1635639 w 2696606"/>
                <a:gd name="connsiteY1-334" fmla="*/ 240353 h 2428424"/>
                <a:gd name="connsiteX2-335" fmla="*/ 1652973 w 2696606"/>
                <a:gd name="connsiteY2-336" fmla="*/ 261362 h 2428424"/>
                <a:gd name="connsiteX3-337" fmla="*/ 1710609 w 2696606"/>
                <a:gd name="connsiteY3-338" fmla="*/ 246542 h 2428424"/>
                <a:gd name="connsiteX4-339" fmla="*/ 1875991 w 2696606"/>
                <a:gd name="connsiteY4-340" fmla="*/ 229870 h 2428424"/>
                <a:gd name="connsiteX5-341" fmla="*/ 2696606 w 2696606"/>
                <a:gd name="connsiteY5-342" fmla="*/ 1050485 h 2428424"/>
                <a:gd name="connsiteX6-343" fmla="*/ 2334805 w 2696606"/>
                <a:gd name="connsiteY6-344" fmla="*/ 1730952 h 2428424"/>
                <a:gd name="connsiteX7-345" fmla="*/ 2266734 w 2696606"/>
                <a:gd name="connsiteY7-346" fmla="*/ 1767900 h 2428424"/>
                <a:gd name="connsiteX8-347" fmla="*/ 2253313 w 2696606"/>
                <a:gd name="connsiteY8-348" fmla="*/ 1820096 h 2428424"/>
                <a:gd name="connsiteX9-349" fmla="*/ 1954145 w 2696606"/>
                <a:gd name="connsiteY9-350" fmla="*/ 2427946 h 2428424"/>
                <a:gd name="connsiteX10-351" fmla="*/ 1313284 w 2696606"/>
                <a:gd name="connsiteY10-352" fmla="*/ 1873054 h 2428424"/>
                <a:gd name="connsiteX11-353" fmla="*/ 385540 w 2696606"/>
                <a:gd name="connsiteY11-354" fmla="*/ 2132557 h 2428424"/>
                <a:gd name="connsiteX12-355" fmla="*/ 18224 w 2696606"/>
                <a:gd name="connsiteY12-356" fmla="*/ 1618313 h 2428424"/>
                <a:gd name="connsiteX13-357" fmla="*/ 234761 w 2696606"/>
                <a:gd name="connsiteY13-358" fmla="*/ 820615 h 2428424"/>
                <a:gd name="connsiteX14-359" fmla="*/ 1055376 w 2696606"/>
                <a:gd name="connsiteY14-360" fmla="*/ 0 h 2428424"/>
                <a:gd name="connsiteX0-361" fmla="*/ 1055376 w 2696606"/>
                <a:gd name="connsiteY0-362" fmla="*/ 0 h 2428424"/>
                <a:gd name="connsiteX1-363" fmla="*/ 1635639 w 2696606"/>
                <a:gd name="connsiteY1-364" fmla="*/ 240353 h 2428424"/>
                <a:gd name="connsiteX2-365" fmla="*/ 1652973 w 2696606"/>
                <a:gd name="connsiteY2-366" fmla="*/ 261362 h 2428424"/>
                <a:gd name="connsiteX3-367" fmla="*/ 1710609 w 2696606"/>
                <a:gd name="connsiteY3-368" fmla="*/ 246542 h 2428424"/>
                <a:gd name="connsiteX4-369" fmla="*/ 1875991 w 2696606"/>
                <a:gd name="connsiteY4-370" fmla="*/ 229870 h 2428424"/>
                <a:gd name="connsiteX5-371" fmla="*/ 2696606 w 2696606"/>
                <a:gd name="connsiteY5-372" fmla="*/ 1050485 h 2428424"/>
                <a:gd name="connsiteX6-373" fmla="*/ 2334805 w 2696606"/>
                <a:gd name="connsiteY6-374" fmla="*/ 1730952 h 2428424"/>
                <a:gd name="connsiteX7-375" fmla="*/ 2266734 w 2696606"/>
                <a:gd name="connsiteY7-376" fmla="*/ 1767900 h 2428424"/>
                <a:gd name="connsiteX8-377" fmla="*/ 2253313 w 2696606"/>
                <a:gd name="connsiteY8-378" fmla="*/ 1820096 h 2428424"/>
                <a:gd name="connsiteX9-379" fmla="*/ 1954145 w 2696606"/>
                <a:gd name="connsiteY9-380" fmla="*/ 2427946 h 2428424"/>
                <a:gd name="connsiteX10-381" fmla="*/ 1313284 w 2696606"/>
                <a:gd name="connsiteY10-382" fmla="*/ 1873054 h 2428424"/>
                <a:gd name="connsiteX11-383" fmla="*/ 385540 w 2696606"/>
                <a:gd name="connsiteY11-384" fmla="*/ 2132557 h 2428424"/>
                <a:gd name="connsiteX12-385" fmla="*/ 18224 w 2696606"/>
                <a:gd name="connsiteY12-386" fmla="*/ 1618313 h 2428424"/>
                <a:gd name="connsiteX13-387" fmla="*/ 234761 w 2696606"/>
                <a:gd name="connsiteY13-388" fmla="*/ 820615 h 2428424"/>
                <a:gd name="connsiteX14-389" fmla="*/ 1055376 w 2696606"/>
                <a:gd name="connsiteY14-390" fmla="*/ 0 h 2428424"/>
                <a:gd name="connsiteX0-391" fmla="*/ 1055376 w 2696606"/>
                <a:gd name="connsiteY0-392" fmla="*/ 0 h 2428424"/>
                <a:gd name="connsiteX1-393" fmla="*/ 1635639 w 2696606"/>
                <a:gd name="connsiteY1-394" fmla="*/ 240353 h 2428424"/>
                <a:gd name="connsiteX2-395" fmla="*/ 1652973 w 2696606"/>
                <a:gd name="connsiteY2-396" fmla="*/ 261362 h 2428424"/>
                <a:gd name="connsiteX3-397" fmla="*/ 1710609 w 2696606"/>
                <a:gd name="connsiteY3-398" fmla="*/ 246542 h 2428424"/>
                <a:gd name="connsiteX4-399" fmla="*/ 1875991 w 2696606"/>
                <a:gd name="connsiteY4-400" fmla="*/ 229870 h 2428424"/>
                <a:gd name="connsiteX5-401" fmla="*/ 2696606 w 2696606"/>
                <a:gd name="connsiteY5-402" fmla="*/ 1050485 h 2428424"/>
                <a:gd name="connsiteX6-403" fmla="*/ 2334805 w 2696606"/>
                <a:gd name="connsiteY6-404" fmla="*/ 1730952 h 2428424"/>
                <a:gd name="connsiteX7-405" fmla="*/ 2266734 w 2696606"/>
                <a:gd name="connsiteY7-406" fmla="*/ 1767900 h 2428424"/>
                <a:gd name="connsiteX8-407" fmla="*/ 2253313 w 2696606"/>
                <a:gd name="connsiteY8-408" fmla="*/ 1820096 h 2428424"/>
                <a:gd name="connsiteX9-409" fmla="*/ 1954145 w 2696606"/>
                <a:gd name="connsiteY9-410" fmla="*/ 2427946 h 2428424"/>
                <a:gd name="connsiteX10-411" fmla="*/ 1313284 w 2696606"/>
                <a:gd name="connsiteY10-412" fmla="*/ 1873054 h 2428424"/>
                <a:gd name="connsiteX11-413" fmla="*/ 385540 w 2696606"/>
                <a:gd name="connsiteY11-414" fmla="*/ 2132557 h 2428424"/>
                <a:gd name="connsiteX12-415" fmla="*/ 18224 w 2696606"/>
                <a:gd name="connsiteY12-416" fmla="*/ 1618313 h 2428424"/>
                <a:gd name="connsiteX13-417" fmla="*/ 234761 w 2696606"/>
                <a:gd name="connsiteY13-418" fmla="*/ 820615 h 2428424"/>
                <a:gd name="connsiteX14-419" fmla="*/ 1055376 w 2696606"/>
                <a:gd name="connsiteY14-420" fmla="*/ 0 h 2428424"/>
                <a:gd name="connsiteX0-421" fmla="*/ 844361 w 2696606"/>
                <a:gd name="connsiteY0-422" fmla="*/ 0 h 2506578"/>
                <a:gd name="connsiteX1-423" fmla="*/ 1635639 w 2696606"/>
                <a:gd name="connsiteY1-424" fmla="*/ 318507 h 2506578"/>
                <a:gd name="connsiteX2-425" fmla="*/ 1652973 w 2696606"/>
                <a:gd name="connsiteY2-426" fmla="*/ 339516 h 2506578"/>
                <a:gd name="connsiteX3-427" fmla="*/ 1710609 w 2696606"/>
                <a:gd name="connsiteY3-428" fmla="*/ 324696 h 2506578"/>
                <a:gd name="connsiteX4-429" fmla="*/ 1875991 w 2696606"/>
                <a:gd name="connsiteY4-430" fmla="*/ 308024 h 2506578"/>
                <a:gd name="connsiteX5-431" fmla="*/ 2696606 w 2696606"/>
                <a:gd name="connsiteY5-432" fmla="*/ 1128639 h 2506578"/>
                <a:gd name="connsiteX6-433" fmla="*/ 2334805 w 2696606"/>
                <a:gd name="connsiteY6-434" fmla="*/ 1809106 h 2506578"/>
                <a:gd name="connsiteX7-435" fmla="*/ 2266734 w 2696606"/>
                <a:gd name="connsiteY7-436" fmla="*/ 1846054 h 2506578"/>
                <a:gd name="connsiteX8-437" fmla="*/ 2253313 w 2696606"/>
                <a:gd name="connsiteY8-438" fmla="*/ 1898250 h 2506578"/>
                <a:gd name="connsiteX9-439" fmla="*/ 1954145 w 2696606"/>
                <a:gd name="connsiteY9-440" fmla="*/ 2506100 h 2506578"/>
                <a:gd name="connsiteX10-441" fmla="*/ 1313284 w 2696606"/>
                <a:gd name="connsiteY10-442" fmla="*/ 1951208 h 2506578"/>
                <a:gd name="connsiteX11-443" fmla="*/ 385540 w 2696606"/>
                <a:gd name="connsiteY11-444" fmla="*/ 2210711 h 2506578"/>
                <a:gd name="connsiteX12-445" fmla="*/ 18224 w 2696606"/>
                <a:gd name="connsiteY12-446" fmla="*/ 1696467 h 2506578"/>
                <a:gd name="connsiteX13-447" fmla="*/ 234761 w 2696606"/>
                <a:gd name="connsiteY13-448" fmla="*/ 898769 h 2506578"/>
                <a:gd name="connsiteX14-449" fmla="*/ 844361 w 2696606"/>
                <a:gd name="connsiteY14-450" fmla="*/ 0 h 2506578"/>
                <a:gd name="connsiteX0-451" fmla="*/ 844361 w 2696606"/>
                <a:gd name="connsiteY0-452" fmla="*/ 0 h 2506578"/>
                <a:gd name="connsiteX1-453" fmla="*/ 1635639 w 2696606"/>
                <a:gd name="connsiteY1-454" fmla="*/ 318507 h 2506578"/>
                <a:gd name="connsiteX2-455" fmla="*/ 1652973 w 2696606"/>
                <a:gd name="connsiteY2-456" fmla="*/ 339516 h 2506578"/>
                <a:gd name="connsiteX3-457" fmla="*/ 1710609 w 2696606"/>
                <a:gd name="connsiteY3-458" fmla="*/ 324696 h 2506578"/>
                <a:gd name="connsiteX4-459" fmla="*/ 1875991 w 2696606"/>
                <a:gd name="connsiteY4-460" fmla="*/ 308024 h 2506578"/>
                <a:gd name="connsiteX5-461" fmla="*/ 2696606 w 2696606"/>
                <a:gd name="connsiteY5-462" fmla="*/ 1128639 h 2506578"/>
                <a:gd name="connsiteX6-463" fmla="*/ 2334805 w 2696606"/>
                <a:gd name="connsiteY6-464" fmla="*/ 1809106 h 2506578"/>
                <a:gd name="connsiteX7-465" fmla="*/ 2266734 w 2696606"/>
                <a:gd name="connsiteY7-466" fmla="*/ 1846054 h 2506578"/>
                <a:gd name="connsiteX8-467" fmla="*/ 2253313 w 2696606"/>
                <a:gd name="connsiteY8-468" fmla="*/ 1898250 h 2506578"/>
                <a:gd name="connsiteX9-469" fmla="*/ 1954145 w 2696606"/>
                <a:gd name="connsiteY9-470" fmla="*/ 2506100 h 2506578"/>
                <a:gd name="connsiteX10-471" fmla="*/ 1313284 w 2696606"/>
                <a:gd name="connsiteY10-472" fmla="*/ 1951208 h 2506578"/>
                <a:gd name="connsiteX11-473" fmla="*/ 385540 w 2696606"/>
                <a:gd name="connsiteY11-474" fmla="*/ 2210711 h 2506578"/>
                <a:gd name="connsiteX12-475" fmla="*/ 18224 w 2696606"/>
                <a:gd name="connsiteY12-476" fmla="*/ 1696467 h 2506578"/>
                <a:gd name="connsiteX13-477" fmla="*/ 234761 w 2696606"/>
                <a:gd name="connsiteY13-478" fmla="*/ 898769 h 2506578"/>
                <a:gd name="connsiteX14-479" fmla="*/ 844361 w 2696606"/>
                <a:gd name="connsiteY14-480" fmla="*/ 0 h 25065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2696606" h="2506578">
                  <a:moveTo>
                    <a:pt x="844361" y="0"/>
                  </a:moveTo>
                  <a:cubicBezTo>
                    <a:pt x="2196384" y="1391139"/>
                    <a:pt x="1487137" y="170005"/>
                    <a:pt x="1635639" y="318507"/>
                  </a:cubicBezTo>
                  <a:lnTo>
                    <a:pt x="1652973" y="339516"/>
                  </a:lnTo>
                  <a:lnTo>
                    <a:pt x="1710609" y="324696"/>
                  </a:lnTo>
                  <a:cubicBezTo>
                    <a:pt x="1764029" y="313765"/>
                    <a:pt x="1819340" y="308024"/>
                    <a:pt x="1875991" y="308024"/>
                  </a:cubicBezTo>
                  <a:cubicBezTo>
                    <a:pt x="2329204" y="308024"/>
                    <a:pt x="2696606" y="675426"/>
                    <a:pt x="2696606" y="1128639"/>
                  </a:cubicBezTo>
                  <a:cubicBezTo>
                    <a:pt x="2696606" y="1411897"/>
                    <a:pt x="2553090" y="1661635"/>
                    <a:pt x="2334805" y="1809106"/>
                  </a:cubicBezTo>
                  <a:lnTo>
                    <a:pt x="2266734" y="1846054"/>
                  </a:lnTo>
                  <a:lnTo>
                    <a:pt x="2253313" y="1898250"/>
                  </a:lnTo>
                  <a:cubicBezTo>
                    <a:pt x="2149414" y="2232296"/>
                    <a:pt x="2110816" y="2497274"/>
                    <a:pt x="1954145" y="2506100"/>
                  </a:cubicBezTo>
                  <a:cubicBezTo>
                    <a:pt x="1797474" y="2514926"/>
                    <a:pt x="1313284" y="2404421"/>
                    <a:pt x="1313284" y="1951208"/>
                  </a:cubicBezTo>
                  <a:cubicBezTo>
                    <a:pt x="1314046" y="1936109"/>
                    <a:pt x="601383" y="2253168"/>
                    <a:pt x="385540" y="2210711"/>
                  </a:cubicBezTo>
                  <a:cubicBezTo>
                    <a:pt x="169697" y="2168254"/>
                    <a:pt x="-68291" y="1929907"/>
                    <a:pt x="18224" y="1696467"/>
                  </a:cubicBezTo>
                  <a:cubicBezTo>
                    <a:pt x="104739" y="1463027"/>
                    <a:pt x="477038" y="1221104"/>
                    <a:pt x="234761" y="898769"/>
                  </a:cubicBezTo>
                  <a:cubicBezTo>
                    <a:pt x="-109116" y="375217"/>
                    <a:pt x="391148" y="0"/>
                    <a:pt x="844361" y="0"/>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字魂59号-创粗黑" panose="00000500000000000000" pitchFamily="2" charset="-122"/>
              </a:endParaRPr>
            </a:p>
          </p:txBody>
        </p:sp>
      </p:grpSp>
      <p:pic>
        <p:nvPicPr>
          <p:cNvPr id="37" name="Picture 36" descr="河南大学.png"/>
          <p:cNvPicPr>
            <a:picLocks noChangeAspect="1"/>
          </p:cNvPicPr>
          <p:nvPr/>
        </p:nvPicPr>
        <p:blipFill>
          <a:blip r:embed="rId17"/>
          <a:stretch>
            <a:fillRect/>
          </a:stretch>
        </p:blipFill>
        <p:spPr>
          <a:xfrm>
            <a:off x="10302752" y="353435"/>
            <a:ext cx="1756624" cy="47907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574040" y="1780540"/>
            <a:ext cx="3406140" cy="12725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wrap="square"/>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lnSpc>
                <a:spcPct val="150000"/>
              </a:lnSpc>
            </a:pPr>
            <a:r>
              <a:rPr lang="en-US" altLang="zh-CN" sz="1600" kern="0" dirty="0">
                <a:solidFill>
                  <a:schemeClr val="tx1">
                    <a:lumMod val="85000"/>
                    <a:lumOff val="15000"/>
                  </a:schemeClr>
                </a:solidFill>
                <a:latin typeface="+中文正文" charset="0"/>
                <a:sym typeface="+mn-ea"/>
              </a:rPr>
              <a:t>融合夜间灯光与POI，迭代阈值分割得到四期建成区。</a:t>
            </a:r>
            <a:endParaRPr lang="zh-CN" altLang="en-US" sz="1600" kern="0" dirty="0">
              <a:solidFill>
                <a:schemeClr val="tx1">
                  <a:lumMod val="85000"/>
                  <a:lumOff val="15000"/>
                </a:schemeClr>
              </a:solidFill>
              <a:latin typeface="+中文正文" charset="0"/>
              <a:sym typeface="+mn-ea"/>
            </a:endParaRPr>
          </a:p>
        </p:txBody>
      </p:sp>
      <p:sp>
        <p:nvSpPr>
          <p:cNvPr id="4" name="矩形 3"/>
          <p:cNvSpPr/>
          <p:nvPr>
            <p:custDataLst>
              <p:tags r:id="rId2"/>
            </p:custDataLst>
          </p:nvPr>
        </p:nvSpPr>
        <p:spPr>
          <a:xfrm>
            <a:off x="695325" y="1364615"/>
            <a:ext cx="2848610" cy="3905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r"/>
            <a:r>
              <a:rPr lang="en-US" altLang="zh-CN" sz="2400" b="1" kern="0" dirty="0">
                <a:solidFill>
                  <a:srgbClr val="037ADC"/>
                </a:solidFill>
                <a:cs typeface="+mn-lt"/>
              </a:rPr>
              <a:t>Step 01：建成区提取</a:t>
            </a:r>
            <a:endParaRPr lang="zh-CN" altLang="en-US" sz="2400" b="1" kern="0" dirty="0">
              <a:solidFill>
                <a:srgbClr val="037ADC"/>
              </a:solidFill>
              <a:cs typeface="+mn-lt"/>
            </a:endParaRPr>
          </a:p>
        </p:txBody>
      </p:sp>
      <p:sp>
        <p:nvSpPr>
          <p:cNvPr id="6" name="矩形 5"/>
          <p:cNvSpPr/>
          <p:nvPr>
            <p:custDataLst>
              <p:tags r:id="rId3"/>
            </p:custDataLst>
          </p:nvPr>
        </p:nvSpPr>
        <p:spPr>
          <a:xfrm>
            <a:off x="738505" y="3326130"/>
            <a:ext cx="3345815" cy="12706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wrap="square"/>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lnSpc>
                <a:spcPct val="150000"/>
              </a:lnSpc>
            </a:pPr>
            <a:r>
              <a:rPr lang="zh-CN" altLang="en-US" sz="1600" kern="0" dirty="0">
                <a:solidFill>
                  <a:schemeClr val="tx1">
                    <a:lumMod val="85000"/>
                    <a:lumOff val="15000"/>
                  </a:schemeClr>
                </a:solidFill>
                <a:uFillTx/>
                <a:latin typeface="Times New Roman" panose="02020603050405020304" charset="0"/>
                <a:sym typeface="+mn-ea"/>
              </a:rPr>
              <a:t>叠加土地利用、夜间灯光和POI密度构建综合阻力。</a:t>
            </a:r>
            <a:endParaRPr lang="zh-CN" altLang="en-US" sz="1600" kern="0" dirty="0">
              <a:solidFill>
                <a:schemeClr val="tx1">
                  <a:lumMod val="85000"/>
                  <a:lumOff val="15000"/>
                </a:schemeClr>
              </a:solidFill>
              <a:uFillTx/>
              <a:latin typeface="Times New Roman" panose="02020603050405020304" charset="0"/>
              <a:sym typeface="+mn-ea"/>
            </a:endParaRPr>
          </a:p>
        </p:txBody>
      </p:sp>
      <p:sp>
        <p:nvSpPr>
          <p:cNvPr id="7" name="矩形 6"/>
          <p:cNvSpPr/>
          <p:nvPr>
            <p:custDataLst>
              <p:tags r:id="rId4"/>
            </p:custDataLst>
          </p:nvPr>
        </p:nvSpPr>
        <p:spPr>
          <a:xfrm>
            <a:off x="1534160" y="2935605"/>
            <a:ext cx="2848610" cy="3905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r">
              <a:buClrTx/>
              <a:buSzTx/>
              <a:buFontTx/>
            </a:pPr>
            <a:r>
              <a:rPr lang="en-US" altLang="zh-CN" sz="2400" b="1" kern="0" dirty="0">
                <a:solidFill>
                  <a:srgbClr val="037ADC"/>
                </a:solidFill>
                <a:cs typeface="+mn-lt"/>
                <a:sym typeface="+mn-ea"/>
              </a:rPr>
              <a:t>Step 03：综合阻力面</a:t>
            </a:r>
            <a:endParaRPr lang="zh-CN" altLang="en-US" sz="2400" b="1" kern="0" dirty="0">
              <a:solidFill>
                <a:srgbClr val="037ADC"/>
              </a:solidFill>
              <a:cs typeface="+mn-lt"/>
              <a:sym typeface="+mn-ea"/>
            </a:endParaRPr>
          </a:p>
        </p:txBody>
      </p:sp>
      <p:sp>
        <p:nvSpPr>
          <p:cNvPr id="8" name="矩形 7"/>
          <p:cNvSpPr/>
          <p:nvPr>
            <p:custDataLst>
              <p:tags r:id="rId5"/>
            </p:custDataLst>
          </p:nvPr>
        </p:nvSpPr>
        <p:spPr>
          <a:xfrm>
            <a:off x="738505" y="5192395"/>
            <a:ext cx="3348990" cy="12706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wrap="square"/>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lnSpc>
                <a:spcPct val="150000"/>
              </a:lnSpc>
            </a:pPr>
            <a:r>
              <a:rPr lang="zh-CN" altLang="en-US" sz="1600" kern="0" dirty="0">
                <a:solidFill>
                  <a:schemeClr val="tx1">
                    <a:lumMod val="85000"/>
                    <a:lumOff val="15000"/>
                  </a:schemeClr>
                </a:solidFill>
                <a:latin typeface="+中文正文" charset="0"/>
                <a:sym typeface="+mn-ea"/>
              </a:rPr>
              <a:t>以建成区、人口和GDP为权重计算标准差椭圆。</a:t>
            </a:r>
            <a:endParaRPr lang="zh-CN" altLang="en-US" sz="1600" kern="0" dirty="0">
              <a:solidFill>
                <a:schemeClr val="tx1">
                  <a:lumMod val="85000"/>
                  <a:lumOff val="15000"/>
                </a:schemeClr>
              </a:solidFill>
              <a:latin typeface="+中文正文" charset="0"/>
              <a:sym typeface="+mn-ea"/>
            </a:endParaRPr>
          </a:p>
        </p:txBody>
      </p:sp>
      <p:sp>
        <p:nvSpPr>
          <p:cNvPr id="9" name="矩形 8"/>
          <p:cNvSpPr/>
          <p:nvPr>
            <p:custDataLst>
              <p:tags r:id="rId6"/>
            </p:custDataLst>
          </p:nvPr>
        </p:nvSpPr>
        <p:spPr>
          <a:xfrm>
            <a:off x="695325" y="4779010"/>
            <a:ext cx="2848610" cy="3905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r">
              <a:buClrTx/>
              <a:buSzTx/>
              <a:buFontTx/>
            </a:pPr>
            <a:r>
              <a:rPr lang="en-US" altLang="zh-CN" sz="2400" b="1" kern="0" dirty="0">
                <a:solidFill>
                  <a:srgbClr val="037ADC"/>
                </a:solidFill>
                <a:cs typeface="+mn-lt"/>
                <a:sym typeface="+mn-ea"/>
              </a:rPr>
              <a:t>Step 05：重心迁移</a:t>
            </a:r>
            <a:endParaRPr lang="zh-CN" altLang="en-US" sz="2400" b="1" kern="0" dirty="0">
              <a:solidFill>
                <a:srgbClr val="037ADC"/>
              </a:solidFill>
              <a:cs typeface="+mn-lt"/>
              <a:sym typeface="+mn-ea"/>
            </a:endParaRPr>
          </a:p>
        </p:txBody>
      </p:sp>
      <p:sp>
        <p:nvSpPr>
          <p:cNvPr id="10" name="任意多边形: 形状 73"/>
          <p:cNvSpPr/>
          <p:nvPr>
            <p:custDataLst>
              <p:tags r:id="rId7"/>
            </p:custDataLst>
          </p:nvPr>
        </p:nvSpPr>
        <p:spPr>
          <a:xfrm rot="21180000">
            <a:off x="4645660" y="2766060"/>
            <a:ext cx="1306195" cy="316230"/>
          </a:xfrm>
          <a:custGeom>
            <a:avLst/>
            <a:gdLst>
              <a:gd name="connsiteX0" fmla="*/ 1103523 w 1116211"/>
              <a:gd name="connsiteY0" fmla="*/ 0 h 270287"/>
              <a:gd name="connsiteX1" fmla="*/ 1116211 w 1116211"/>
              <a:gd name="connsiteY1" fmla="*/ 12688 h 270287"/>
              <a:gd name="connsiteX2" fmla="*/ 1116211 w 1116211"/>
              <a:gd name="connsiteY2" fmla="*/ 257599 h 270287"/>
              <a:gd name="connsiteX3" fmla="*/ 1103523 w 1116211"/>
              <a:gd name="connsiteY3" fmla="*/ 270287 h 270287"/>
              <a:gd name="connsiteX4" fmla="*/ 1052773 w 1116211"/>
              <a:gd name="connsiteY4" fmla="*/ 270287 h 270287"/>
              <a:gd name="connsiteX5" fmla="*/ 1040085 w 1116211"/>
              <a:gd name="connsiteY5" fmla="*/ 257599 h 270287"/>
              <a:gd name="connsiteX6" fmla="*/ 1040085 w 1116211"/>
              <a:gd name="connsiteY6" fmla="*/ 236725 h 270287"/>
              <a:gd name="connsiteX7" fmla="*/ 416447 w 1116211"/>
              <a:gd name="connsiteY7" fmla="*/ 236725 h 270287"/>
              <a:gd name="connsiteX8" fmla="*/ 416447 w 1116211"/>
              <a:gd name="connsiteY8" fmla="*/ 235120 h 270287"/>
              <a:gd name="connsiteX9" fmla="*/ 100170 w 1116211"/>
              <a:gd name="connsiteY9" fmla="*/ 236220 h 270287"/>
              <a:gd name="connsiteX10" fmla="*/ 7980 w 1116211"/>
              <a:gd name="connsiteY10" fmla="*/ 175572 h 270287"/>
              <a:gd name="connsiteX11" fmla="*/ 0 w 1116211"/>
              <a:gd name="connsiteY11" fmla="*/ 136744 h 270287"/>
              <a:gd name="connsiteX12" fmla="*/ 7709 w 1116211"/>
              <a:gd name="connsiteY12" fmla="*/ 97862 h 270287"/>
              <a:gd name="connsiteX13" fmla="*/ 99475 w 1116211"/>
              <a:gd name="connsiteY13" fmla="*/ 36574 h 270287"/>
              <a:gd name="connsiteX14" fmla="*/ 416447 w 1116211"/>
              <a:gd name="connsiteY14" fmla="*/ 35471 h 270287"/>
              <a:gd name="connsiteX15" fmla="*/ 416449 w 1116211"/>
              <a:gd name="connsiteY15" fmla="*/ 35125 h 270287"/>
              <a:gd name="connsiteX16" fmla="*/ 515761 w 1116211"/>
              <a:gd name="connsiteY16" fmla="*/ 35125 h 270287"/>
              <a:gd name="connsiteX17" fmla="*/ 781997 w 1116211"/>
              <a:gd name="connsiteY17" fmla="*/ 34199 h 270287"/>
              <a:gd name="connsiteX18" fmla="*/ 786671 w 1116211"/>
              <a:gd name="connsiteY18" fmla="*/ 35125 h 270287"/>
              <a:gd name="connsiteX19" fmla="*/ 1040085 w 1116211"/>
              <a:gd name="connsiteY19" fmla="*/ 35125 h 270287"/>
              <a:gd name="connsiteX20" fmla="*/ 1040085 w 1116211"/>
              <a:gd name="connsiteY20" fmla="*/ 12688 h 270287"/>
              <a:gd name="connsiteX21" fmla="*/ 1052773 w 1116211"/>
              <a:gd name="connsiteY21" fmla="*/ 0 h 270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16211" h="270287">
                <a:moveTo>
                  <a:pt x="1103523" y="0"/>
                </a:moveTo>
                <a:cubicBezTo>
                  <a:pt x="1110530" y="0"/>
                  <a:pt x="1116211" y="5681"/>
                  <a:pt x="1116211" y="12688"/>
                </a:cubicBezTo>
                <a:lnTo>
                  <a:pt x="1116211" y="257599"/>
                </a:lnTo>
                <a:cubicBezTo>
                  <a:pt x="1116211" y="264606"/>
                  <a:pt x="1110530" y="270287"/>
                  <a:pt x="1103523" y="270287"/>
                </a:cubicBezTo>
                <a:lnTo>
                  <a:pt x="1052773" y="270287"/>
                </a:lnTo>
                <a:cubicBezTo>
                  <a:pt x="1045766" y="270287"/>
                  <a:pt x="1040085" y="264606"/>
                  <a:pt x="1040085" y="257599"/>
                </a:cubicBezTo>
                <a:lnTo>
                  <a:pt x="1040085" y="236725"/>
                </a:lnTo>
                <a:lnTo>
                  <a:pt x="416447" y="236725"/>
                </a:lnTo>
                <a:lnTo>
                  <a:pt x="416447" y="235120"/>
                </a:lnTo>
                <a:lnTo>
                  <a:pt x="100170" y="236220"/>
                </a:lnTo>
                <a:cubicBezTo>
                  <a:pt x="58822" y="236364"/>
                  <a:pt x="23258" y="211348"/>
                  <a:pt x="7980" y="175572"/>
                </a:cubicBezTo>
                <a:lnTo>
                  <a:pt x="0" y="136744"/>
                </a:lnTo>
                <a:lnTo>
                  <a:pt x="7709" y="97862"/>
                </a:lnTo>
                <a:cubicBezTo>
                  <a:pt x="22738" y="61981"/>
                  <a:pt x="58127" y="36718"/>
                  <a:pt x="99475" y="36574"/>
                </a:cubicBezTo>
                <a:lnTo>
                  <a:pt x="416447" y="35471"/>
                </a:lnTo>
                <a:lnTo>
                  <a:pt x="416449" y="35125"/>
                </a:lnTo>
                <a:lnTo>
                  <a:pt x="515761" y="35125"/>
                </a:lnTo>
                <a:lnTo>
                  <a:pt x="781997" y="34199"/>
                </a:lnTo>
                <a:lnTo>
                  <a:pt x="786671" y="35125"/>
                </a:lnTo>
                <a:lnTo>
                  <a:pt x="1040085" y="35125"/>
                </a:lnTo>
                <a:lnTo>
                  <a:pt x="1040085" y="12688"/>
                </a:lnTo>
                <a:cubicBezTo>
                  <a:pt x="1040085" y="5681"/>
                  <a:pt x="1045766" y="0"/>
                  <a:pt x="1052773" y="0"/>
                </a:cubicBezTo>
                <a:close/>
              </a:path>
            </a:pathLst>
          </a:custGeom>
          <a:solidFill>
            <a:schemeClr val="tx1">
              <a:lumMod val="7000"/>
              <a:lumOff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任意多边形: 形状 34"/>
          <p:cNvSpPr/>
          <p:nvPr>
            <p:custDataLst>
              <p:tags r:id="rId8"/>
            </p:custDataLst>
          </p:nvPr>
        </p:nvSpPr>
        <p:spPr>
          <a:xfrm>
            <a:off x="5376545" y="4605020"/>
            <a:ext cx="1370965" cy="887730"/>
          </a:xfrm>
          <a:custGeom>
            <a:avLst/>
            <a:gdLst>
              <a:gd name="connsiteX0" fmla="*/ 28968 w 1171576"/>
              <a:gd name="connsiteY0" fmla="*/ 0 h 758825"/>
              <a:gd name="connsiteX1" fmla="*/ 1142608 w 1171576"/>
              <a:gd name="connsiteY1" fmla="*/ 0 h 758825"/>
              <a:gd name="connsiteX2" fmla="*/ 1159675 w 1171576"/>
              <a:gd name="connsiteY2" fmla="*/ 54980 h 758825"/>
              <a:gd name="connsiteX3" fmla="*/ 1171576 w 1171576"/>
              <a:gd name="connsiteY3" fmla="*/ 173037 h 758825"/>
              <a:gd name="connsiteX4" fmla="*/ 585788 w 1171576"/>
              <a:gd name="connsiteY4" fmla="*/ 758825 h 758825"/>
              <a:gd name="connsiteX5" fmla="*/ 0 w 1171576"/>
              <a:gd name="connsiteY5" fmla="*/ 173037 h 758825"/>
              <a:gd name="connsiteX6" fmla="*/ 11901 w 1171576"/>
              <a:gd name="connsiteY6" fmla="*/ 54980 h 75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1576" h="758825">
                <a:moveTo>
                  <a:pt x="28968" y="0"/>
                </a:moveTo>
                <a:lnTo>
                  <a:pt x="1142608" y="0"/>
                </a:lnTo>
                <a:lnTo>
                  <a:pt x="1159675" y="54980"/>
                </a:lnTo>
                <a:cubicBezTo>
                  <a:pt x="1167478" y="93114"/>
                  <a:pt x="1171576" y="132597"/>
                  <a:pt x="1171576" y="173037"/>
                </a:cubicBezTo>
                <a:cubicBezTo>
                  <a:pt x="1171576" y="496559"/>
                  <a:pt x="909310" y="758825"/>
                  <a:pt x="585788" y="758825"/>
                </a:cubicBezTo>
                <a:cubicBezTo>
                  <a:pt x="262266" y="758825"/>
                  <a:pt x="0" y="496559"/>
                  <a:pt x="0" y="173037"/>
                </a:cubicBezTo>
                <a:cubicBezTo>
                  <a:pt x="0" y="132597"/>
                  <a:pt x="4098" y="93114"/>
                  <a:pt x="11901" y="5498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t> </a:t>
            </a:r>
            <a:endParaRPr lang="zh-CN" altLang="en-US" dirty="0"/>
          </a:p>
        </p:txBody>
      </p:sp>
      <p:sp>
        <p:nvSpPr>
          <p:cNvPr id="13" name="椭圆 12"/>
          <p:cNvSpPr/>
          <p:nvPr>
            <p:custDataLst>
              <p:tags r:id="rId9"/>
            </p:custDataLst>
          </p:nvPr>
        </p:nvSpPr>
        <p:spPr>
          <a:xfrm>
            <a:off x="5376545" y="4121785"/>
            <a:ext cx="1370965" cy="1370965"/>
          </a:xfrm>
          <a:prstGeom prst="ellipse">
            <a:avLst/>
          </a:prstGeom>
          <a:noFill/>
          <a:ln>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custDataLst>
              <p:tags r:id="rId10"/>
            </p:custDataLst>
          </p:nvPr>
        </p:nvSpPr>
        <p:spPr>
          <a:xfrm>
            <a:off x="5819775" y="3383280"/>
            <a:ext cx="170180" cy="17018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custDataLst>
              <p:tags r:id="rId11"/>
            </p:custDataLst>
          </p:nvPr>
        </p:nvSpPr>
        <p:spPr>
          <a:xfrm>
            <a:off x="6002655" y="3286760"/>
            <a:ext cx="266065" cy="266065"/>
          </a:xfrm>
          <a:prstGeom prst="ellipse">
            <a:avLst/>
          </a:prstGeom>
          <a:noFill/>
          <a:ln>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custDataLst>
              <p:tags r:id="rId12"/>
            </p:custDataLst>
          </p:nvPr>
        </p:nvSpPr>
        <p:spPr>
          <a:xfrm>
            <a:off x="6135370" y="3141345"/>
            <a:ext cx="133350" cy="133350"/>
          </a:xfrm>
          <a:prstGeom prst="ellipse">
            <a:avLst/>
          </a:prstGeom>
          <a:noFill/>
          <a:ln>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custDataLst>
              <p:tags r:id="rId13"/>
            </p:custDataLst>
          </p:nvPr>
        </p:nvSpPr>
        <p:spPr>
          <a:xfrm>
            <a:off x="6069330" y="2935605"/>
            <a:ext cx="133350" cy="133350"/>
          </a:xfrm>
          <a:prstGeom prst="ellipse">
            <a:avLst/>
          </a:prstGeom>
          <a:noFill/>
          <a:ln>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图形 13"/>
          <p:cNvSpPr/>
          <p:nvPr>
            <p:custDataLst>
              <p:tags r:id="rId14"/>
            </p:custDataLst>
          </p:nvPr>
        </p:nvSpPr>
        <p:spPr>
          <a:xfrm>
            <a:off x="5855335" y="2999105"/>
            <a:ext cx="224790" cy="349250"/>
          </a:xfrm>
          <a:custGeom>
            <a:avLst/>
            <a:gdLst>
              <a:gd name="connsiteX0" fmla="*/ 158113 w 215261"/>
              <a:gd name="connsiteY0" fmla="*/ 324803 h 334803"/>
              <a:gd name="connsiteX1" fmla="*/ 107631 w 215261"/>
              <a:gd name="connsiteY1" fmla="*/ 0 h 334803"/>
              <a:gd name="connsiteX2" fmla="*/ 57148 w 215261"/>
              <a:gd name="connsiteY2" fmla="*/ 324803 h 334803"/>
              <a:gd name="connsiteX3" fmla="*/ 158113 w 215261"/>
              <a:gd name="connsiteY3" fmla="*/ 324803 h 334803"/>
            </a:gdLst>
            <a:ahLst/>
            <a:cxnLst>
              <a:cxn ang="0">
                <a:pos x="connsiteX0" y="connsiteY0"/>
              </a:cxn>
              <a:cxn ang="0">
                <a:pos x="connsiteX1" y="connsiteY1"/>
              </a:cxn>
              <a:cxn ang="0">
                <a:pos x="connsiteX2" y="connsiteY2"/>
              </a:cxn>
              <a:cxn ang="0">
                <a:pos x="connsiteX3" y="connsiteY3"/>
              </a:cxn>
            </a:cxnLst>
            <a:rect l="l" t="t" r="r" b="b"/>
            <a:pathLst>
              <a:path w="215261" h="334803">
                <a:moveTo>
                  <a:pt x="158113" y="324803"/>
                </a:moveTo>
                <a:cubicBezTo>
                  <a:pt x="311466" y="260033"/>
                  <a:pt x="107631" y="0"/>
                  <a:pt x="107631" y="0"/>
                </a:cubicBezTo>
                <a:cubicBezTo>
                  <a:pt x="107631" y="0"/>
                  <a:pt x="-96204" y="260033"/>
                  <a:pt x="57148" y="324803"/>
                </a:cubicBezTo>
                <a:cubicBezTo>
                  <a:pt x="89533" y="338138"/>
                  <a:pt x="126681" y="338138"/>
                  <a:pt x="158113" y="324803"/>
                </a:cubicBezTo>
                <a:close/>
              </a:path>
            </a:pathLst>
          </a:custGeom>
          <a:solidFill>
            <a:schemeClr val="accent1"/>
          </a:solidFill>
          <a:ln w="9525" cap="flat">
            <a:noFill/>
            <a:prstDash val="solid"/>
            <a:miter/>
          </a:ln>
        </p:spPr>
        <p:txBody>
          <a:bodyPr rtlCol="0" anchor="ctr"/>
          <a:lstStyle/>
          <a:p>
            <a:endParaRPr lang="zh-CN" altLang="en-US"/>
          </a:p>
        </p:txBody>
      </p:sp>
      <p:sp>
        <p:nvSpPr>
          <p:cNvPr id="20" name="图形 13"/>
          <p:cNvSpPr/>
          <p:nvPr>
            <p:custDataLst>
              <p:tags r:id="rId15"/>
            </p:custDataLst>
          </p:nvPr>
        </p:nvSpPr>
        <p:spPr>
          <a:xfrm>
            <a:off x="6099175" y="2580005"/>
            <a:ext cx="224790" cy="349250"/>
          </a:xfrm>
          <a:custGeom>
            <a:avLst/>
            <a:gdLst>
              <a:gd name="connsiteX0" fmla="*/ 158113 w 215261"/>
              <a:gd name="connsiteY0" fmla="*/ 324803 h 334803"/>
              <a:gd name="connsiteX1" fmla="*/ 107631 w 215261"/>
              <a:gd name="connsiteY1" fmla="*/ 0 h 334803"/>
              <a:gd name="connsiteX2" fmla="*/ 57148 w 215261"/>
              <a:gd name="connsiteY2" fmla="*/ 324803 h 334803"/>
              <a:gd name="connsiteX3" fmla="*/ 158113 w 215261"/>
              <a:gd name="connsiteY3" fmla="*/ 324803 h 334803"/>
            </a:gdLst>
            <a:ahLst/>
            <a:cxnLst>
              <a:cxn ang="0">
                <a:pos x="connsiteX0" y="connsiteY0"/>
              </a:cxn>
              <a:cxn ang="0">
                <a:pos x="connsiteX1" y="connsiteY1"/>
              </a:cxn>
              <a:cxn ang="0">
                <a:pos x="connsiteX2" y="connsiteY2"/>
              </a:cxn>
              <a:cxn ang="0">
                <a:pos x="connsiteX3" y="connsiteY3"/>
              </a:cxn>
            </a:cxnLst>
            <a:rect l="l" t="t" r="r" b="b"/>
            <a:pathLst>
              <a:path w="215261" h="334803">
                <a:moveTo>
                  <a:pt x="158113" y="324803"/>
                </a:moveTo>
                <a:cubicBezTo>
                  <a:pt x="311466" y="260033"/>
                  <a:pt x="107631" y="0"/>
                  <a:pt x="107631" y="0"/>
                </a:cubicBezTo>
                <a:cubicBezTo>
                  <a:pt x="107631" y="0"/>
                  <a:pt x="-96204" y="260033"/>
                  <a:pt x="57148" y="324803"/>
                </a:cubicBezTo>
                <a:cubicBezTo>
                  <a:pt x="89533" y="338138"/>
                  <a:pt x="126681" y="338138"/>
                  <a:pt x="158113" y="324803"/>
                </a:cubicBezTo>
                <a:close/>
              </a:path>
            </a:pathLst>
          </a:custGeom>
          <a:solidFill>
            <a:schemeClr val="tx1">
              <a:lumMod val="20000"/>
              <a:lumOff val="80000"/>
            </a:schemeClr>
          </a:solidFill>
          <a:ln w="9525" cap="flat">
            <a:noFill/>
            <a:prstDash val="solid"/>
            <a:miter/>
          </a:ln>
        </p:spPr>
        <p:txBody>
          <a:bodyPr rtlCol="0" anchor="ctr"/>
          <a:lstStyle/>
          <a:p>
            <a:endParaRPr lang="zh-CN" altLang="en-US"/>
          </a:p>
        </p:txBody>
      </p:sp>
      <p:sp>
        <p:nvSpPr>
          <p:cNvPr id="21" name="任意多边形: 形状 42"/>
          <p:cNvSpPr/>
          <p:nvPr>
            <p:custDataLst>
              <p:tags r:id="rId16"/>
            </p:custDataLst>
          </p:nvPr>
        </p:nvSpPr>
        <p:spPr>
          <a:xfrm>
            <a:off x="5410835" y="3467735"/>
            <a:ext cx="1303020" cy="1136650"/>
          </a:xfrm>
          <a:custGeom>
            <a:avLst/>
            <a:gdLst>
              <a:gd name="connsiteX0" fmla="*/ 369892 w 1113639"/>
              <a:gd name="connsiteY0" fmla="*/ 0 h 971550"/>
              <a:gd name="connsiteX1" fmla="*/ 743747 w 1113639"/>
              <a:gd name="connsiteY1" fmla="*/ 0 h 971550"/>
              <a:gd name="connsiteX2" fmla="*/ 794945 w 1113639"/>
              <a:gd name="connsiteY2" fmla="*/ 43739 h 971550"/>
              <a:gd name="connsiteX3" fmla="*/ 794944 w 1113639"/>
              <a:gd name="connsiteY3" fmla="*/ 43739 h 971550"/>
              <a:gd name="connsiteX4" fmla="*/ 743746 w 1113639"/>
              <a:gd name="connsiteY4" fmla="*/ 87477 h 971550"/>
              <a:gd name="connsiteX5" fmla="*/ 719935 w 1113639"/>
              <a:gd name="connsiteY5" fmla="*/ 87477 h 971550"/>
              <a:gd name="connsiteX6" fmla="*/ 719935 w 1113639"/>
              <a:gd name="connsiteY6" fmla="*/ 582583 h 971550"/>
              <a:gd name="connsiteX7" fmla="*/ 731015 w 1113639"/>
              <a:gd name="connsiteY7" fmla="*/ 585136 h 971550"/>
              <a:gd name="connsiteX8" fmla="*/ 1096573 w 1113639"/>
              <a:gd name="connsiteY8" fmla="*/ 916573 h 971550"/>
              <a:gd name="connsiteX9" fmla="*/ 1113639 w 1113639"/>
              <a:gd name="connsiteY9" fmla="*/ 971550 h 971550"/>
              <a:gd name="connsiteX10" fmla="*/ 0 w 1113639"/>
              <a:gd name="connsiteY10" fmla="*/ 971550 h 971550"/>
              <a:gd name="connsiteX11" fmla="*/ 17065 w 1113639"/>
              <a:gd name="connsiteY11" fmla="*/ 916573 h 971550"/>
              <a:gd name="connsiteX12" fmla="*/ 382624 w 1113639"/>
              <a:gd name="connsiteY12" fmla="*/ 585136 h 971550"/>
              <a:gd name="connsiteX13" fmla="*/ 393703 w 1113639"/>
              <a:gd name="connsiteY13" fmla="*/ 582583 h 971550"/>
              <a:gd name="connsiteX14" fmla="*/ 393703 w 1113639"/>
              <a:gd name="connsiteY14" fmla="*/ 87476 h 971550"/>
              <a:gd name="connsiteX15" fmla="*/ 369892 w 1113639"/>
              <a:gd name="connsiteY15" fmla="*/ 87476 h 971550"/>
              <a:gd name="connsiteX16" fmla="*/ 322718 w 1113639"/>
              <a:gd name="connsiteY16" fmla="*/ 60763 h 971550"/>
              <a:gd name="connsiteX17" fmla="*/ 318694 w 1113639"/>
              <a:gd name="connsiteY17" fmla="*/ 43739 h 971550"/>
              <a:gd name="connsiteX18" fmla="*/ 322718 w 1113639"/>
              <a:gd name="connsiteY18" fmla="*/ 26714 h 971550"/>
              <a:gd name="connsiteX19" fmla="*/ 369892 w 1113639"/>
              <a:gd name="connsiteY19" fmla="*/ 0 h 971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13639" h="971550">
                <a:moveTo>
                  <a:pt x="369892" y="0"/>
                </a:moveTo>
                <a:lnTo>
                  <a:pt x="743747" y="0"/>
                </a:lnTo>
                <a:cubicBezTo>
                  <a:pt x="772023" y="0"/>
                  <a:pt x="794945" y="19582"/>
                  <a:pt x="794945" y="43739"/>
                </a:cubicBezTo>
                <a:lnTo>
                  <a:pt x="794944" y="43739"/>
                </a:lnTo>
                <a:cubicBezTo>
                  <a:pt x="794944" y="67895"/>
                  <a:pt x="772022" y="87477"/>
                  <a:pt x="743746" y="87477"/>
                </a:cubicBezTo>
                <a:lnTo>
                  <a:pt x="719935" y="87477"/>
                </a:lnTo>
                <a:lnTo>
                  <a:pt x="719935" y="582583"/>
                </a:lnTo>
                <a:lnTo>
                  <a:pt x="731015" y="585136"/>
                </a:lnTo>
                <a:cubicBezTo>
                  <a:pt x="896100" y="636483"/>
                  <a:pt x="1029878" y="758887"/>
                  <a:pt x="1096573" y="916573"/>
                </a:cubicBezTo>
                <a:lnTo>
                  <a:pt x="1113639" y="971550"/>
                </a:lnTo>
                <a:lnTo>
                  <a:pt x="0" y="971550"/>
                </a:lnTo>
                <a:lnTo>
                  <a:pt x="17065" y="916573"/>
                </a:lnTo>
                <a:cubicBezTo>
                  <a:pt x="83761" y="758887"/>
                  <a:pt x="217539" y="636483"/>
                  <a:pt x="382624" y="585136"/>
                </a:cubicBezTo>
                <a:lnTo>
                  <a:pt x="393703" y="582583"/>
                </a:lnTo>
                <a:lnTo>
                  <a:pt x="393703" y="87476"/>
                </a:lnTo>
                <a:lnTo>
                  <a:pt x="369892" y="87476"/>
                </a:lnTo>
                <a:cubicBezTo>
                  <a:pt x="348685" y="87476"/>
                  <a:pt x="330490" y="76462"/>
                  <a:pt x="322718" y="60763"/>
                </a:cubicBezTo>
                <a:lnTo>
                  <a:pt x="318694" y="43739"/>
                </a:lnTo>
                <a:lnTo>
                  <a:pt x="322718" y="26714"/>
                </a:lnTo>
                <a:cubicBezTo>
                  <a:pt x="330490" y="11015"/>
                  <a:pt x="348685" y="0"/>
                  <a:pt x="369892" y="0"/>
                </a:cubicBezTo>
                <a:close/>
              </a:path>
            </a:pathLst>
          </a:custGeom>
          <a:solidFill>
            <a:schemeClr val="tx1">
              <a:lumMod val="20000"/>
              <a:lumOff val="80000"/>
            </a:schemeClr>
          </a:solidFill>
          <a:ln>
            <a:solidFill>
              <a:schemeClr val="tx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75"/>
          <p:cNvSpPr/>
          <p:nvPr>
            <p:custDataLst>
              <p:tags r:id="rId17"/>
            </p:custDataLst>
          </p:nvPr>
        </p:nvSpPr>
        <p:spPr>
          <a:xfrm rot="21180000">
            <a:off x="4650740" y="2854960"/>
            <a:ext cx="1306195" cy="226695"/>
          </a:xfrm>
          <a:custGeom>
            <a:avLst/>
            <a:gdLst>
              <a:gd name="connsiteX0" fmla="*/ 25279 w 1116211"/>
              <a:gd name="connsiteY0" fmla="*/ 0 h 193913"/>
              <a:gd name="connsiteX1" fmla="*/ 1116211 w 1116211"/>
              <a:gd name="connsiteY1" fmla="*/ 133949 h 193913"/>
              <a:gd name="connsiteX2" fmla="*/ 1116211 w 1116211"/>
              <a:gd name="connsiteY2" fmla="*/ 181225 h 193913"/>
              <a:gd name="connsiteX3" fmla="*/ 1103523 w 1116211"/>
              <a:gd name="connsiteY3" fmla="*/ 193913 h 193913"/>
              <a:gd name="connsiteX4" fmla="*/ 1052773 w 1116211"/>
              <a:gd name="connsiteY4" fmla="*/ 193913 h 193913"/>
              <a:gd name="connsiteX5" fmla="*/ 1040085 w 1116211"/>
              <a:gd name="connsiteY5" fmla="*/ 181225 h 193913"/>
              <a:gd name="connsiteX6" fmla="*/ 1040085 w 1116211"/>
              <a:gd name="connsiteY6" fmla="*/ 160351 h 193913"/>
              <a:gd name="connsiteX7" fmla="*/ 416447 w 1116211"/>
              <a:gd name="connsiteY7" fmla="*/ 160351 h 193913"/>
              <a:gd name="connsiteX8" fmla="*/ 416447 w 1116211"/>
              <a:gd name="connsiteY8" fmla="*/ 158746 h 193913"/>
              <a:gd name="connsiteX9" fmla="*/ 100170 w 1116211"/>
              <a:gd name="connsiteY9" fmla="*/ 159846 h 193913"/>
              <a:gd name="connsiteX10" fmla="*/ 7980 w 1116211"/>
              <a:gd name="connsiteY10" fmla="*/ 99198 h 193913"/>
              <a:gd name="connsiteX11" fmla="*/ 0 w 1116211"/>
              <a:gd name="connsiteY11" fmla="*/ 60370 h 193913"/>
              <a:gd name="connsiteX12" fmla="*/ 7709 w 1116211"/>
              <a:gd name="connsiteY12" fmla="*/ 21488 h 193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6211" h="193913">
                <a:moveTo>
                  <a:pt x="25279" y="0"/>
                </a:moveTo>
                <a:lnTo>
                  <a:pt x="1116211" y="133949"/>
                </a:lnTo>
                <a:lnTo>
                  <a:pt x="1116211" y="181225"/>
                </a:lnTo>
                <a:cubicBezTo>
                  <a:pt x="1116211" y="188232"/>
                  <a:pt x="1110530" y="193913"/>
                  <a:pt x="1103523" y="193913"/>
                </a:cubicBezTo>
                <a:lnTo>
                  <a:pt x="1052773" y="193913"/>
                </a:lnTo>
                <a:cubicBezTo>
                  <a:pt x="1045766" y="193913"/>
                  <a:pt x="1040085" y="188232"/>
                  <a:pt x="1040085" y="181225"/>
                </a:cubicBezTo>
                <a:lnTo>
                  <a:pt x="1040085" y="160351"/>
                </a:lnTo>
                <a:lnTo>
                  <a:pt x="416447" y="160351"/>
                </a:lnTo>
                <a:lnTo>
                  <a:pt x="416447" y="158746"/>
                </a:lnTo>
                <a:lnTo>
                  <a:pt x="100170" y="159846"/>
                </a:lnTo>
                <a:cubicBezTo>
                  <a:pt x="58822" y="159990"/>
                  <a:pt x="23258" y="134974"/>
                  <a:pt x="7980" y="99198"/>
                </a:cubicBezTo>
                <a:lnTo>
                  <a:pt x="0" y="60370"/>
                </a:lnTo>
                <a:lnTo>
                  <a:pt x="7709" y="2148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3" name="任意多边形: 形状 76"/>
          <p:cNvSpPr/>
          <p:nvPr>
            <p:custDataLst>
              <p:tags r:id="rId18"/>
            </p:custDataLst>
          </p:nvPr>
        </p:nvSpPr>
        <p:spPr>
          <a:xfrm rot="420000" flipH="1">
            <a:off x="6170295" y="2339975"/>
            <a:ext cx="1306195" cy="316230"/>
          </a:xfrm>
          <a:custGeom>
            <a:avLst/>
            <a:gdLst>
              <a:gd name="connsiteX0" fmla="*/ 1103523 w 1116211"/>
              <a:gd name="connsiteY0" fmla="*/ 0 h 270287"/>
              <a:gd name="connsiteX1" fmla="*/ 1116211 w 1116211"/>
              <a:gd name="connsiteY1" fmla="*/ 12688 h 270287"/>
              <a:gd name="connsiteX2" fmla="*/ 1116211 w 1116211"/>
              <a:gd name="connsiteY2" fmla="*/ 257599 h 270287"/>
              <a:gd name="connsiteX3" fmla="*/ 1103523 w 1116211"/>
              <a:gd name="connsiteY3" fmla="*/ 270287 h 270287"/>
              <a:gd name="connsiteX4" fmla="*/ 1052773 w 1116211"/>
              <a:gd name="connsiteY4" fmla="*/ 270287 h 270287"/>
              <a:gd name="connsiteX5" fmla="*/ 1040085 w 1116211"/>
              <a:gd name="connsiteY5" fmla="*/ 257599 h 270287"/>
              <a:gd name="connsiteX6" fmla="*/ 1040085 w 1116211"/>
              <a:gd name="connsiteY6" fmla="*/ 236725 h 270287"/>
              <a:gd name="connsiteX7" fmla="*/ 416447 w 1116211"/>
              <a:gd name="connsiteY7" fmla="*/ 236725 h 270287"/>
              <a:gd name="connsiteX8" fmla="*/ 416447 w 1116211"/>
              <a:gd name="connsiteY8" fmla="*/ 235120 h 270287"/>
              <a:gd name="connsiteX9" fmla="*/ 100170 w 1116211"/>
              <a:gd name="connsiteY9" fmla="*/ 236220 h 270287"/>
              <a:gd name="connsiteX10" fmla="*/ 7980 w 1116211"/>
              <a:gd name="connsiteY10" fmla="*/ 175572 h 270287"/>
              <a:gd name="connsiteX11" fmla="*/ 0 w 1116211"/>
              <a:gd name="connsiteY11" fmla="*/ 136744 h 270287"/>
              <a:gd name="connsiteX12" fmla="*/ 7709 w 1116211"/>
              <a:gd name="connsiteY12" fmla="*/ 97862 h 270287"/>
              <a:gd name="connsiteX13" fmla="*/ 99475 w 1116211"/>
              <a:gd name="connsiteY13" fmla="*/ 36574 h 270287"/>
              <a:gd name="connsiteX14" fmla="*/ 416447 w 1116211"/>
              <a:gd name="connsiteY14" fmla="*/ 35471 h 270287"/>
              <a:gd name="connsiteX15" fmla="*/ 416449 w 1116211"/>
              <a:gd name="connsiteY15" fmla="*/ 35125 h 270287"/>
              <a:gd name="connsiteX16" fmla="*/ 515761 w 1116211"/>
              <a:gd name="connsiteY16" fmla="*/ 35125 h 270287"/>
              <a:gd name="connsiteX17" fmla="*/ 781997 w 1116211"/>
              <a:gd name="connsiteY17" fmla="*/ 34199 h 270287"/>
              <a:gd name="connsiteX18" fmla="*/ 786671 w 1116211"/>
              <a:gd name="connsiteY18" fmla="*/ 35125 h 270287"/>
              <a:gd name="connsiteX19" fmla="*/ 1040085 w 1116211"/>
              <a:gd name="connsiteY19" fmla="*/ 35125 h 270287"/>
              <a:gd name="connsiteX20" fmla="*/ 1040085 w 1116211"/>
              <a:gd name="connsiteY20" fmla="*/ 12688 h 270287"/>
              <a:gd name="connsiteX21" fmla="*/ 1052773 w 1116211"/>
              <a:gd name="connsiteY21" fmla="*/ 0 h 270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16211" h="270287">
                <a:moveTo>
                  <a:pt x="1103523" y="0"/>
                </a:moveTo>
                <a:cubicBezTo>
                  <a:pt x="1110530" y="0"/>
                  <a:pt x="1116211" y="5681"/>
                  <a:pt x="1116211" y="12688"/>
                </a:cubicBezTo>
                <a:lnTo>
                  <a:pt x="1116211" y="257599"/>
                </a:lnTo>
                <a:cubicBezTo>
                  <a:pt x="1116211" y="264606"/>
                  <a:pt x="1110530" y="270287"/>
                  <a:pt x="1103523" y="270287"/>
                </a:cubicBezTo>
                <a:lnTo>
                  <a:pt x="1052773" y="270287"/>
                </a:lnTo>
                <a:cubicBezTo>
                  <a:pt x="1045766" y="270287"/>
                  <a:pt x="1040085" y="264606"/>
                  <a:pt x="1040085" y="257599"/>
                </a:cubicBezTo>
                <a:lnTo>
                  <a:pt x="1040085" y="236725"/>
                </a:lnTo>
                <a:lnTo>
                  <a:pt x="416447" y="236725"/>
                </a:lnTo>
                <a:lnTo>
                  <a:pt x="416447" y="235120"/>
                </a:lnTo>
                <a:lnTo>
                  <a:pt x="100170" y="236220"/>
                </a:lnTo>
                <a:cubicBezTo>
                  <a:pt x="58822" y="236364"/>
                  <a:pt x="23258" y="211348"/>
                  <a:pt x="7980" y="175572"/>
                </a:cubicBezTo>
                <a:lnTo>
                  <a:pt x="0" y="136744"/>
                </a:lnTo>
                <a:lnTo>
                  <a:pt x="7709" y="97862"/>
                </a:lnTo>
                <a:cubicBezTo>
                  <a:pt x="22738" y="61981"/>
                  <a:pt x="58127" y="36718"/>
                  <a:pt x="99475" y="36574"/>
                </a:cubicBezTo>
                <a:lnTo>
                  <a:pt x="416447" y="35471"/>
                </a:lnTo>
                <a:lnTo>
                  <a:pt x="416449" y="35125"/>
                </a:lnTo>
                <a:lnTo>
                  <a:pt x="515761" y="35125"/>
                </a:lnTo>
                <a:lnTo>
                  <a:pt x="781997" y="34199"/>
                </a:lnTo>
                <a:lnTo>
                  <a:pt x="786671" y="35125"/>
                </a:lnTo>
                <a:lnTo>
                  <a:pt x="1040085" y="35125"/>
                </a:lnTo>
                <a:lnTo>
                  <a:pt x="1040085" y="12688"/>
                </a:lnTo>
                <a:cubicBezTo>
                  <a:pt x="1040085" y="5681"/>
                  <a:pt x="1045766" y="0"/>
                  <a:pt x="1052773" y="0"/>
                </a:cubicBezTo>
                <a:close/>
              </a:path>
            </a:pathLst>
          </a:custGeom>
          <a:solidFill>
            <a:schemeClr val="tx1">
              <a:lumMod val="7000"/>
              <a:lumOff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任意多边形: 形状 77"/>
          <p:cNvSpPr/>
          <p:nvPr>
            <p:custDataLst>
              <p:tags r:id="rId19"/>
            </p:custDataLst>
          </p:nvPr>
        </p:nvSpPr>
        <p:spPr>
          <a:xfrm rot="420000" flipH="1">
            <a:off x="6223635" y="2429510"/>
            <a:ext cx="1306195" cy="226695"/>
          </a:xfrm>
          <a:custGeom>
            <a:avLst/>
            <a:gdLst>
              <a:gd name="connsiteX0" fmla="*/ 25279 w 1116211"/>
              <a:gd name="connsiteY0" fmla="*/ 0 h 193913"/>
              <a:gd name="connsiteX1" fmla="*/ 1116211 w 1116211"/>
              <a:gd name="connsiteY1" fmla="*/ 133949 h 193913"/>
              <a:gd name="connsiteX2" fmla="*/ 1116211 w 1116211"/>
              <a:gd name="connsiteY2" fmla="*/ 181225 h 193913"/>
              <a:gd name="connsiteX3" fmla="*/ 1103523 w 1116211"/>
              <a:gd name="connsiteY3" fmla="*/ 193913 h 193913"/>
              <a:gd name="connsiteX4" fmla="*/ 1052773 w 1116211"/>
              <a:gd name="connsiteY4" fmla="*/ 193913 h 193913"/>
              <a:gd name="connsiteX5" fmla="*/ 1040085 w 1116211"/>
              <a:gd name="connsiteY5" fmla="*/ 181225 h 193913"/>
              <a:gd name="connsiteX6" fmla="*/ 1040085 w 1116211"/>
              <a:gd name="connsiteY6" fmla="*/ 160351 h 193913"/>
              <a:gd name="connsiteX7" fmla="*/ 416447 w 1116211"/>
              <a:gd name="connsiteY7" fmla="*/ 160351 h 193913"/>
              <a:gd name="connsiteX8" fmla="*/ 416447 w 1116211"/>
              <a:gd name="connsiteY8" fmla="*/ 158746 h 193913"/>
              <a:gd name="connsiteX9" fmla="*/ 100170 w 1116211"/>
              <a:gd name="connsiteY9" fmla="*/ 159846 h 193913"/>
              <a:gd name="connsiteX10" fmla="*/ 7980 w 1116211"/>
              <a:gd name="connsiteY10" fmla="*/ 99198 h 193913"/>
              <a:gd name="connsiteX11" fmla="*/ 0 w 1116211"/>
              <a:gd name="connsiteY11" fmla="*/ 60370 h 193913"/>
              <a:gd name="connsiteX12" fmla="*/ 7709 w 1116211"/>
              <a:gd name="connsiteY12" fmla="*/ 21488 h 193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6211" h="193913">
                <a:moveTo>
                  <a:pt x="25279" y="0"/>
                </a:moveTo>
                <a:lnTo>
                  <a:pt x="1116211" y="133949"/>
                </a:lnTo>
                <a:lnTo>
                  <a:pt x="1116211" y="181225"/>
                </a:lnTo>
                <a:cubicBezTo>
                  <a:pt x="1116211" y="188232"/>
                  <a:pt x="1110530" y="193913"/>
                  <a:pt x="1103523" y="193913"/>
                </a:cubicBezTo>
                <a:lnTo>
                  <a:pt x="1052773" y="193913"/>
                </a:lnTo>
                <a:cubicBezTo>
                  <a:pt x="1045766" y="193913"/>
                  <a:pt x="1040085" y="188232"/>
                  <a:pt x="1040085" y="181225"/>
                </a:cubicBezTo>
                <a:lnTo>
                  <a:pt x="1040085" y="160351"/>
                </a:lnTo>
                <a:lnTo>
                  <a:pt x="416447" y="160351"/>
                </a:lnTo>
                <a:lnTo>
                  <a:pt x="416447" y="158746"/>
                </a:lnTo>
                <a:lnTo>
                  <a:pt x="100170" y="159846"/>
                </a:lnTo>
                <a:cubicBezTo>
                  <a:pt x="58822" y="159990"/>
                  <a:pt x="23258" y="134974"/>
                  <a:pt x="7980" y="99198"/>
                </a:cubicBezTo>
                <a:lnTo>
                  <a:pt x="0" y="60370"/>
                </a:lnTo>
                <a:lnTo>
                  <a:pt x="7709" y="2148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矩形 26"/>
          <p:cNvSpPr/>
          <p:nvPr>
            <p:custDataLst>
              <p:tags r:id="rId20"/>
            </p:custDataLst>
          </p:nvPr>
        </p:nvSpPr>
        <p:spPr>
          <a:xfrm>
            <a:off x="8235315" y="1780540"/>
            <a:ext cx="3554095" cy="12706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t"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r">
              <a:lnSpc>
                <a:spcPct val="150000"/>
              </a:lnSpc>
              <a:buClrTx/>
              <a:buSzTx/>
              <a:buFontTx/>
            </a:pPr>
            <a:r>
              <a:rPr lang="en-US" altLang="zh-CN" sz="1600" kern="0" dirty="0">
                <a:solidFill>
                  <a:schemeClr val="tx1">
                    <a:lumMod val="85000"/>
                    <a:lumOff val="15000"/>
                  </a:schemeClr>
                </a:solidFill>
                <a:uFillTx/>
                <a:latin typeface="Times New Roman" panose="02020603050405020304" charset="0"/>
                <a:sym typeface="+mn-ea"/>
              </a:rPr>
              <a:t>基于MSPA核心斑块面积与连通性筛选生态源地。</a:t>
            </a:r>
            <a:endParaRPr lang="en-US" altLang="zh-CN" sz="1600" kern="0" dirty="0">
              <a:solidFill>
                <a:schemeClr val="tx1">
                  <a:lumMod val="85000"/>
                  <a:lumOff val="15000"/>
                </a:schemeClr>
              </a:solidFill>
              <a:uFillTx/>
              <a:latin typeface="Times New Roman" panose="02020603050405020304" charset="0"/>
              <a:sym typeface="+mn-ea"/>
            </a:endParaRPr>
          </a:p>
        </p:txBody>
      </p:sp>
      <p:sp>
        <p:nvSpPr>
          <p:cNvPr id="28" name="矩形 27"/>
          <p:cNvSpPr/>
          <p:nvPr>
            <p:custDataLst>
              <p:tags r:id="rId21"/>
            </p:custDataLst>
          </p:nvPr>
        </p:nvSpPr>
        <p:spPr>
          <a:xfrm>
            <a:off x="7963535" y="1356995"/>
            <a:ext cx="2844800" cy="3905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l">
              <a:buClrTx/>
              <a:buSzTx/>
              <a:buFontTx/>
            </a:pPr>
            <a:r>
              <a:rPr lang="en-US" altLang="zh-CN" sz="2400" b="1" kern="0" dirty="0">
                <a:solidFill>
                  <a:srgbClr val="037ADC"/>
                </a:solidFill>
                <a:cs typeface="+mn-lt"/>
                <a:sym typeface="+mn-ea"/>
              </a:rPr>
              <a:t>Step 02：生态源地识别</a:t>
            </a:r>
            <a:endParaRPr lang="zh-CN" altLang="en-US" sz="2400" b="1" kern="0" dirty="0">
              <a:solidFill>
                <a:srgbClr val="037ADC"/>
              </a:solidFill>
              <a:cs typeface="+mn-lt"/>
              <a:sym typeface="+mn-ea"/>
            </a:endParaRPr>
          </a:p>
        </p:txBody>
      </p:sp>
      <p:sp>
        <p:nvSpPr>
          <p:cNvPr id="29" name="矩形 28"/>
          <p:cNvSpPr/>
          <p:nvPr>
            <p:custDataLst>
              <p:tags r:id="rId22"/>
            </p:custDataLst>
          </p:nvPr>
        </p:nvSpPr>
        <p:spPr>
          <a:xfrm>
            <a:off x="8305165" y="3487420"/>
            <a:ext cx="3193415" cy="12706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t"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r">
              <a:lnSpc>
                <a:spcPct val="150000"/>
              </a:lnSpc>
              <a:buClrTx/>
              <a:buSzTx/>
              <a:buFontTx/>
            </a:pPr>
            <a:r>
              <a:rPr lang="zh-CN" altLang="en-US" sz="1600" kern="0" dirty="0">
                <a:solidFill>
                  <a:schemeClr val="tx1">
                    <a:lumMod val="85000"/>
                    <a:lumOff val="15000"/>
                  </a:schemeClr>
                </a:solidFill>
                <a:uFillTx/>
                <a:latin typeface="Times New Roman" panose="02020603050405020304" charset="0"/>
                <a:sym typeface="+mn-ea"/>
              </a:rPr>
              <a:t>利用MCR和电路理论识别廊道、夹点与障碍区。</a:t>
            </a:r>
            <a:endParaRPr lang="zh-CN" altLang="en-US" sz="1600" kern="0" dirty="0">
              <a:solidFill>
                <a:schemeClr val="tx1">
                  <a:lumMod val="85000"/>
                  <a:lumOff val="15000"/>
                </a:schemeClr>
              </a:solidFill>
              <a:uFillTx/>
              <a:latin typeface="Times New Roman" panose="02020603050405020304" charset="0"/>
              <a:sym typeface="+mn-ea"/>
            </a:endParaRPr>
          </a:p>
        </p:txBody>
      </p:sp>
      <p:sp>
        <p:nvSpPr>
          <p:cNvPr id="37" name="矩形 36"/>
          <p:cNvSpPr/>
          <p:nvPr>
            <p:custDataLst>
              <p:tags r:id="rId23"/>
            </p:custDataLst>
          </p:nvPr>
        </p:nvSpPr>
        <p:spPr>
          <a:xfrm>
            <a:off x="7553325" y="3046730"/>
            <a:ext cx="1729740" cy="3905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l">
              <a:buClrTx/>
              <a:buSzTx/>
              <a:buFontTx/>
            </a:pPr>
            <a:r>
              <a:rPr lang="en-US" altLang="zh-CN" sz="2400" b="1" kern="0" dirty="0">
                <a:solidFill>
                  <a:srgbClr val="037ADC"/>
                </a:solidFill>
                <a:cs typeface="+mn-lt"/>
                <a:sym typeface="+mn-ea"/>
              </a:rPr>
              <a:t>Step 04：廊道与节点</a:t>
            </a:r>
            <a:endParaRPr lang="zh-CN" altLang="en-US" sz="2400" b="1" kern="0" dirty="0">
              <a:solidFill>
                <a:srgbClr val="037ADC"/>
              </a:solidFill>
              <a:cs typeface="+mn-lt"/>
              <a:sym typeface="+mn-ea"/>
            </a:endParaRPr>
          </a:p>
        </p:txBody>
      </p:sp>
      <p:sp>
        <p:nvSpPr>
          <p:cNvPr id="38" name="矩形 37"/>
          <p:cNvSpPr/>
          <p:nvPr>
            <p:custDataLst>
              <p:tags r:id="rId24"/>
            </p:custDataLst>
          </p:nvPr>
        </p:nvSpPr>
        <p:spPr>
          <a:xfrm>
            <a:off x="8651240" y="5194935"/>
            <a:ext cx="3042285" cy="12706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t"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r">
              <a:lnSpc>
                <a:spcPct val="150000"/>
              </a:lnSpc>
              <a:buClrTx/>
              <a:buSzTx/>
              <a:buFontTx/>
            </a:pPr>
            <a:r>
              <a:rPr lang="zh-CN" altLang="en-US" sz="1600" kern="0" dirty="0">
                <a:solidFill>
                  <a:schemeClr val="tx1">
                    <a:lumMod val="85000"/>
                    <a:lumOff val="15000"/>
                  </a:schemeClr>
                </a:solidFill>
                <a:latin typeface="+中文正文" charset="0"/>
                <a:sym typeface="+mn-ea"/>
              </a:rPr>
              <a:t>按0—0.5、0.5—1、1—2和&gt;2 km统计邻近压力。</a:t>
            </a:r>
            <a:endParaRPr lang="zh-CN" altLang="en-US" sz="1600" kern="0" dirty="0">
              <a:solidFill>
                <a:schemeClr val="tx1">
                  <a:lumMod val="85000"/>
                  <a:lumOff val="15000"/>
                </a:schemeClr>
              </a:solidFill>
              <a:latin typeface="+中文正文" charset="0"/>
              <a:sym typeface="+mn-ea"/>
            </a:endParaRPr>
          </a:p>
        </p:txBody>
      </p:sp>
      <p:sp>
        <p:nvSpPr>
          <p:cNvPr id="40" name="矩形 39"/>
          <p:cNvSpPr/>
          <p:nvPr>
            <p:custDataLst>
              <p:tags r:id="rId25"/>
            </p:custDataLst>
          </p:nvPr>
        </p:nvSpPr>
        <p:spPr>
          <a:xfrm>
            <a:off x="8420735" y="4757420"/>
            <a:ext cx="2844800" cy="3886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l">
              <a:buClrTx/>
              <a:buSzTx/>
              <a:buFontTx/>
            </a:pPr>
            <a:r>
              <a:rPr lang="en-US" altLang="zh-CN" sz="2400" b="1" kern="0" dirty="0">
                <a:solidFill>
                  <a:srgbClr val="037ADC"/>
                </a:solidFill>
                <a:cs typeface="+mn-lt"/>
                <a:sym typeface="+mn-ea"/>
              </a:rPr>
              <a:t>Step 06：空间耦合</a:t>
            </a:r>
            <a:endParaRPr lang="zh-CN" altLang="en-US" sz="2400" b="1" kern="0" dirty="0">
              <a:solidFill>
                <a:srgbClr val="037ADC"/>
              </a:solidFill>
              <a:cs typeface="+mn-lt"/>
              <a:sym typeface="+mn-ea"/>
            </a:endParaRPr>
          </a:p>
        </p:txBody>
      </p:sp>
      <p:sp>
        <p:nvSpPr>
          <p:cNvPr id="25" name="淘宝-想搞设计PPT(倒卖必究)-25"/>
          <p:cNvSpPr txBox="1"/>
          <p:nvPr/>
        </p:nvSpPr>
        <p:spPr>
          <a:xfrm>
            <a:off x="3240088" y="171450"/>
            <a:ext cx="4723130" cy="1014730"/>
          </a:xfrm>
          <a:prstGeom prst="rect">
            <a:avLst/>
          </a:prstGeom>
          <a:noFill/>
        </p:spPr>
        <p:txBody>
          <a:bodyPr wrap="square" rtlCol="0">
            <a:spAutoFit/>
            <a:scene3d>
              <a:camera prst="orthographicFront"/>
              <a:lightRig rig="threePt" dir="t"/>
            </a:scene3d>
            <a:sp3d contourW="12700"/>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如何进行研究？
——核心方法体系</a:t>
            </a:r>
            <a:endPar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endParaRPr>
          </a:p>
        </p:txBody>
      </p:sp>
    </p:spTree>
    <p:custDataLst>
      <p:tags r:id="rId26"/>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666f508b3200642429ab1642.jpg"/>
          <p:cNvPicPr>
            <a:picLocks noChangeAspect="1"/>
          </p:cNvPicPr>
          <p:nvPr/>
        </p:nvPicPr>
        <p:blipFill>
          <a:blip r:embed="rId1"/>
          <a:stretch>
            <a:fillRect/>
          </a:stretch>
        </p:blipFill>
        <p:spPr>
          <a:xfrm>
            <a:off x="-2999845" y="-12877"/>
            <a:ext cx="10993403" cy="6870876"/>
          </a:xfrm>
          <a:prstGeom prst="rect">
            <a:avLst/>
          </a:prstGeom>
        </p:spPr>
      </p:pic>
      <p:grpSp>
        <p:nvGrpSpPr>
          <p:cNvPr id="2" name="组合 1"/>
          <p:cNvGrpSpPr/>
          <p:nvPr/>
        </p:nvGrpSpPr>
        <p:grpSpPr>
          <a:xfrm flipH="1">
            <a:off x="0" y="-46890"/>
            <a:ext cx="12074400" cy="7221414"/>
            <a:chOff x="0" y="-46890"/>
            <a:chExt cx="12074767" cy="7221414"/>
          </a:xfrm>
        </p:grpSpPr>
        <p:sp>
          <p:nvSpPr>
            <p:cNvPr id="11" name="淘宝-想搞设计PPT(倒卖必究)-11"/>
            <p:cNvSpPr/>
            <p:nvPr/>
          </p:nvSpPr>
          <p:spPr>
            <a:xfrm>
              <a:off x="0" y="0"/>
              <a:ext cx="8186080" cy="6858000"/>
            </a:xfrm>
            <a:custGeom>
              <a:avLst/>
              <a:gdLst>
                <a:gd name="connsiteX0" fmla="*/ 0 w 8186080"/>
                <a:gd name="connsiteY0" fmla="*/ 0 h 6858000"/>
                <a:gd name="connsiteX1" fmla="*/ 8186080 w 8186080"/>
                <a:gd name="connsiteY1" fmla="*/ 0 h 6858000"/>
                <a:gd name="connsiteX2" fmla="*/ 8167328 w 8186080"/>
                <a:gd name="connsiteY2" fmla="*/ 130526 h 6858000"/>
                <a:gd name="connsiteX3" fmla="*/ 6267937 w 8186080"/>
                <a:gd name="connsiteY3" fmla="*/ 1926156 h 6858000"/>
                <a:gd name="connsiteX4" fmla="*/ 6791566 w 8186080"/>
                <a:gd name="connsiteY4" fmla="*/ 4322570 h 6858000"/>
                <a:gd name="connsiteX5" fmla="*/ 4768410 w 8186080"/>
                <a:gd name="connsiteY5" fmla="*/ 6848508 h 6858000"/>
                <a:gd name="connsiteX6" fmla="*/ 4772321 w 8186080"/>
                <a:gd name="connsiteY6" fmla="*/ 6858000 h 6858000"/>
                <a:gd name="connsiteX7" fmla="*/ 0 w 818608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86080" h="6858000">
                  <a:moveTo>
                    <a:pt x="0" y="0"/>
                  </a:moveTo>
                  <a:lnTo>
                    <a:pt x="8186080" y="0"/>
                  </a:lnTo>
                  <a:lnTo>
                    <a:pt x="8167328" y="130526"/>
                  </a:lnTo>
                  <a:cubicBezTo>
                    <a:pt x="7899244" y="1733300"/>
                    <a:pt x="6766372" y="1339326"/>
                    <a:pt x="6267937" y="1926156"/>
                  </a:cubicBezTo>
                  <a:cubicBezTo>
                    <a:pt x="5753424" y="2531916"/>
                    <a:pt x="5753423" y="2928656"/>
                    <a:pt x="6791566" y="4322570"/>
                  </a:cubicBezTo>
                  <a:cubicBezTo>
                    <a:pt x="7732383" y="5585805"/>
                    <a:pt x="4691474" y="6382698"/>
                    <a:pt x="4768410" y="6848508"/>
                  </a:cubicBezTo>
                  <a:lnTo>
                    <a:pt x="4772321" y="6858000"/>
                  </a:lnTo>
                  <a:lnTo>
                    <a:pt x="0" y="6858000"/>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淘宝-想搞设计PPT(倒卖必究)-14"/>
            <p:cNvSpPr/>
            <p:nvPr/>
          </p:nvSpPr>
          <p:spPr>
            <a:xfrm>
              <a:off x="4766972" y="-46890"/>
              <a:ext cx="7307795" cy="7221414"/>
            </a:xfrm>
            <a:custGeom>
              <a:avLst/>
              <a:gdLst>
                <a:gd name="connsiteX0" fmla="*/ 7307795 w 7307795"/>
                <a:gd name="connsiteY0" fmla="*/ 0 h 7221414"/>
                <a:gd name="connsiteX1" fmla="*/ 7307795 w 7307795"/>
                <a:gd name="connsiteY1" fmla="*/ 1543 h 7221414"/>
                <a:gd name="connsiteX2" fmla="*/ 3798687 w 7307795"/>
                <a:gd name="connsiteY2" fmla="*/ 15975 h 7221414"/>
                <a:gd name="connsiteX3" fmla="*/ 1876103 w 7307795"/>
                <a:gd name="connsiteY3" fmla="*/ 1973046 h 7221414"/>
                <a:gd name="connsiteX4" fmla="*/ 2399732 w 7307795"/>
                <a:gd name="connsiteY4" fmla="*/ 4369460 h 7221414"/>
                <a:gd name="connsiteX5" fmla="*/ 508409 w 7307795"/>
                <a:gd name="connsiteY5" fmla="*/ 7029480 h 7221414"/>
                <a:gd name="connsiteX6" fmla="*/ 1867637 w 7307795"/>
                <a:gd name="connsiteY6" fmla="*/ 7218557 h 7221414"/>
                <a:gd name="connsiteX7" fmla="*/ 1999012 w 7307795"/>
                <a:gd name="connsiteY7" fmla="*/ 7220162 h 7221414"/>
                <a:gd name="connsiteX8" fmla="*/ 1928457 w 7307795"/>
                <a:gd name="connsiteY8" fmla="*/ 7220989 h 7221414"/>
                <a:gd name="connsiteX9" fmla="*/ 133271 w 7307795"/>
                <a:gd name="connsiteY9" fmla="*/ 7029480 h 7221414"/>
                <a:gd name="connsiteX10" fmla="*/ 2024594 w 7307795"/>
                <a:gd name="connsiteY10" fmla="*/ 4369460 h 7221414"/>
                <a:gd name="connsiteX11" fmla="*/ 1500965 w 7307795"/>
                <a:gd name="connsiteY11" fmla="*/ 1973046 h 7221414"/>
                <a:gd name="connsiteX12" fmla="*/ 3423549 w 7307795"/>
                <a:gd name="connsiteY12" fmla="*/ 15975 h 7221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07795" h="7221414">
                  <a:moveTo>
                    <a:pt x="7307795" y="0"/>
                  </a:moveTo>
                  <a:lnTo>
                    <a:pt x="7307795" y="1543"/>
                  </a:lnTo>
                  <a:lnTo>
                    <a:pt x="3798687" y="15975"/>
                  </a:lnTo>
                  <a:cubicBezTo>
                    <a:pt x="3581158" y="1806628"/>
                    <a:pt x="2390616" y="1367286"/>
                    <a:pt x="1876103" y="1973046"/>
                  </a:cubicBezTo>
                  <a:cubicBezTo>
                    <a:pt x="1361590" y="2578806"/>
                    <a:pt x="1361589" y="2975546"/>
                    <a:pt x="2399732" y="4369460"/>
                  </a:cubicBezTo>
                  <a:cubicBezTo>
                    <a:pt x="3437875" y="5763374"/>
                    <a:pt x="-372125" y="6589472"/>
                    <a:pt x="508409" y="7029480"/>
                  </a:cubicBezTo>
                  <a:cubicBezTo>
                    <a:pt x="756060" y="7153232"/>
                    <a:pt x="1242751" y="7206321"/>
                    <a:pt x="1867637" y="7218557"/>
                  </a:cubicBezTo>
                  <a:lnTo>
                    <a:pt x="1999012" y="7220162"/>
                  </a:lnTo>
                  <a:lnTo>
                    <a:pt x="1928457" y="7220989"/>
                  </a:lnTo>
                  <a:cubicBezTo>
                    <a:pt x="1095724" y="7226426"/>
                    <a:pt x="435955" y="7180733"/>
                    <a:pt x="133271" y="7029480"/>
                  </a:cubicBezTo>
                  <a:cubicBezTo>
                    <a:pt x="-747263" y="6589472"/>
                    <a:pt x="3062737" y="5763374"/>
                    <a:pt x="2024594" y="4369460"/>
                  </a:cubicBezTo>
                  <a:cubicBezTo>
                    <a:pt x="986451" y="2975546"/>
                    <a:pt x="986452" y="2578806"/>
                    <a:pt x="1500965" y="1973046"/>
                  </a:cubicBezTo>
                  <a:cubicBezTo>
                    <a:pt x="2015478" y="1367286"/>
                    <a:pt x="3206020" y="1806628"/>
                    <a:pt x="3423549" y="15975"/>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ea typeface="字魂59号-创粗黑" panose="00000500000000000000" pitchFamily="2" charset="-122"/>
              </a:endParaRPr>
            </a:p>
          </p:txBody>
        </p:sp>
      </p:grpSp>
      <p:sp>
        <p:nvSpPr>
          <p:cNvPr id="3" name="淘宝-想搞设计PPT(倒卖必究)-3"/>
          <p:cNvSpPr txBox="1"/>
          <p:nvPr/>
        </p:nvSpPr>
        <p:spPr>
          <a:xfrm>
            <a:off x="7002172" y="2125448"/>
            <a:ext cx="2018373" cy="1862048"/>
          </a:xfrm>
          <a:prstGeom prst="rect">
            <a:avLst/>
          </a:prstGeom>
          <a:noFill/>
        </p:spPr>
        <p:txBody>
          <a:bodyPr wrap="square" rtlCol="0">
            <a:spAutoFit/>
            <a:scene3d>
              <a:camera prst="orthographicFront"/>
              <a:lightRig rig="threePt" dir="t"/>
            </a:scene3d>
            <a:sp3d contourW="12700"/>
          </a:bodyPr>
          <a:lstStyle/>
          <a:p>
            <a:pPr lvl="0" algn="dist">
              <a:defRPr/>
            </a:pPr>
            <a:r>
              <a:rPr lang="en-US" altLang="zh-CN" sz="11500" b="1" dirty="0">
                <a:solidFill>
                  <a:schemeClr val="tx1">
                    <a:lumMod val="75000"/>
                    <a:lumOff val="25000"/>
                  </a:schemeClr>
                </a:solidFill>
                <a:ea typeface="字魂59号-创粗黑" panose="00000500000000000000" pitchFamily="2" charset="-122"/>
              </a:rPr>
              <a:t>03</a:t>
            </a:r>
            <a:endParaRPr lang="zh-CN" altLang="en-US" sz="11500" b="1" dirty="0">
              <a:solidFill>
                <a:schemeClr val="tx1">
                  <a:lumMod val="75000"/>
                  <a:lumOff val="25000"/>
                </a:schemeClr>
              </a:solidFill>
              <a:ea typeface="字魂59号-创粗黑" panose="00000500000000000000" pitchFamily="2" charset="-122"/>
            </a:endParaRPr>
          </a:p>
        </p:txBody>
      </p:sp>
      <p:sp>
        <p:nvSpPr>
          <p:cNvPr id="4" name="淘宝-想搞设计PPT(倒卖必究)-4"/>
          <p:cNvSpPr txBox="1"/>
          <p:nvPr/>
        </p:nvSpPr>
        <p:spPr>
          <a:xfrm>
            <a:off x="7002173" y="1307728"/>
            <a:ext cx="1814086" cy="830997"/>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PART</a:t>
            </a:r>
            <a:endParaRPr kumimoji="0" lang="zh-CN" altLang="en-US" sz="4800" b="1" i="0" u="none" strike="noStrike" kern="1200" cap="none" spc="0" normalizeH="0" baseline="0" noProof="0" dirty="0">
              <a:ln>
                <a:noFill/>
              </a:ln>
              <a:solidFill>
                <a:srgbClr val="B71502"/>
              </a:solidFill>
              <a:effectLst/>
              <a:uLnTx/>
              <a:uFillTx/>
              <a:latin typeface="Arial" panose="020B0604020202020204"/>
              <a:ea typeface="字魂59号-创粗黑" panose="00000500000000000000" pitchFamily="2" charset="-122"/>
              <a:cs typeface="+mn-cs"/>
            </a:endParaRPr>
          </a:p>
        </p:txBody>
      </p:sp>
      <p:cxnSp>
        <p:nvCxnSpPr>
          <p:cNvPr id="6" name="淘宝-想搞设计PPT(倒卖必究)-6"/>
          <p:cNvCxnSpPr/>
          <p:nvPr/>
        </p:nvCxnSpPr>
        <p:spPr>
          <a:xfrm>
            <a:off x="7124701" y="5189378"/>
            <a:ext cx="1511299" cy="0"/>
          </a:xfrm>
          <a:prstGeom prst="line">
            <a:avLst/>
          </a:prstGeom>
          <a:ln w="38100">
            <a:solidFill>
              <a:srgbClr val="065EAF"/>
            </a:solidFill>
          </a:ln>
        </p:spPr>
        <p:style>
          <a:lnRef idx="1">
            <a:schemeClr val="accent1"/>
          </a:lnRef>
          <a:fillRef idx="0">
            <a:schemeClr val="accent1"/>
          </a:fillRef>
          <a:effectRef idx="0">
            <a:schemeClr val="accent1"/>
          </a:effectRef>
          <a:fontRef idx="minor">
            <a:schemeClr val="tx1"/>
          </a:fontRef>
        </p:style>
      </p:cxnSp>
      <p:sp>
        <p:nvSpPr>
          <p:cNvPr id="10" name="淘宝-想搞设计PPT(倒卖必究)-10"/>
          <p:cNvSpPr txBox="1"/>
          <p:nvPr/>
        </p:nvSpPr>
        <p:spPr>
          <a:xfrm>
            <a:off x="7065518" y="4048867"/>
            <a:ext cx="4587220" cy="792480"/>
          </a:xfrm>
          <a:prstGeom prst="rect">
            <a:avLst/>
          </a:prstGeom>
          <a:noFill/>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14000"/>
              </a:lnSpc>
              <a:spcBef>
                <a:spcPts val="0"/>
              </a:spcBef>
              <a:spcAft>
                <a:spcPts val="0"/>
              </a:spcAft>
              <a:buClrTx/>
              <a:buSzTx/>
              <a:buFontTx/>
              <a:buNone/>
              <a:defRPr/>
            </a:pPr>
            <a:r>
              <a:rPr lang="zh-CN" altLang="en-US" sz="4000" b="1" spc="300" dirty="0">
                <a:solidFill>
                  <a:schemeClr val="bg1">
                    <a:lumMod val="50000"/>
                  </a:schemeClr>
                </a:solidFill>
                <a:latin typeface="字魂59号-创粗黑" panose="00000500000000000000" pitchFamily="2" charset="-122"/>
                <a:ea typeface="字魂59号-创粗黑" panose="00000500000000000000" pitchFamily="2" charset="-122"/>
              </a:rPr>
              <a:t>研究结果与发现</a:t>
            </a:r>
            <a:endParaRPr lang="zh-CN" altLang="en-US" sz="4000" b="1" spc="300" dirty="0">
              <a:solidFill>
                <a:schemeClr val="bg1">
                  <a:lumMod val="50000"/>
                </a:schemeClr>
              </a:solidFill>
              <a:latin typeface="字魂59号-创粗黑" panose="00000500000000000000" pitchFamily="2" charset="-122"/>
              <a:ea typeface="字魂59号-创粗黑" panose="00000500000000000000" pitchFamily="2" charset="-122"/>
            </a:endParaRPr>
          </a:p>
        </p:txBody>
      </p:sp>
      <p:pic>
        <p:nvPicPr>
          <p:cNvPr id="22" name="Picture 21" descr="河南大学.png"/>
          <p:cNvPicPr>
            <a:picLocks noChangeAspect="1"/>
          </p:cNvPicPr>
          <p:nvPr/>
        </p:nvPicPr>
        <p:blipFill>
          <a:blip r:embed="rId2"/>
          <a:stretch>
            <a:fillRect/>
          </a:stretch>
        </p:blipFill>
        <p:spPr>
          <a:xfrm>
            <a:off x="10302752" y="353435"/>
            <a:ext cx="1756624" cy="47907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timing>
    <p:tnLst>
      <p:par>
        <p:cTn id="1" dur="indefinite" restart="never" nodeType="tmRoot"/>
      </p:par>
    </p:tnLst>
    <p:bldLst>
      <p:bldP spid="3" grpId="0"/>
      <p:bldP spid="4"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i$1îḓê"/>
          <p:cNvGrpSpPr/>
          <p:nvPr>
            <p:custDataLst>
              <p:tags r:id="rId2"/>
            </p:custDataLst>
          </p:nvPr>
        </p:nvGrpSpPr>
        <p:grpSpPr>
          <a:xfrm>
            <a:off x="6014982" y="2275520"/>
            <a:ext cx="788894" cy="788894"/>
            <a:chOff x="6051177" y="1688780"/>
            <a:chExt cx="788894" cy="788894"/>
          </a:xfrm>
        </p:grpSpPr>
        <p:sp>
          <p:nvSpPr>
            <p:cNvPr id="23" name="淘宝-想搞设计PPT(倒卖必究)-23"/>
            <p:cNvSpPr/>
            <p:nvPr>
              <p:custDataLst>
                <p:tags r:id="rId3"/>
              </p:custDataLst>
            </p:nvPr>
          </p:nvSpPr>
          <p:spPr>
            <a:xfrm>
              <a:off x="6051177" y="1688780"/>
              <a:ext cx="788894" cy="788894"/>
            </a:xfrm>
            <a:prstGeom prst="ellipse">
              <a:avLst/>
            </a:prstGeom>
            <a:solidFill>
              <a:srgbClr val="065EAF"/>
            </a:solidFill>
            <a:ln w="127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3200" b="1" dirty="0">
                <a:solidFill>
                  <a:schemeClr val="bg1"/>
                </a:solidFill>
              </a:endParaRPr>
            </a:p>
          </p:txBody>
        </p:sp>
        <p:sp>
          <p:nvSpPr>
            <p:cNvPr id="24" name="淘宝-想搞设计PPT(倒卖必究)-24"/>
            <p:cNvSpPr/>
            <p:nvPr>
              <p:custDataLst>
                <p:tags r:id="rId4"/>
              </p:custDataLst>
            </p:nvPr>
          </p:nvSpPr>
          <p:spPr>
            <a:xfrm>
              <a:off x="6295723" y="1903933"/>
              <a:ext cx="299801" cy="358588"/>
            </a:xfrm>
            <a:custGeom>
              <a:avLst/>
              <a:gdLst>
                <a:gd name="connsiteX0" fmla="*/ 258823 w 506313"/>
                <a:gd name="connsiteY0" fmla="*/ 278875 h 605593"/>
                <a:gd name="connsiteX1" fmla="*/ 303122 w 506313"/>
                <a:gd name="connsiteY1" fmla="*/ 278875 h 605593"/>
                <a:gd name="connsiteX2" fmla="*/ 347513 w 506313"/>
                <a:gd name="connsiteY2" fmla="*/ 278875 h 605593"/>
                <a:gd name="connsiteX3" fmla="*/ 506313 w 506313"/>
                <a:gd name="connsiteY3" fmla="*/ 438167 h 605593"/>
                <a:gd name="connsiteX4" fmla="*/ 506313 w 506313"/>
                <a:gd name="connsiteY4" fmla="*/ 565747 h 605593"/>
                <a:gd name="connsiteX5" fmla="*/ 308339 w 506313"/>
                <a:gd name="connsiteY5" fmla="*/ 605593 h 605593"/>
                <a:gd name="connsiteX6" fmla="*/ 297265 w 506313"/>
                <a:gd name="connsiteY6" fmla="*/ 605593 h 605593"/>
                <a:gd name="connsiteX7" fmla="*/ 99291 w 506313"/>
                <a:gd name="connsiteY7" fmla="*/ 565747 h 605593"/>
                <a:gd name="connsiteX8" fmla="*/ 99291 w 506313"/>
                <a:gd name="connsiteY8" fmla="*/ 525170 h 605593"/>
                <a:gd name="connsiteX9" fmla="*/ 190910 w 506313"/>
                <a:gd name="connsiteY9" fmla="*/ 567941 h 605593"/>
                <a:gd name="connsiteX10" fmla="*/ 232280 w 506313"/>
                <a:gd name="connsiteY10" fmla="*/ 559807 h 605593"/>
                <a:gd name="connsiteX11" fmla="*/ 269898 w 506313"/>
                <a:gd name="connsiteY11" fmla="*/ 538422 h 605593"/>
                <a:gd name="connsiteX12" fmla="*/ 288386 w 506313"/>
                <a:gd name="connsiteY12" fmla="*/ 450688 h 605593"/>
                <a:gd name="connsiteX13" fmla="*/ 251501 w 506313"/>
                <a:gd name="connsiteY13" fmla="*/ 393843 h 605593"/>
                <a:gd name="connsiteX14" fmla="*/ 197500 w 506313"/>
                <a:gd name="connsiteY14" fmla="*/ 364416 h 605593"/>
                <a:gd name="connsiteX15" fmla="*/ 162079 w 506313"/>
                <a:gd name="connsiteY15" fmla="*/ 375474 h 605593"/>
                <a:gd name="connsiteX16" fmla="*/ 160614 w 506313"/>
                <a:gd name="connsiteY16" fmla="*/ 376205 h 605593"/>
                <a:gd name="connsiteX17" fmla="*/ 135536 w 506313"/>
                <a:gd name="connsiteY17" fmla="*/ 337090 h 605593"/>
                <a:gd name="connsiteX18" fmla="*/ 258823 w 506313"/>
                <a:gd name="connsiteY18" fmla="*/ 278875 h 605593"/>
                <a:gd name="connsiteX19" fmla="*/ 73299 w 506313"/>
                <a:gd name="connsiteY19" fmla="*/ 194736 h 605593"/>
                <a:gd name="connsiteX20" fmla="*/ 90425 w 506313"/>
                <a:gd name="connsiteY20" fmla="*/ 206581 h 605593"/>
                <a:gd name="connsiteX21" fmla="*/ 127401 w 506313"/>
                <a:gd name="connsiteY21" fmla="*/ 263330 h 605593"/>
                <a:gd name="connsiteX22" fmla="*/ 119255 w 506313"/>
                <a:gd name="connsiteY22" fmla="*/ 300979 h 605593"/>
                <a:gd name="connsiteX23" fmla="*/ 102232 w 506313"/>
                <a:gd name="connsiteY23" fmla="*/ 311305 h 605593"/>
                <a:gd name="connsiteX24" fmla="*/ 97839 w 506313"/>
                <a:gd name="connsiteY24" fmla="*/ 341553 h 605593"/>
                <a:gd name="connsiteX25" fmla="*/ 140671 w 506313"/>
                <a:gd name="connsiteY25" fmla="*/ 407897 h 605593"/>
                <a:gd name="connsiteX26" fmla="*/ 170233 w 506313"/>
                <a:gd name="connsiteY26" fmla="*/ 416030 h 605593"/>
                <a:gd name="connsiteX27" fmla="*/ 185701 w 506313"/>
                <a:gd name="connsiteY27" fmla="*/ 405703 h 605593"/>
                <a:gd name="connsiteX28" fmla="*/ 223408 w 506313"/>
                <a:gd name="connsiteY28" fmla="*/ 413745 h 605593"/>
                <a:gd name="connsiteX29" fmla="*/ 260291 w 506313"/>
                <a:gd name="connsiteY29" fmla="*/ 470585 h 605593"/>
                <a:gd name="connsiteX30" fmla="*/ 252238 w 506313"/>
                <a:gd name="connsiteY30" fmla="*/ 508143 h 605593"/>
                <a:gd name="connsiteX31" fmla="*/ 221211 w 506313"/>
                <a:gd name="connsiteY31" fmla="*/ 525871 h 605593"/>
                <a:gd name="connsiteX32" fmla="*/ 60131 w 506313"/>
                <a:gd name="connsiteY32" fmla="*/ 412283 h 605593"/>
                <a:gd name="connsiteX33" fmla="*/ 23248 w 506313"/>
                <a:gd name="connsiteY33" fmla="*/ 220563 h 605593"/>
                <a:gd name="connsiteX34" fmla="*/ 52810 w 506313"/>
                <a:gd name="connsiteY34" fmla="*/ 198448 h 605593"/>
                <a:gd name="connsiteX35" fmla="*/ 73299 w 506313"/>
                <a:gd name="connsiteY35" fmla="*/ 194736 h 605593"/>
                <a:gd name="connsiteX36" fmla="*/ 302449 w 506313"/>
                <a:gd name="connsiteY36" fmla="*/ 0 h 605593"/>
                <a:gd name="connsiteX37" fmla="*/ 426503 w 506313"/>
                <a:gd name="connsiteY37" fmla="*/ 123949 h 605593"/>
                <a:gd name="connsiteX38" fmla="*/ 302449 w 506313"/>
                <a:gd name="connsiteY38" fmla="*/ 247898 h 605593"/>
                <a:gd name="connsiteX39" fmla="*/ 178395 w 506313"/>
                <a:gd name="connsiteY39" fmla="*/ 123949 h 605593"/>
                <a:gd name="connsiteX40" fmla="*/ 302449 w 506313"/>
                <a:gd name="connsiteY40" fmla="*/ 0 h 60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06313" h="605593">
                  <a:moveTo>
                    <a:pt x="258823" y="278875"/>
                  </a:moveTo>
                  <a:lnTo>
                    <a:pt x="303122" y="278875"/>
                  </a:lnTo>
                  <a:lnTo>
                    <a:pt x="347513" y="278875"/>
                  </a:lnTo>
                  <a:cubicBezTo>
                    <a:pt x="434647" y="278875"/>
                    <a:pt x="506313" y="350342"/>
                    <a:pt x="506313" y="438167"/>
                  </a:cubicBezTo>
                  <a:lnTo>
                    <a:pt x="506313" y="565747"/>
                  </a:lnTo>
                  <a:cubicBezTo>
                    <a:pt x="506313" y="565747"/>
                    <a:pt x="433183" y="605593"/>
                    <a:pt x="308339" y="605593"/>
                  </a:cubicBezTo>
                  <a:lnTo>
                    <a:pt x="297265" y="605593"/>
                  </a:lnTo>
                  <a:cubicBezTo>
                    <a:pt x="159882" y="605593"/>
                    <a:pt x="99291" y="565747"/>
                    <a:pt x="99291" y="565747"/>
                  </a:cubicBezTo>
                  <a:lnTo>
                    <a:pt x="99291" y="525170"/>
                  </a:lnTo>
                  <a:cubicBezTo>
                    <a:pt x="126658" y="550942"/>
                    <a:pt x="156953" y="567941"/>
                    <a:pt x="190910" y="567941"/>
                  </a:cubicBezTo>
                  <a:cubicBezTo>
                    <a:pt x="204914" y="567941"/>
                    <a:pt x="219009" y="565747"/>
                    <a:pt x="232280" y="559807"/>
                  </a:cubicBezTo>
                  <a:cubicBezTo>
                    <a:pt x="247748" y="553958"/>
                    <a:pt x="265505" y="541438"/>
                    <a:pt x="269898" y="538422"/>
                  </a:cubicBezTo>
                  <a:cubicBezTo>
                    <a:pt x="299461" y="519230"/>
                    <a:pt x="307607" y="480206"/>
                    <a:pt x="288386" y="450688"/>
                  </a:cubicBezTo>
                  <a:lnTo>
                    <a:pt x="251501" y="393843"/>
                  </a:lnTo>
                  <a:cubicBezTo>
                    <a:pt x="239602" y="375474"/>
                    <a:pt x="219009" y="364416"/>
                    <a:pt x="197500" y="364416"/>
                  </a:cubicBezTo>
                  <a:cubicBezTo>
                    <a:pt x="184961" y="364416"/>
                    <a:pt x="173154" y="368071"/>
                    <a:pt x="162079" y="375474"/>
                  </a:cubicBezTo>
                  <a:lnTo>
                    <a:pt x="160614" y="376205"/>
                  </a:lnTo>
                  <a:lnTo>
                    <a:pt x="135536" y="337090"/>
                  </a:lnTo>
                  <a:cubicBezTo>
                    <a:pt x="165008" y="301722"/>
                    <a:pt x="209398" y="278875"/>
                    <a:pt x="258823" y="278875"/>
                  </a:cubicBezTo>
                  <a:close/>
                  <a:moveTo>
                    <a:pt x="73299" y="194736"/>
                  </a:moveTo>
                  <a:cubicBezTo>
                    <a:pt x="80129" y="196209"/>
                    <a:pt x="86398" y="200276"/>
                    <a:pt x="90425" y="206581"/>
                  </a:cubicBezTo>
                  <a:lnTo>
                    <a:pt x="127401" y="263330"/>
                  </a:lnTo>
                  <a:cubicBezTo>
                    <a:pt x="135546" y="275849"/>
                    <a:pt x="131794" y="292846"/>
                    <a:pt x="119255" y="300979"/>
                  </a:cubicBezTo>
                  <a:lnTo>
                    <a:pt x="102232" y="311305"/>
                  </a:lnTo>
                  <a:cubicBezTo>
                    <a:pt x="93446" y="317154"/>
                    <a:pt x="91158" y="331958"/>
                    <a:pt x="97839" y="341553"/>
                  </a:cubicBezTo>
                  <a:lnTo>
                    <a:pt x="140671" y="407897"/>
                  </a:lnTo>
                  <a:cubicBezTo>
                    <a:pt x="147353" y="417492"/>
                    <a:pt x="159891" y="421147"/>
                    <a:pt x="170233" y="416030"/>
                  </a:cubicBezTo>
                  <a:lnTo>
                    <a:pt x="185701" y="405703"/>
                  </a:lnTo>
                  <a:cubicBezTo>
                    <a:pt x="200527" y="395377"/>
                    <a:pt x="215995" y="402688"/>
                    <a:pt x="223408" y="413745"/>
                  </a:cubicBezTo>
                  <a:lnTo>
                    <a:pt x="260291" y="470585"/>
                  </a:lnTo>
                  <a:cubicBezTo>
                    <a:pt x="268437" y="483104"/>
                    <a:pt x="264776" y="500102"/>
                    <a:pt x="252238" y="508143"/>
                  </a:cubicBezTo>
                  <a:cubicBezTo>
                    <a:pt x="252238" y="508143"/>
                    <a:pt x="234482" y="520754"/>
                    <a:pt x="221211" y="525871"/>
                  </a:cubicBezTo>
                  <a:cubicBezTo>
                    <a:pt x="168037" y="548717"/>
                    <a:pt x="119255" y="504488"/>
                    <a:pt x="60131" y="412283"/>
                  </a:cubicBezTo>
                  <a:cubicBezTo>
                    <a:pt x="367" y="320901"/>
                    <a:pt x="-20317" y="261867"/>
                    <a:pt x="23248" y="220563"/>
                  </a:cubicBezTo>
                  <a:cubicBezTo>
                    <a:pt x="33590" y="210236"/>
                    <a:pt x="52810" y="198448"/>
                    <a:pt x="52810" y="198448"/>
                  </a:cubicBezTo>
                  <a:cubicBezTo>
                    <a:pt x="59079" y="194382"/>
                    <a:pt x="66469" y="193262"/>
                    <a:pt x="73299" y="194736"/>
                  </a:cubicBezTo>
                  <a:close/>
                  <a:moveTo>
                    <a:pt x="302449" y="0"/>
                  </a:moveTo>
                  <a:cubicBezTo>
                    <a:pt x="370962" y="0"/>
                    <a:pt x="426503" y="55494"/>
                    <a:pt x="426503" y="123949"/>
                  </a:cubicBezTo>
                  <a:cubicBezTo>
                    <a:pt x="426503" y="192404"/>
                    <a:pt x="370962" y="247898"/>
                    <a:pt x="302449" y="247898"/>
                  </a:cubicBezTo>
                  <a:cubicBezTo>
                    <a:pt x="233936" y="247898"/>
                    <a:pt x="178395" y="192404"/>
                    <a:pt x="178395" y="123949"/>
                  </a:cubicBezTo>
                  <a:cubicBezTo>
                    <a:pt x="178395" y="55494"/>
                    <a:pt x="233936" y="0"/>
                    <a:pt x="302449" y="0"/>
                  </a:cubicBezTo>
                  <a:close/>
                </a:path>
              </a:pathLst>
            </a:custGeom>
            <a:solidFill>
              <a:srgbClr val="FFFFFF"/>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400" b="1" dirty="0">
                <a:solidFill>
                  <a:schemeClr val="bg1"/>
                </a:solidFill>
              </a:endParaRPr>
            </a:p>
          </p:txBody>
        </p:sp>
      </p:grpSp>
      <p:grpSp>
        <p:nvGrpSpPr>
          <p:cNvPr id="8" name="ïš1ïḓé"/>
          <p:cNvGrpSpPr/>
          <p:nvPr>
            <p:custDataLst>
              <p:tags r:id="rId5"/>
            </p:custDataLst>
          </p:nvPr>
        </p:nvGrpSpPr>
        <p:grpSpPr>
          <a:xfrm>
            <a:off x="7019029" y="2098867"/>
            <a:ext cx="4429760" cy="1142365"/>
            <a:chOff x="7457235" y="1959587"/>
            <a:chExt cx="4429760" cy="1142365"/>
          </a:xfrm>
        </p:grpSpPr>
        <p:sp>
          <p:nvSpPr>
            <p:cNvPr id="21" name="淘宝-想搞设计PPT(倒卖必究)-21"/>
            <p:cNvSpPr/>
            <p:nvPr>
              <p:custDataLst>
                <p:tags r:id="rId6"/>
              </p:custDataLst>
            </p:nvPr>
          </p:nvSpPr>
          <p:spPr bwMode="auto">
            <a:xfrm>
              <a:off x="7457235" y="2449172"/>
              <a:ext cx="4429760" cy="652780"/>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000" dirty="0">
                  <a:solidFill/>
                </a:rPr>
                <a:t>三阶段新增面积依次为855.25、671.75和576.75 km²，扩张速度总体下降。</a:t>
              </a:r>
              <a:endParaRPr lang="zh-CN" altLang="en-US" sz="2000" dirty="0">
                <a:solidFill/>
              </a:endParaRPr>
            </a:p>
          </p:txBody>
        </p:sp>
        <p:sp>
          <p:nvSpPr>
            <p:cNvPr id="22" name="淘宝-想搞设计PPT(倒卖必究)-22"/>
            <p:cNvSpPr/>
            <p:nvPr>
              <p:custDataLst>
                <p:tags r:id="rId7"/>
              </p:custDataLst>
            </p:nvPr>
          </p:nvSpPr>
          <p:spPr>
            <a:xfrm>
              <a:off x="7457235" y="1959587"/>
              <a:ext cx="4061665" cy="489700"/>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lang="zh-CN" altLang="en-US" sz="3200" b="1" dirty="0">
                  <a:solidFill>
                    <a:schemeClr val="tx1"/>
                  </a:solidFill>
                </a:rPr>
                <a:t>核心发现</a:t>
              </a:r>
              <a:endParaRPr lang="zh-CN" altLang="en-US" sz="3200" b="1" dirty="0">
                <a:solidFill>
                  <a:schemeClr val="tx1"/>
                </a:solidFill>
              </a:endParaRPr>
            </a:p>
          </p:txBody>
        </p:sp>
      </p:grpSp>
      <p:grpSp>
        <p:nvGrpSpPr>
          <p:cNvPr id="11" name="i$ḷiḋé"/>
          <p:cNvGrpSpPr/>
          <p:nvPr>
            <p:custDataLst>
              <p:tags r:id="rId8"/>
            </p:custDataLst>
          </p:nvPr>
        </p:nvGrpSpPr>
        <p:grpSpPr>
          <a:xfrm>
            <a:off x="6014982" y="4690205"/>
            <a:ext cx="788894" cy="788894"/>
            <a:chOff x="6051177" y="4786725"/>
            <a:chExt cx="788894" cy="788894"/>
          </a:xfrm>
        </p:grpSpPr>
        <p:sp>
          <p:nvSpPr>
            <p:cNvPr id="15" name="淘宝-想搞设计PPT(倒卖必究)-15"/>
            <p:cNvSpPr/>
            <p:nvPr>
              <p:custDataLst>
                <p:tags r:id="rId9"/>
              </p:custDataLst>
            </p:nvPr>
          </p:nvSpPr>
          <p:spPr>
            <a:xfrm>
              <a:off x="6051177" y="4786725"/>
              <a:ext cx="788894" cy="788894"/>
            </a:xfrm>
            <a:prstGeom prst="ellipse">
              <a:avLst/>
            </a:prstGeom>
            <a:solidFill>
              <a:srgbClr val="7F7F7F"/>
            </a:solidFill>
            <a:ln w="127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16" name="淘宝-想搞设计PPT(倒卖必究)-16"/>
            <p:cNvSpPr/>
            <p:nvPr>
              <p:custDataLst>
                <p:tags r:id="rId10"/>
              </p:custDataLst>
            </p:nvPr>
          </p:nvSpPr>
          <p:spPr>
            <a:xfrm>
              <a:off x="6266330" y="5002148"/>
              <a:ext cx="358588" cy="358046"/>
            </a:xfrm>
            <a:custGeom>
              <a:avLst/>
              <a:gdLst>
                <a:gd name="T0" fmla="*/ 6894 w 7804"/>
                <a:gd name="T1" fmla="*/ 3038 h 7804"/>
                <a:gd name="T2" fmla="*/ 6614 w 7804"/>
                <a:gd name="T3" fmla="*/ 2704 h 7804"/>
                <a:gd name="T4" fmla="*/ 6826 w 7804"/>
                <a:gd name="T5" fmla="*/ 2200 h 7804"/>
                <a:gd name="T6" fmla="*/ 6496 w 7804"/>
                <a:gd name="T7" fmla="*/ 978 h 7804"/>
                <a:gd name="T8" fmla="*/ 5604 w 7804"/>
                <a:gd name="T9" fmla="*/ 978 h 7804"/>
                <a:gd name="T10" fmla="*/ 5254 w 7804"/>
                <a:gd name="T11" fmla="*/ 1222 h 7804"/>
                <a:gd name="T12" fmla="*/ 4973 w 7804"/>
                <a:gd name="T13" fmla="*/ 1137 h 7804"/>
                <a:gd name="T14" fmla="*/ 4766 w 7804"/>
                <a:gd name="T15" fmla="*/ 631 h 7804"/>
                <a:gd name="T16" fmla="*/ 3668 w 7804"/>
                <a:gd name="T17" fmla="*/ 0 h 7804"/>
                <a:gd name="T18" fmla="*/ 3038 w 7804"/>
                <a:gd name="T19" fmla="*/ 910 h 7804"/>
                <a:gd name="T20" fmla="*/ 2704 w 7804"/>
                <a:gd name="T21" fmla="*/ 1190 h 7804"/>
                <a:gd name="T22" fmla="*/ 2398 w 7804"/>
                <a:gd name="T23" fmla="*/ 1175 h 7804"/>
                <a:gd name="T24" fmla="*/ 1754 w 7804"/>
                <a:gd name="T25" fmla="*/ 793 h 7804"/>
                <a:gd name="T26" fmla="*/ 978 w 7804"/>
                <a:gd name="T27" fmla="*/ 1308 h 7804"/>
                <a:gd name="T28" fmla="*/ 1175 w 7804"/>
                <a:gd name="T29" fmla="*/ 2398 h 7804"/>
                <a:gd name="T30" fmla="*/ 1137 w 7804"/>
                <a:gd name="T31" fmla="*/ 2831 h 7804"/>
                <a:gd name="T32" fmla="*/ 631 w 7804"/>
                <a:gd name="T33" fmla="*/ 3038 h 7804"/>
                <a:gd name="T34" fmla="*/ 0 w 7804"/>
                <a:gd name="T35" fmla="*/ 4136 h 7804"/>
                <a:gd name="T36" fmla="*/ 910 w 7804"/>
                <a:gd name="T37" fmla="*/ 4766 h 7804"/>
                <a:gd name="T38" fmla="*/ 1190 w 7804"/>
                <a:gd name="T39" fmla="*/ 5100 h 7804"/>
                <a:gd name="T40" fmla="*/ 978 w 7804"/>
                <a:gd name="T41" fmla="*/ 5604 h 7804"/>
                <a:gd name="T42" fmla="*/ 1308 w 7804"/>
                <a:gd name="T43" fmla="*/ 6826 h 7804"/>
                <a:gd name="T44" fmla="*/ 2200 w 7804"/>
                <a:gd name="T45" fmla="*/ 6826 h 7804"/>
                <a:gd name="T46" fmla="*/ 2550 w 7804"/>
                <a:gd name="T47" fmla="*/ 6582 h 7804"/>
                <a:gd name="T48" fmla="*/ 2831 w 7804"/>
                <a:gd name="T49" fmla="*/ 6667 h 7804"/>
                <a:gd name="T50" fmla="*/ 3038 w 7804"/>
                <a:gd name="T51" fmla="*/ 7173 h 7804"/>
                <a:gd name="T52" fmla="*/ 4136 w 7804"/>
                <a:gd name="T53" fmla="*/ 7804 h 7804"/>
                <a:gd name="T54" fmla="*/ 4766 w 7804"/>
                <a:gd name="T55" fmla="*/ 6894 h 7804"/>
                <a:gd name="T56" fmla="*/ 5100 w 7804"/>
                <a:gd name="T57" fmla="*/ 6614 h 7804"/>
                <a:gd name="T58" fmla="*/ 5406 w 7804"/>
                <a:gd name="T59" fmla="*/ 6629 h 7804"/>
                <a:gd name="T60" fmla="*/ 6050 w 7804"/>
                <a:gd name="T61" fmla="*/ 7011 h 7804"/>
                <a:gd name="T62" fmla="*/ 6647 w 7804"/>
                <a:gd name="T63" fmla="*/ 6675 h 7804"/>
                <a:gd name="T64" fmla="*/ 6826 w 7804"/>
                <a:gd name="T65" fmla="*/ 6496 h 7804"/>
                <a:gd name="T66" fmla="*/ 6629 w 7804"/>
                <a:gd name="T67" fmla="*/ 5406 h 7804"/>
                <a:gd name="T68" fmla="*/ 6667 w 7804"/>
                <a:gd name="T69" fmla="*/ 4972 h 7804"/>
                <a:gd name="T70" fmla="*/ 7173 w 7804"/>
                <a:gd name="T71" fmla="*/ 4766 h 7804"/>
                <a:gd name="T72" fmla="*/ 7804 w 7804"/>
                <a:gd name="T73" fmla="*/ 3668 h 7804"/>
                <a:gd name="T74" fmla="*/ 5608 w 7804"/>
                <a:gd name="T75" fmla="*/ 3902 h 7804"/>
                <a:gd name="T76" fmla="*/ 2196 w 7804"/>
                <a:gd name="T77" fmla="*/ 3902 h 7804"/>
                <a:gd name="T78" fmla="*/ 5608 w 7804"/>
                <a:gd name="T79" fmla="*/ 3902 h 7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04" h="7804">
                  <a:moveTo>
                    <a:pt x="7173" y="3038"/>
                  </a:moveTo>
                  <a:lnTo>
                    <a:pt x="6894" y="3038"/>
                  </a:lnTo>
                  <a:cubicBezTo>
                    <a:pt x="6824" y="3038"/>
                    <a:pt x="6714" y="2953"/>
                    <a:pt x="6667" y="2831"/>
                  </a:cubicBezTo>
                  <a:cubicBezTo>
                    <a:pt x="6650" y="2789"/>
                    <a:pt x="6632" y="2746"/>
                    <a:pt x="6614" y="2704"/>
                  </a:cubicBezTo>
                  <a:cubicBezTo>
                    <a:pt x="6561" y="2585"/>
                    <a:pt x="6579" y="2447"/>
                    <a:pt x="6629" y="2398"/>
                  </a:cubicBezTo>
                  <a:lnTo>
                    <a:pt x="6826" y="2200"/>
                  </a:lnTo>
                  <a:cubicBezTo>
                    <a:pt x="7072" y="1954"/>
                    <a:pt x="7072" y="1554"/>
                    <a:pt x="6826" y="1308"/>
                  </a:cubicBezTo>
                  <a:lnTo>
                    <a:pt x="6496" y="978"/>
                  </a:lnTo>
                  <a:cubicBezTo>
                    <a:pt x="6377" y="859"/>
                    <a:pt x="6218" y="793"/>
                    <a:pt x="6050" y="793"/>
                  </a:cubicBezTo>
                  <a:cubicBezTo>
                    <a:pt x="5882" y="793"/>
                    <a:pt x="5723" y="859"/>
                    <a:pt x="5604" y="978"/>
                  </a:cubicBezTo>
                  <a:lnTo>
                    <a:pt x="5406" y="1176"/>
                  </a:lnTo>
                  <a:cubicBezTo>
                    <a:pt x="5378" y="1204"/>
                    <a:pt x="5319" y="1222"/>
                    <a:pt x="5254" y="1222"/>
                  </a:cubicBezTo>
                  <a:cubicBezTo>
                    <a:pt x="5201" y="1222"/>
                    <a:pt x="5147" y="1211"/>
                    <a:pt x="5100" y="1190"/>
                  </a:cubicBezTo>
                  <a:cubicBezTo>
                    <a:pt x="5058" y="1172"/>
                    <a:pt x="5015" y="1154"/>
                    <a:pt x="4973" y="1137"/>
                  </a:cubicBezTo>
                  <a:cubicBezTo>
                    <a:pt x="4851" y="1090"/>
                    <a:pt x="4766" y="980"/>
                    <a:pt x="4766" y="910"/>
                  </a:cubicBezTo>
                  <a:lnTo>
                    <a:pt x="4766" y="631"/>
                  </a:lnTo>
                  <a:cubicBezTo>
                    <a:pt x="4766" y="283"/>
                    <a:pt x="4483" y="0"/>
                    <a:pt x="4136" y="0"/>
                  </a:cubicBezTo>
                  <a:lnTo>
                    <a:pt x="3668" y="0"/>
                  </a:lnTo>
                  <a:cubicBezTo>
                    <a:pt x="3321" y="0"/>
                    <a:pt x="3038" y="283"/>
                    <a:pt x="3038" y="631"/>
                  </a:cubicBezTo>
                  <a:lnTo>
                    <a:pt x="3038" y="910"/>
                  </a:lnTo>
                  <a:cubicBezTo>
                    <a:pt x="3038" y="980"/>
                    <a:pt x="2953" y="1090"/>
                    <a:pt x="2831" y="1137"/>
                  </a:cubicBezTo>
                  <a:cubicBezTo>
                    <a:pt x="2789" y="1154"/>
                    <a:pt x="2746" y="1172"/>
                    <a:pt x="2704" y="1190"/>
                  </a:cubicBezTo>
                  <a:cubicBezTo>
                    <a:pt x="2657" y="1211"/>
                    <a:pt x="2603" y="1222"/>
                    <a:pt x="2550" y="1222"/>
                  </a:cubicBezTo>
                  <a:cubicBezTo>
                    <a:pt x="2485" y="1222"/>
                    <a:pt x="2426" y="1204"/>
                    <a:pt x="2398" y="1175"/>
                  </a:cubicBezTo>
                  <a:lnTo>
                    <a:pt x="2200" y="978"/>
                  </a:lnTo>
                  <a:cubicBezTo>
                    <a:pt x="2081" y="859"/>
                    <a:pt x="1922" y="793"/>
                    <a:pt x="1754" y="793"/>
                  </a:cubicBezTo>
                  <a:cubicBezTo>
                    <a:pt x="1585" y="793"/>
                    <a:pt x="1427" y="859"/>
                    <a:pt x="1308" y="978"/>
                  </a:cubicBezTo>
                  <a:lnTo>
                    <a:pt x="978" y="1308"/>
                  </a:lnTo>
                  <a:cubicBezTo>
                    <a:pt x="732" y="1554"/>
                    <a:pt x="732" y="1954"/>
                    <a:pt x="978" y="2200"/>
                  </a:cubicBezTo>
                  <a:lnTo>
                    <a:pt x="1175" y="2398"/>
                  </a:lnTo>
                  <a:cubicBezTo>
                    <a:pt x="1225" y="2447"/>
                    <a:pt x="1243" y="2585"/>
                    <a:pt x="1190" y="2704"/>
                  </a:cubicBezTo>
                  <a:cubicBezTo>
                    <a:pt x="1172" y="2746"/>
                    <a:pt x="1154" y="2789"/>
                    <a:pt x="1137" y="2831"/>
                  </a:cubicBezTo>
                  <a:cubicBezTo>
                    <a:pt x="1090" y="2953"/>
                    <a:pt x="980" y="3038"/>
                    <a:pt x="910" y="3038"/>
                  </a:cubicBezTo>
                  <a:lnTo>
                    <a:pt x="631" y="3038"/>
                  </a:lnTo>
                  <a:cubicBezTo>
                    <a:pt x="283" y="3038"/>
                    <a:pt x="0" y="3321"/>
                    <a:pt x="0" y="3668"/>
                  </a:cubicBezTo>
                  <a:lnTo>
                    <a:pt x="0" y="4136"/>
                  </a:lnTo>
                  <a:cubicBezTo>
                    <a:pt x="0" y="4483"/>
                    <a:pt x="283" y="4766"/>
                    <a:pt x="631" y="4766"/>
                  </a:cubicBezTo>
                  <a:lnTo>
                    <a:pt x="910" y="4766"/>
                  </a:lnTo>
                  <a:cubicBezTo>
                    <a:pt x="980" y="4766"/>
                    <a:pt x="1090" y="4851"/>
                    <a:pt x="1137" y="4972"/>
                  </a:cubicBezTo>
                  <a:cubicBezTo>
                    <a:pt x="1154" y="5015"/>
                    <a:pt x="1172" y="5058"/>
                    <a:pt x="1190" y="5100"/>
                  </a:cubicBezTo>
                  <a:cubicBezTo>
                    <a:pt x="1243" y="5219"/>
                    <a:pt x="1225" y="5357"/>
                    <a:pt x="1175" y="5406"/>
                  </a:cubicBezTo>
                  <a:lnTo>
                    <a:pt x="978" y="5604"/>
                  </a:lnTo>
                  <a:cubicBezTo>
                    <a:pt x="732" y="5850"/>
                    <a:pt x="732" y="6250"/>
                    <a:pt x="978" y="6496"/>
                  </a:cubicBezTo>
                  <a:lnTo>
                    <a:pt x="1308" y="6826"/>
                  </a:lnTo>
                  <a:cubicBezTo>
                    <a:pt x="1427" y="6945"/>
                    <a:pt x="1586" y="7011"/>
                    <a:pt x="1754" y="7011"/>
                  </a:cubicBezTo>
                  <a:cubicBezTo>
                    <a:pt x="1922" y="7011"/>
                    <a:pt x="2081" y="6945"/>
                    <a:pt x="2200" y="6826"/>
                  </a:cubicBezTo>
                  <a:lnTo>
                    <a:pt x="2398" y="6628"/>
                  </a:lnTo>
                  <a:cubicBezTo>
                    <a:pt x="2427" y="6599"/>
                    <a:pt x="2484" y="6582"/>
                    <a:pt x="2550" y="6582"/>
                  </a:cubicBezTo>
                  <a:cubicBezTo>
                    <a:pt x="2602" y="6582"/>
                    <a:pt x="2657" y="6593"/>
                    <a:pt x="2704" y="6614"/>
                  </a:cubicBezTo>
                  <a:cubicBezTo>
                    <a:pt x="2745" y="6632"/>
                    <a:pt x="2788" y="6650"/>
                    <a:pt x="2831" y="6667"/>
                  </a:cubicBezTo>
                  <a:cubicBezTo>
                    <a:pt x="2953" y="6714"/>
                    <a:pt x="3038" y="6824"/>
                    <a:pt x="3038" y="6894"/>
                  </a:cubicBezTo>
                  <a:lnTo>
                    <a:pt x="3038" y="7173"/>
                  </a:lnTo>
                  <a:cubicBezTo>
                    <a:pt x="3038" y="7521"/>
                    <a:pt x="3321" y="7804"/>
                    <a:pt x="3668" y="7804"/>
                  </a:cubicBezTo>
                  <a:lnTo>
                    <a:pt x="4136" y="7804"/>
                  </a:lnTo>
                  <a:cubicBezTo>
                    <a:pt x="4483" y="7804"/>
                    <a:pt x="4766" y="7521"/>
                    <a:pt x="4766" y="7173"/>
                  </a:cubicBezTo>
                  <a:lnTo>
                    <a:pt x="4766" y="6894"/>
                  </a:lnTo>
                  <a:cubicBezTo>
                    <a:pt x="4766" y="6824"/>
                    <a:pt x="4851" y="6714"/>
                    <a:pt x="4972" y="6667"/>
                  </a:cubicBezTo>
                  <a:cubicBezTo>
                    <a:pt x="5015" y="6650"/>
                    <a:pt x="5058" y="6632"/>
                    <a:pt x="5100" y="6614"/>
                  </a:cubicBezTo>
                  <a:cubicBezTo>
                    <a:pt x="5146" y="6593"/>
                    <a:pt x="5201" y="6582"/>
                    <a:pt x="5254" y="6582"/>
                  </a:cubicBezTo>
                  <a:cubicBezTo>
                    <a:pt x="5319" y="6582"/>
                    <a:pt x="5377" y="6600"/>
                    <a:pt x="5406" y="6629"/>
                  </a:cubicBezTo>
                  <a:lnTo>
                    <a:pt x="5604" y="6826"/>
                  </a:lnTo>
                  <a:cubicBezTo>
                    <a:pt x="5723" y="6945"/>
                    <a:pt x="5882" y="7011"/>
                    <a:pt x="6050" y="7011"/>
                  </a:cubicBezTo>
                  <a:cubicBezTo>
                    <a:pt x="6068" y="7011"/>
                    <a:pt x="6087" y="7010"/>
                    <a:pt x="6105" y="7009"/>
                  </a:cubicBezTo>
                  <a:cubicBezTo>
                    <a:pt x="6335" y="6989"/>
                    <a:pt x="6538" y="6785"/>
                    <a:pt x="6647" y="6675"/>
                  </a:cubicBezTo>
                  <a:lnTo>
                    <a:pt x="6661" y="6661"/>
                  </a:lnTo>
                  <a:lnTo>
                    <a:pt x="6826" y="6496"/>
                  </a:lnTo>
                  <a:cubicBezTo>
                    <a:pt x="7072" y="6250"/>
                    <a:pt x="7072" y="5850"/>
                    <a:pt x="6826" y="5604"/>
                  </a:cubicBezTo>
                  <a:lnTo>
                    <a:pt x="6629" y="5406"/>
                  </a:lnTo>
                  <a:cubicBezTo>
                    <a:pt x="6579" y="5357"/>
                    <a:pt x="6561" y="5219"/>
                    <a:pt x="6614" y="5100"/>
                  </a:cubicBezTo>
                  <a:cubicBezTo>
                    <a:pt x="6632" y="5058"/>
                    <a:pt x="6650" y="5015"/>
                    <a:pt x="6667" y="4972"/>
                  </a:cubicBezTo>
                  <a:cubicBezTo>
                    <a:pt x="6714" y="4851"/>
                    <a:pt x="6824" y="4766"/>
                    <a:pt x="6894" y="4766"/>
                  </a:cubicBezTo>
                  <a:lnTo>
                    <a:pt x="7173" y="4766"/>
                  </a:lnTo>
                  <a:cubicBezTo>
                    <a:pt x="7521" y="4766"/>
                    <a:pt x="7804" y="4483"/>
                    <a:pt x="7804" y="4135"/>
                  </a:cubicBezTo>
                  <a:lnTo>
                    <a:pt x="7804" y="3668"/>
                  </a:lnTo>
                  <a:cubicBezTo>
                    <a:pt x="7804" y="3321"/>
                    <a:pt x="7521" y="3038"/>
                    <a:pt x="7173" y="3038"/>
                  </a:cubicBezTo>
                  <a:close/>
                  <a:moveTo>
                    <a:pt x="5608" y="3902"/>
                  </a:moveTo>
                  <a:cubicBezTo>
                    <a:pt x="5608" y="4843"/>
                    <a:pt x="4843" y="5608"/>
                    <a:pt x="3902" y="5608"/>
                  </a:cubicBezTo>
                  <a:cubicBezTo>
                    <a:pt x="2961" y="5608"/>
                    <a:pt x="2196" y="4843"/>
                    <a:pt x="2196" y="3902"/>
                  </a:cubicBezTo>
                  <a:cubicBezTo>
                    <a:pt x="2196" y="2961"/>
                    <a:pt x="2961" y="2196"/>
                    <a:pt x="3902" y="2196"/>
                  </a:cubicBezTo>
                  <a:cubicBezTo>
                    <a:pt x="4843" y="2196"/>
                    <a:pt x="5608" y="2961"/>
                    <a:pt x="5608" y="3902"/>
                  </a:cubicBezTo>
                  <a:close/>
                </a:path>
              </a:pathLst>
            </a:custGeom>
            <a:solidFill>
              <a:srgbClr val="FFFFFF"/>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25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12" name="iṡḷïḑè"/>
          <p:cNvGrpSpPr/>
          <p:nvPr>
            <p:custDataLst>
              <p:tags r:id="rId11"/>
            </p:custDataLst>
          </p:nvPr>
        </p:nvGrpSpPr>
        <p:grpSpPr>
          <a:xfrm>
            <a:off x="7019029" y="4513552"/>
            <a:ext cx="4479925" cy="1142365"/>
            <a:chOff x="7457235" y="1959587"/>
            <a:chExt cx="4479925" cy="1142365"/>
          </a:xfrm>
        </p:grpSpPr>
        <p:sp>
          <p:nvSpPr>
            <p:cNvPr id="13" name="淘宝-想搞设计PPT(倒卖必究)-13"/>
            <p:cNvSpPr/>
            <p:nvPr>
              <p:custDataLst>
                <p:tags r:id="rId12"/>
              </p:custDataLst>
            </p:nvPr>
          </p:nvSpPr>
          <p:spPr bwMode="auto">
            <a:xfrm>
              <a:off x="7457235" y="2449172"/>
              <a:ext cx="4479925" cy="652780"/>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000" dirty="0">
                  <a:solidFill/>
                </a:rPr>
                <a:t>由多数城市普遍外延增长转向郑州都市圈持续带动与中东部节点城市接续增长。</a:t>
              </a:r>
              <a:endParaRPr lang="zh-CN" altLang="en-US" sz="2000" dirty="0">
                <a:solidFill/>
              </a:endParaRPr>
            </a:p>
          </p:txBody>
        </p:sp>
        <p:sp>
          <p:nvSpPr>
            <p:cNvPr id="14" name="淘宝-想搞设计PPT(倒卖必究)-14"/>
            <p:cNvSpPr/>
            <p:nvPr>
              <p:custDataLst>
                <p:tags r:id="rId13"/>
              </p:custDataLst>
            </p:nvPr>
          </p:nvSpPr>
          <p:spPr>
            <a:xfrm>
              <a:off x="7457235" y="1959587"/>
              <a:ext cx="4061665" cy="489700"/>
            </a:xfrm>
            <a:prstGeom prst="rect">
              <a:avLst/>
            </a:prstGeom>
            <a:noFill/>
            <a:ln w="31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lang="zh-CN" altLang="en-US" sz="3200" b="1" dirty="0">
                  <a:solidFill>
                    <a:schemeClr val="tx1"/>
                  </a:solidFill>
                </a:rPr>
                <a:t>空间特征</a:t>
              </a:r>
              <a:endParaRPr lang="zh-CN" altLang="en-US" sz="3200" b="1" dirty="0">
                <a:solidFill>
                  <a:schemeClr val="tx1"/>
                </a:solidFill>
              </a:endParaRPr>
            </a:p>
          </p:txBody>
        </p:sp>
      </p:grpSp>
      <p:sp>
        <p:nvSpPr>
          <p:cNvPr id="26" name="淘宝-想搞设计PPT(倒卖必究)-26"/>
          <p:cNvSpPr txBox="1"/>
          <p:nvPr/>
        </p:nvSpPr>
        <p:spPr>
          <a:xfrm>
            <a:off x="2009458" y="333375"/>
            <a:ext cx="8194675" cy="101473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研究发现了什么？
——建成区扩张总体趋缓</a:t>
            </a:r>
            <a:endPar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endParaRPr>
          </a:p>
        </p:txBody>
      </p:sp>
      <p:grpSp>
        <p:nvGrpSpPr>
          <p:cNvPr id="32" name="组合 31"/>
          <p:cNvGrpSpPr/>
          <p:nvPr/>
        </p:nvGrpSpPr>
        <p:grpSpPr>
          <a:xfrm>
            <a:off x="-1345274" y="-788979"/>
            <a:ext cx="14733028" cy="8629318"/>
            <a:chOff x="-1345274" y="-788979"/>
            <a:chExt cx="14733028" cy="8629318"/>
          </a:xfrm>
        </p:grpSpPr>
        <p:sp>
          <p:nvSpPr>
            <p:cNvPr id="33" name="淘宝-想搞设计PPT(倒卖必究)-33"/>
            <p:cNvSpPr/>
            <p:nvPr/>
          </p:nvSpPr>
          <p:spPr>
            <a:xfrm rot="2329959">
              <a:off x="10691148" y="5333761"/>
              <a:ext cx="2696606" cy="2506578"/>
            </a:xfrm>
            <a:custGeom>
              <a:avLst/>
              <a:gdLst>
                <a:gd name="connsiteX0" fmla="*/ 820615 w 2461845"/>
                <a:gd name="connsiteY0" fmla="*/ 0 h 2396685"/>
                <a:gd name="connsiteX1" fmla="*/ 1400878 w 2461845"/>
                <a:gd name="connsiteY1" fmla="*/ 240353 h 2396685"/>
                <a:gd name="connsiteX2" fmla="*/ 1418212 w 2461845"/>
                <a:gd name="connsiteY2" fmla="*/ 261362 h 2396685"/>
                <a:gd name="connsiteX3" fmla="*/ 1475848 w 2461845"/>
                <a:gd name="connsiteY3" fmla="*/ 246542 h 2396685"/>
                <a:gd name="connsiteX4" fmla="*/ 1641230 w 2461845"/>
                <a:gd name="connsiteY4" fmla="*/ 229870 h 2396685"/>
                <a:gd name="connsiteX5" fmla="*/ 2461845 w 2461845"/>
                <a:gd name="connsiteY5" fmla="*/ 1050485 h 2396685"/>
                <a:gd name="connsiteX6" fmla="*/ 2100044 w 2461845"/>
                <a:gd name="connsiteY6" fmla="*/ 1730952 h 2396685"/>
                <a:gd name="connsiteX7" fmla="*/ 2031973 w 2461845"/>
                <a:gd name="connsiteY7" fmla="*/ 1767900 h 2396685"/>
                <a:gd name="connsiteX8" fmla="*/ 2018552 w 2461845"/>
                <a:gd name="connsiteY8" fmla="*/ 1820096 h 2396685"/>
                <a:gd name="connsiteX9" fmla="*/ 1234830 w 2461845"/>
                <a:gd name="connsiteY9" fmla="*/ 2396685 h 2396685"/>
                <a:gd name="connsiteX10" fmla="*/ 414215 w 2461845"/>
                <a:gd name="connsiteY10" fmla="*/ 1576070 h 2396685"/>
                <a:gd name="connsiteX11" fmla="*/ 416502 w 2461845"/>
                <a:gd name="connsiteY11" fmla="*/ 1530773 h 2396685"/>
                <a:gd name="connsiteX12" fmla="*/ 361802 w 2461845"/>
                <a:gd name="connsiteY12" fmla="*/ 1501082 h 2396685"/>
                <a:gd name="connsiteX13" fmla="*/ 0 w 2461845"/>
                <a:gd name="connsiteY13" fmla="*/ 820615 h 2396685"/>
                <a:gd name="connsiteX14" fmla="*/ 820615 w 2461845"/>
                <a:gd name="connsiteY14" fmla="*/ 0 h 2396685"/>
                <a:gd name="connsiteX0-1" fmla="*/ 820615 w 2461845"/>
                <a:gd name="connsiteY0-2" fmla="*/ 0 h 2396685"/>
                <a:gd name="connsiteX1-3" fmla="*/ 1400878 w 2461845"/>
                <a:gd name="connsiteY1-4" fmla="*/ 240353 h 2396685"/>
                <a:gd name="connsiteX2-5" fmla="*/ 1418212 w 2461845"/>
                <a:gd name="connsiteY2-6" fmla="*/ 261362 h 2396685"/>
                <a:gd name="connsiteX3-7" fmla="*/ 1475848 w 2461845"/>
                <a:gd name="connsiteY3-8" fmla="*/ 246542 h 2396685"/>
                <a:gd name="connsiteX4-9" fmla="*/ 1641230 w 2461845"/>
                <a:gd name="connsiteY4-10" fmla="*/ 229870 h 2396685"/>
                <a:gd name="connsiteX5-11" fmla="*/ 2461845 w 2461845"/>
                <a:gd name="connsiteY5-12" fmla="*/ 1050485 h 2396685"/>
                <a:gd name="connsiteX6-13" fmla="*/ 2100044 w 2461845"/>
                <a:gd name="connsiteY6-14" fmla="*/ 1730952 h 2396685"/>
                <a:gd name="connsiteX7-15" fmla="*/ 2031973 w 2461845"/>
                <a:gd name="connsiteY7-16" fmla="*/ 1767900 h 2396685"/>
                <a:gd name="connsiteX8-17" fmla="*/ 2018552 w 2461845"/>
                <a:gd name="connsiteY8-18" fmla="*/ 1820096 h 2396685"/>
                <a:gd name="connsiteX9-19" fmla="*/ 1234830 w 2461845"/>
                <a:gd name="connsiteY9-20" fmla="*/ 2396685 h 2396685"/>
                <a:gd name="connsiteX10-21" fmla="*/ 414215 w 2461845"/>
                <a:gd name="connsiteY10-22" fmla="*/ 1576070 h 2396685"/>
                <a:gd name="connsiteX11-23" fmla="*/ 416502 w 2461845"/>
                <a:gd name="connsiteY11-24" fmla="*/ 1530773 h 2396685"/>
                <a:gd name="connsiteX12-25" fmla="*/ 361802 w 2461845"/>
                <a:gd name="connsiteY12-26" fmla="*/ 1501082 h 2396685"/>
                <a:gd name="connsiteX13-27" fmla="*/ 0 w 2461845"/>
                <a:gd name="connsiteY13-28" fmla="*/ 820615 h 2396685"/>
                <a:gd name="connsiteX14-29" fmla="*/ 820615 w 2461845"/>
                <a:gd name="connsiteY14-30" fmla="*/ 0 h 2396685"/>
                <a:gd name="connsiteX0-31" fmla="*/ 911445 w 2552675"/>
                <a:gd name="connsiteY0-32" fmla="*/ 0 h 2396685"/>
                <a:gd name="connsiteX1-33" fmla="*/ 1491708 w 2552675"/>
                <a:gd name="connsiteY1-34" fmla="*/ 240353 h 2396685"/>
                <a:gd name="connsiteX2-35" fmla="*/ 1509042 w 2552675"/>
                <a:gd name="connsiteY2-36" fmla="*/ 261362 h 2396685"/>
                <a:gd name="connsiteX3-37" fmla="*/ 1566678 w 2552675"/>
                <a:gd name="connsiteY3-38" fmla="*/ 246542 h 2396685"/>
                <a:gd name="connsiteX4-39" fmla="*/ 1732060 w 2552675"/>
                <a:gd name="connsiteY4-40" fmla="*/ 229870 h 2396685"/>
                <a:gd name="connsiteX5-41" fmla="*/ 2552675 w 2552675"/>
                <a:gd name="connsiteY5-42" fmla="*/ 1050485 h 2396685"/>
                <a:gd name="connsiteX6-43" fmla="*/ 2190874 w 2552675"/>
                <a:gd name="connsiteY6-44" fmla="*/ 1730952 h 2396685"/>
                <a:gd name="connsiteX7-45" fmla="*/ 2122803 w 2552675"/>
                <a:gd name="connsiteY7-46" fmla="*/ 1767900 h 2396685"/>
                <a:gd name="connsiteX8-47" fmla="*/ 2109382 w 2552675"/>
                <a:gd name="connsiteY8-48" fmla="*/ 1820096 h 2396685"/>
                <a:gd name="connsiteX9-49" fmla="*/ 1325660 w 2552675"/>
                <a:gd name="connsiteY9-50" fmla="*/ 2396685 h 2396685"/>
                <a:gd name="connsiteX10-51" fmla="*/ 505045 w 2552675"/>
                <a:gd name="connsiteY10-52" fmla="*/ 1576070 h 2396685"/>
                <a:gd name="connsiteX11-53" fmla="*/ 507332 w 2552675"/>
                <a:gd name="connsiteY11-54" fmla="*/ 1530773 h 2396685"/>
                <a:gd name="connsiteX12-55" fmla="*/ 452632 w 2552675"/>
                <a:gd name="connsiteY12-56" fmla="*/ 1501082 h 2396685"/>
                <a:gd name="connsiteX13-57" fmla="*/ 90830 w 2552675"/>
                <a:gd name="connsiteY13-58" fmla="*/ 820615 h 2396685"/>
                <a:gd name="connsiteX14-59" fmla="*/ 911445 w 2552675"/>
                <a:gd name="connsiteY14-60" fmla="*/ 0 h 2396685"/>
                <a:gd name="connsiteX0-61" fmla="*/ 911445 w 2552675"/>
                <a:gd name="connsiteY0-62" fmla="*/ 0 h 2396685"/>
                <a:gd name="connsiteX1-63" fmla="*/ 1491708 w 2552675"/>
                <a:gd name="connsiteY1-64" fmla="*/ 240353 h 2396685"/>
                <a:gd name="connsiteX2-65" fmla="*/ 1509042 w 2552675"/>
                <a:gd name="connsiteY2-66" fmla="*/ 261362 h 2396685"/>
                <a:gd name="connsiteX3-67" fmla="*/ 1566678 w 2552675"/>
                <a:gd name="connsiteY3-68" fmla="*/ 246542 h 2396685"/>
                <a:gd name="connsiteX4-69" fmla="*/ 1732060 w 2552675"/>
                <a:gd name="connsiteY4-70" fmla="*/ 229870 h 2396685"/>
                <a:gd name="connsiteX5-71" fmla="*/ 2552675 w 2552675"/>
                <a:gd name="connsiteY5-72" fmla="*/ 1050485 h 2396685"/>
                <a:gd name="connsiteX6-73" fmla="*/ 2190874 w 2552675"/>
                <a:gd name="connsiteY6-74" fmla="*/ 1730952 h 2396685"/>
                <a:gd name="connsiteX7-75" fmla="*/ 2122803 w 2552675"/>
                <a:gd name="connsiteY7-76" fmla="*/ 1767900 h 2396685"/>
                <a:gd name="connsiteX8-77" fmla="*/ 2109382 w 2552675"/>
                <a:gd name="connsiteY8-78" fmla="*/ 1820096 h 2396685"/>
                <a:gd name="connsiteX9-79" fmla="*/ 1325660 w 2552675"/>
                <a:gd name="connsiteY9-80" fmla="*/ 2396685 h 2396685"/>
                <a:gd name="connsiteX10-81" fmla="*/ 505045 w 2552675"/>
                <a:gd name="connsiteY10-82" fmla="*/ 1576070 h 2396685"/>
                <a:gd name="connsiteX11-83" fmla="*/ 507332 w 2552675"/>
                <a:gd name="connsiteY11-84" fmla="*/ 1530773 h 2396685"/>
                <a:gd name="connsiteX12-85" fmla="*/ 452632 w 2552675"/>
                <a:gd name="connsiteY12-86" fmla="*/ 1501082 h 2396685"/>
                <a:gd name="connsiteX13-87" fmla="*/ 90830 w 2552675"/>
                <a:gd name="connsiteY13-88" fmla="*/ 820615 h 2396685"/>
                <a:gd name="connsiteX14-89" fmla="*/ 911445 w 2552675"/>
                <a:gd name="connsiteY14-90" fmla="*/ 0 h 2396685"/>
                <a:gd name="connsiteX0-91" fmla="*/ 1081174 w 2722404"/>
                <a:gd name="connsiteY0-92" fmla="*/ 0 h 2396685"/>
                <a:gd name="connsiteX1-93" fmla="*/ 1661437 w 2722404"/>
                <a:gd name="connsiteY1-94" fmla="*/ 240353 h 2396685"/>
                <a:gd name="connsiteX2-95" fmla="*/ 1678771 w 2722404"/>
                <a:gd name="connsiteY2-96" fmla="*/ 261362 h 2396685"/>
                <a:gd name="connsiteX3-97" fmla="*/ 1736407 w 2722404"/>
                <a:gd name="connsiteY3-98" fmla="*/ 246542 h 2396685"/>
                <a:gd name="connsiteX4-99" fmla="*/ 1901789 w 2722404"/>
                <a:gd name="connsiteY4-100" fmla="*/ 229870 h 2396685"/>
                <a:gd name="connsiteX5-101" fmla="*/ 2722404 w 2722404"/>
                <a:gd name="connsiteY5-102" fmla="*/ 1050485 h 2396685"/>
                <a:gd name="connsiteX6-103" fmla="*/ 2360603 w 2722404"/>
                <a:gd name="connsiteY6-104" fmla="*/ 1730952 h 2396685"/>
                <a:gd name="connsiteX7-105" fmla="*/ 2292532 w 2722404"/>
                <a:gd name="connsiteY7-106" fmla="*/ 1767900 h 2396685"/>
                <a:gd name="connsiteX8-107" fmla="*/ 2279111 w 2722404"/>
                <a:gd name="connsiteY8-108" fmla="*/ 1820096 h 2396685"/>
                <a:gd name="connsiteX9-109" fmla="*/ 1495389 w 2722404"/>
                <a:gd name="connsiteY9-110" fmla="*/ 2396685 h 2396685"/>
                <a:gd name="connsiteX10-111" fmla="*/ 674774 w 2722404"/>
                <a:gd name="connsiteY10-112" fmla="*/ 1576070 h 2396685"/>
                <a:gd name="connsiteX11-113" fmla="*/ 677061 w 2722404"/>
                <a:gd name="connsiteY11-114" fmla="*/ 1530773 h 2396685"/>
                <a:gd name="connsiteX12-115" fmla="*/ 44022 w 2722404"/>
                <a:gd name="connsiteY12-116" fmla="*/ 1618313 h 2396685"/>
                <a:gd name="connsiteX13-117" fmla="*/ 260559 w 2722404"/>
                <a:gd name="connsiteY13-118" fmla="*/ 820615 h 2396685"/>
                <a:gd name="connsiteX14-119" fmla="*/ 1081174 w 2722404"/>
                <a:gd name="connsiteY14-120" fmla="*/ 0 h 2396685"/>
                <a:gd name="connsiteX0-121" fmla="*/ 1081174 w 2722404"/>
                <a:gd name="connsiteY0-122" fmla="*/ 0 h 2396685"/>
                <a:gd name="connsiteX1-123" fmla="*/ 1661437 w 2722404"/>
                <a:gd name="connsiteY1-124" fmla="*/ 240353 h 2396685"/>
                <a:gd name="connsiteX2-125" fmla="*/ 1678771 w 2722404"/>
                <a:gd name="connsiteY2-126" fmla="*/ 261362 h 2396685"/>
                <a:gd name="connsiteX3-127" fmla="*/ 1736407 w 2722404"/>
                <a:gd name="connsiteY3-128" fmla="*/ 246542 h 2396685"/>
                <a:gd name="connsiteX4-129" fmla="*/ 1901789 w 2722404"/>
                <a:gd name="connsiteY4-130" fmla="*/ 229870 h 2396685"/>
                <a:gd name="connsiteX5-131" fmla="*/ 2722404 w 2722404"/>
                <a:gd name="connsiteY5-132" fmla="*/ 1050485 h 2396685"/>
                <a:gd name="connsiteX6-133" fmla="*/ 2360603 w 2722404"/>
                <a:gd name="connsiteY6-134" fmla="*/ 1730952 h 2396685"/>
                <a:gd name="connsiteX7-135" fmla="*/ 2292532 w 2722404"/>
                <a:gd name="connsiteY7-136" fmla="*/ 1767900 h 2396685"/>
                <a:gd name="connsiteX8-137" fmla="*/ 2279111 w 2722404"/>
                <a:gd name="connsiteY8-138" fmla="*/ 1820096 h 2396685"/>
                <a:gd name="connsiteX9-139" fmla="*/ 1495389 w 2722404"/>
                <a:gd name="connsiteY9-140" fmla="*/ 2396685 h 2396685"/>
                <a:gd name="connsiteX10-141" fmla="*/ 674774 w 2722404"/>
                <a:gd name="connsiteY10-142" fmla="*/ 1576070 h 2396685"/>
                <a:gd name="connsiteX11-143" fmla="*/ 309738 w 2722404"/>
                <a:gd name="connsiteY11-144" fmla="*/ 2054404 h 2396685"/>
                <a:gd name="connsiteX12-145" fmla="*/ 44022 w 2722404"/>
                <a:gd name="connsiteY12-146" fmla="*/ 1618313 h 2396685"/>
                <a:gd name="connsiteX13-147" fmla="*/ 260559 w 2722404"/>
                <a:gd name="connsiteY13-148" fmla="*/ 820615 h 2396685"/>
                <a:gd name="connsiteX14-149" fmla="*/ 1081174 w 2722404"/>
                <a:gd name="connsiteY14-150" fmla="*/ 0 h 2396685"/>
                <a:gd name="connsiteX0-151" fmla="*/ 1081174 w 2722404"/>
                <a:gd name="connsiteY0-152" fmla="*/ 0 h 2535067"/>
                <a:gd name="connsiteX1-153" fmla="*/ 1661437 w 2722404"/>
                <a:gd name="connsiteY1-154" fmla="*/ 240353 h 2535067"/>
                <a:gd name="connsiteX2-155" fmla="*/ 1678771 w 2722404"/>
                <a:gd name="connsiteY2-156" fmla="*/ 261362 h 2535067"/>
                <a:gd name="connsiteX3-157" fmla="*/ 1736407 w 2722404"/>
                <a:gd name="connsiteY3-158" fmla="*/ 246542 h 2535067"/>
                <a:gd name="connsiteX4-159" fmla="*/ 1901789 w 2722404"/>
                <a:gd name="connsiteY4-160" fmla="*/ 229870 h 2535067"/>
                <a:gd name="connsiteX5-161" fmla="*/ 2722404 w 2722404"/>
                <a:gd name="connsiteY5-162" fmla="*/ 1050485 h 2535067"/>
                <a:gd name="connsiteX6-163" fmla="*/ 2360603 w 2722404"/>
                <a:gd name="connsiteY6-164" fmla="*/ 1730952 h 2535067"/>
                <a:gd name="connsiteX7-165" fmla="*/ 2292532 w 2722404"/>
                <a:gd name="connsiteY7-166" fmla="*/ 1767900 h 2535067"/>
                <a:gd name="connsiteX8-167" fmla="*/ 2279111 w 2722404"/>
                <a:gd name="connsiteY8-168" fmla="*/ 1820096 h 2535067"/>
                <a:gd name="connsiteX9-169" fmla="*/ 1495389 w 2722404"/>
                <a:gd name="connsiteY9-170" fmla="*/ 2396685 h 2535067"/>
                <a:gd name="connsiteX10-171" fmla="*/ 1010836 w 2722404"/>
                <a:gd name="connsiteY10-172" fmla="*/ 2271639 h 2535067"/>
                <a:gd name="connsiteX11-173" fmla="*/ 309738 w 2722404"/>
                <a:gd name="connsiteY11-174" fmla="*/ 2054404 h 2535067"/>
                <a:gd name="connsiteX12-175" fmla="*/ 44022 w 2722404"/>
                <a:gd name="connsiteY12-176" fmla="*/ 1618313 h 2535067"/>
                <a:gd name="connsiteX13-177" fmla="*/ 260559 w 2722404"/>
                <a:gd name="connsiteY13-178" fmla="*/ 820615 h 2535067"/>
                <a:gd name="connsiteX14-179" fmla="*/ 1081174 w 2722404"/>
                <a:gd name="connsiteY14-180" fmla="*/ 0 h 2535067"/>
                <a:gd name="connsiteX0-181" fmla="*/ 1081174 w 2722404"/>
                <a:gd name="connsiteY0-182" fmla="*/ 0 h 2548703"/>
                <a:gd name="connsiteX1-183" fmla="*/ 1661437 w 2722404"/>
                <a:gd name="connsiteY1-184" fmla="*/ 240353 h 2548703"/>
                <a:gd name="connsiteX2-185" fmla="*/ 1678771 w 2722404"/>
                <a:gd name="connsiteY2-186" fmla="*/ 261362 h 2548703"/>
                <a:gd name="connsiteX3-187" fmla="*/ 1736407 w 2722404"/>
                <a:gd name="connsiteY3-188" fmla="*/ 246542 h 2548703"/>
                <a:gd name="connsiteX4-189" fmla="*/ 1901789 w 2722404"/>
                <a:gd name="connsiteY4-190" fmla="*/ 229870 h 2548703"/>
                <a:gd name="connsiteX5-191" fmla="*/ 2722404 w 2722404"/>
                <a:gd name="connsiteY5-192" fmla="*/ 1050485 h 2548703"/>
                <a:gd name="connsiteX6-193" fmla="*/ 2360603 w 2722404"/>
                <a:gd name="connsiteY6-194" fmla="*/ 1730952 h 2548703"/>
                <a:gd name="connsiteX7-195" fmla="*/ 2292532 w 2722404"/>
                <a:gd name="connsiteY7-196" fmla="*/ 1767900 h 2548703"/>
                <a:gd name="connsiteX8-197" fmla="*/ 2279111 w 2722404"/>
                <a:gd name="connsiteY8-198" fmla="*/ 1820096 h 2548703"/>
                <a:gd name="connsiteX9-199" fmla="*/ 1979943 w 2722404"/>
                <a:gd name="connsiteY9-200" fmla="*/ 2427946 h 2548703"/>
                <a:gd name="connsiteX10-201" fmla="*/ 1010836 w 2722404"/>
                <a:gd name="connsiteY10-202" fmla="*/ 2271639 h 2548703"/>
                <a:gd name="connsiteX11-203" fmla="*/ 309738 w 2722404"/>
                <a:gd name="connsiteY11-204" fmla="*/ 2054404 h 2548703"/>
                <a:gd name="connsiteX12-205" fmla="*/ 44022 w 2722404"/>
                <a:gd name="connsiteY12-206" fmla="*/ 1618313 h 2548703"/>
                <a:gd name="connsiteX13-207" fmla="*/ 260559 w 2722404"/>
                <a:gd name="connsiteY13-208" fmla="*/ 820615 h 2548703"/>
                <a:gd name="connsiteX14-209" fmla="*/ 1081174 w 2722404"/>
                <a:gd name="connsiteY14-210" fmla="*/ 0 h 2548703"/>
                <a:gd name="connsiteX0-211" fmla="*/ 1081174 w 2722404"/>
                <a:gd name="connsiteY0-212" fmla="*/ 0 h 2548703"/>
                <a:gd name="connsiteX1-213" fmla="*/ 1661437 w 2722404"/>
                <a:gd name="connsiteY1-214" fmla="*/ 240353 h 2548703"/>
                <a:gd name="connsiteX2-215" fmla="*/ 1678771 w 2722404"/>
                <a:gd name="connsiteY2-216" fmla="*/ 261362 h 2548703"/>
                <a:gd name="connsiteX3-217" fmla="*/ 1736407 w 2722404"/>
                <a:gd name="connsiteY3-218" fmla="*/ 246542 h 2548703"/>
                <a:gd name="connsiteX4-219" fmla="*/ 1901789 w 2722404"/>
                <a:gd name="connsiteY4-220" fmla="*/ 229870 h 2548703"/>
                <a:gd name="connsiteX5-221" fmla="*/ 2722404 w 2722404"/>
                <a:gd name="connsiteY5-222" fmla="*/ 1050485 h 2548703"/>
                <a:gd name="connsiteX6-223" fmla="*/ 2360603 w 2722404"/>
                <a:gd name="connsiteY6-224" fmla="*/ 1730952 h 2548703"/>
                <a:gd name="connsiteX7-225" fmla="*/ 2292532 w 2722404"/>
                <a:gd name="connsiteY7-226" fmla="*/ 1767900 h 2548703"/>
                <a:gd name="connsiteX8-227" fmla="*/ 2279111 w 2722404"/>
                <a:gd name="connsiteY8-228" fmla="*/ 1820096 h 2548703"/>
                <a:gd name="connsiteX9-229" fmla="*/ 1979943 w 2722404"/>
                <a:gd name="connsiteY9-230" fmla="*/ 2427946 h 2548703"/>
                <a:gd name="connsiteX10-231" fmla="*/ 1010836 w 2722404"/>
                <a:gd name="connsiteY10-232" fmla="*/ 2271639 h 2548703"/>
                <a:gd name="connsiteX11-233" fmla="*/ 411338 w 2722404"/>
                <a:gd name="connsiteY11-234" fmla="*/ 2132557 h 2548703"/>
                <a:gd name="connsiteX12-235" fmla="*/ 44022 w 2722404"/>
                <a:gd name="connsiteY12-236" fmla="*/ 1618313 h 2548703"/>
                <a:gd name="connsiteX13-237" fmla="*/ 260559 w 2722404"/>
                <a:gd name="connsiteY13-238" fmla="*/ 820615 h 2548703"/>
                <a:gd name="connsiteX14-239" fmla="*/ 1081174 w 2722404"/>
                <a:gd name="connsiteY14-240" fmla="*/ 0 h 2548703"/>
                <a:gd name="connsiteX0-241" fmla="*/ 1081174 w 2722404"/>
                <a:gd name="connsiteY0-242" fmla="*/ 0 h 2428424"/>
                <a:gd name="connsiteX1-243" fmla="*/ 1661437 w 2722404"/>
                <a:gd name="connsiteY1-244" fmla="*/ 240353 h 2428424"/>
                <a:gd name="connsiteX2-245" fmla="*/ 1678771 w 2722404"/>
                <a:gd name="connsiteY2-246" fmla="*/ 261362 h 2428424"/>
                <a:gd name="connsiteX3-247" fmla="*/ 1736407 w 2722404"/>
                <a:gd name="connsiteY3-248" fmla="*/ 246542 h 2428424"/>
                <a:gd name="connsiteX4-249" fmla="*/ 1901789 w 2722404"/>
                <a:gd name="connsiteY4-250" fmla="*/ 229870 h 2428424"/>
                <a:gd name="connsiteX5-251" fmla="*/ 2722404 w 2722404"/>
                <a:gd name="connsiteY5-252" fmla="*/ 1050485 h 2428424"/>
                <a:gd name="connsiteX6-253" fmla="*/ 2360603 w 2722404"/>
                <a:gd name="connsiteY6-254" fmla="*/ 1730952 h 2428424"/>
                <a:gd name="connsiteX7-255" fmla="*/ 2292532 w 2722404"/>
                <a:gd name="connsiteY7-256" fmla="*/ 1767900 h 2428424"/>
                <a:gd name="connsiteX8-257" fmla="*/ 2279111 w 2722404"/>
                <a:gd name="connsiteY8-258" fmla="*/ 1820096 h 2428424"/>
                <a:gd name="connsiteX9-259" fmla="*/ 1979943 w 2722404"/>
                <a:gd name="connsiteY9-260" fmla="*/ 2427946 h 2428424"/>
                <a:gd name="connsiteX10-261" fmla="*/ 1339082 w 2722404"/>
                <a:gd name="connsiteY10-262" fmla="*/ 1873054 h 2428424"/>
                <a:gd name="connsiteX11-263" fmla="*/ 411338 w 2722404"/>
                <a:gd name="connsiteY11-264" fmla="*/ 2132557 h 2428424"/>
                <a:gd name="connsiteX12-265" fmla="*/ 44022 w 2722404"/>
                <a:gd name="connsiteY12-266" fmla="*/ 1618313 h 2428424"/>
                <a:gd name="connsiteX13-267" fmla="*/ 260559 w 2722404"/>
                <a:gd name="connsiteY13-268" fmla="*/ 820615 h 2428424"/>
                <a:gd name="connsiteX14-269" fmla="*/ 1081174 w 2722404"/>
                <a:gd name="connsiteY14-270" fmla="*/ 0 h 2428424"/>
                <a:gd name="connsiteX0-271" fmla="*/ 1081174 w 2722404"/>
                <a:gd name="connsiteY0-272" fmla="*/ 0 h 2428424"/>
                <a:gd name="connsiteX1-273" fmla="*/ 1661437 w 2722404"/>
                <a:gd name="connsiteY1-274" fmla="*/ 240353 h 2428424"/>
                <a:gd name="connsiteX2-275" fmla="*/ 1678771 w 2722404"/>
                <a:gd name="connsiteY2-276" fmla="*/ 261362 h 2428424"/>
                <a:gd name="connsiteX3-277" fmla="*/ 1736407 w 2722404"/>
                <a:gd name="connsiteY3-278" fmla="*/ 246542 h 2428424"/>
                <a:gd name="connsiteX4-279" fmla="*/ 1901789 w 2722404"/>
                <a:gd name="connsiteY4-280" fmla="*/ 229870 h 2428424"/>
                <a:gd name="connsiteX5-281" fmla="*/ 2722404 w 2722404"/>
                <a:gd name="connsiteY5-282" fmla="*/ 1050485 h 2428424"/>
                <a:gd name="connsiteX6-283" fmla="*/ 2360603 w 2722404"/>
                <a:gd name="connsiteY6-284" fmla="*/ 1730952 h 2428424"/>
                <a:gd name="connsiteX7-285" fmla="*/ 2292532 w 2722404"/>
                <a:gd name="connsiteY7-286" fmla="*/ 1767900 h 2428424"/>
                <a:gd name="connsiteX8-287" fmla="*/ 2279111 w 2722404"/>
                <a:gd name="connsiteY8-288" fmla="*/ 1820096 h 2428424"/>
                <a:gd name="connsiteX9-289" fmla="*/ 1979943 w 2722404"/>
                <a:gd name="connsiteY9-290" fmla="*/ 2427946 h 2428424"/>
                <a:gd name="connsiteX10-291" fmla="*/ 1339082 w 2722404"/>
                <a:gd name="connsiteY10-292" fmla="*/ 1873054 h 2428424"/>
                <a:gd name="connsiteX11-293" fmla="*/ 411338 w 2722404"/>
                <a:gd name="connsiteY11-294" fmla="*/ 2132557 h 2428424"/>
                <a:gd name="connsiteX12-295" fmla="*/ 44022 w 2722404"/>
                <a:gd name="connsiteY12-296" fmla="*/ 1618313 h 2428424"/>
                <a:gd name="connsiteX13-297" fmla="*/ 260559 w 2722404"/>
                <a:gd name="connsiteY13-298" fmla="*/ 820615 h 2428424"/>
                <a:gd name="connsiteX14-299" fmla="*/ 1081174 w 2722404"/>
                <a:gd name="connsiteY14-300" fmla="*/ 0 h 2428424"/>
                <a:gd name="connsiteX0-301" fmla="*/ 1055376 w 2696606"/>
                <a:gd name="connsiteY0-302" fmla="*/ 0 h 2428424"/>
                <a:gd name="connsiteX1-303" fmla="*/ 1635639 w 2696606"/>
                <a:gd name="connsiteY1-304" fmla="*/ 240353 h 2428424"/>
                <a:gd name="connsiteX2-305" fmla="*/ 1652973 w 2696606"/>
                <a:gd name="connsiteY2-306" fmla="*/ 261362 h 2428424"/>
                <a:gd name="connsiteX3-307" fmla="*/ 1710609 w 2696606"/>
                <a:gd name="connsiteY3-308" fmla="*/ 246542 h 2428424"/>
                <a:gd name="connsiteX4-309" fmla="*/ 1875991 w 2696606"/>
                <a:gd name="connsiteY4-310" fmla="*/ 229870 h 2428424"/>
                <a:gd name="connsiteX5-311" fmla="*/ 2696606 w 2696606"/>
                <a:gd name="connsiteY5-312" fmla="*/ 1050485 h 2428424"/>
                <a:gd name="connsiteX6-313" fmla="*/ 2334805 w 2696606"/>
                <a:gd name="connsiteY6-314" fmla="*/ 1730952 h 2428424"/>
                <a:gd name="connsiteX7-315" fmla="*/ 2266734 w 2696606"/>
                <a:gd name="connsiteY7-316" fmla="*/ 1767900 h 2428424"/>
                <a:gd name="connsiteX8-317" fmla="*/ 2253313 w 2696606"/>
                <a:gd name="connsiteY8-318" fmla="*/ 1820096 h 2428424"/>
                <a:gd name="connsiteX9-319" fmla="*/ 1954145 w 2696606"/>
                <a:gd name="connsiteY9-320" fmla="*/ 2427946 h 2428424"/>
                <a:gd name="connsiteX10-321" fmla="*/ 1313284 w 2696606"/>
                <a:gd name="connsiteY10-322" fmla="*/ 1873054 h 2428424"/>
                <a:gd name="connsiteX11-323" fmla="*/ 385540 w 2696606"/>
                <a:gd name="connsiteY11-324" fmla="*/ 2132557 h 2428424"/>
                <a:gd name="connsiteX12-325" fmla="*/ 18224 w 2696606"/>
                <a:gd name="connsiteY12-326" fmla="*/ 1618313 h 2428424"/>
                <a:gd name="connsiteX13-327" fmla="*/ 234761 w 2696606"/>
                <a:gd name="connsiteY13-328" fmla="*/ 820615 h 2428424"/>
                <a:gd name="connsiteX14-329" fmla="*/ 1055376 w 2696606"/>
                <a:gd name="connsiteY14-330" fmla="*/ 0 h 2428424"/>
                <a:gd name="connsiteX0-331" fmla="*/ 1055376 w 2696606"/>
                <a:gd name="connsiteY0-332" fmla="*/ 0 h 2428424"/>
                <a:gd name="connsiteX1-333" fmla="*/ 1635639 w 2696606"/>
                <a:gd name="connsiteY1-334" fmla="*/ 240353 h 2428424"/>
                <a:gd name="connsiteX2-335" fmla="*/ 1652973 w 2696606"/>
                <a:gd name="connsiteY2-336" fmla="*/ 261362 h 2428424"/>
                <a:gd name="connsiteX3-337" fmla="*/ 1710609 w 2696606"/>
                <a:gd name="connsiteY3-338" fmla="*/ 246542 h 2428424"/>
                <a:gd name="connsiteX4-339" fmla="*/ 1875991 w 2696606"/>
                <a:gd name="connsiteY4-340" fmla="*/ 229870 h 2428424"/>
                <a:gd name="connsiteX5-341" fmla="*/ 2696606 w 2696606"/>
                <a:gd name="connsiteY5-342" fmla="*/ 1050485 h 2428424"/>
                <a:gd name="connsiteX6-343" fmla="*/ 2334805 w 2696606"/>
                <a:gd name="connsiteY6-344" fmla="*/ 1730952 h 2428424"/>
                <a:gd name="connsiteX7-345" fmla="*/ 2266734 w 2696606"/>
                <a:gd name="connsiteY7-346" fmla="*/ 1767900 h 2428424"/>
                <a:gd name="connsiteX8-347" fmla="*/ 2253313 w 2696606"/>
                <a:gd name="connsiteY8-348" fmla="*/ 1820096 h 2428424"/>
                <a:gd name="connsiteX9-349" fmla="*/ 1954145 w 2696606"/>
                <a:gd name="connsiteY9-350" fmla="*/ 2427946 h 2428424"/>
                <a:gd name="connsiteX10-351" fmla="*/ 1313284 w 2696606"/>
                <a:gd name="connsiteY10-352" fmla="*/ 1873054 h 2428424"/>
                <a:gd name="connsiteX11-353" fmla="*/ 385540 w 2696606"/>
                <a:gd name="connsiteY11-354" fmla="*/ 2132557 h 2428424"/>
                <a:gd name="connsiteX12-355" fmla="*/ 18224 w 2696606"/>
                <a:gd name="connsiteY12-356" fmla="*/ 1618313 h 2428424"/>
                <a:gd name="connsiteX13-357" fmla="*/ 234761 w 2696606"/>
                <a:gd name="connsiteY13-358" fmla="*/ 820615 h 2428424"/>
                <a:gd name="connsiteX14-359" fmla="*/ 1055376 w 2696606"/>
                <a:gd name="connsiteY14-360" fmla="*/ 0 h 2428424"/>
                <a:gd name="connsiteX0-361" fmla="*/ 1055376 w 2696606"/>
                <a:gd name="connsiteY0-362" fmla="*/ 0 h 2428424"/>
                <a:gd name="connsiteX1-363" fmla="*/ 1635639 w 2696606"/>
                <a:gd name="connsiteY1-364" fmla="*/ 240353 h 2428424"/>
                <a:gd name="connsiteX2-365" fmla="*/ 1652973 w 2696606"/>
                <a:gd name="connsiteY2-366" fmla="*/ 261362 h 2428424"/>
                <a:gd name="connsiteX3-367" fmla="*/ 1710609 w 2696606"/>
                <a:gd name="connsiteY3-368" fmla="*/ 246542 h 2428424"/>
                <a:gd name="connsiteX4-369" fmla="*/ 1875991 w 2696606"/>
                <a:gd name="connsiteY4-370" fmla="*/ 229870 h 2428424"/>
                <a:gd name="connsiteX5-371" fmla="*/ 2696606 w 2696606"/>
                <a:gd name="connsiteY5-372" fmla="*/ 1050485 h 2428424"/>
                <a:gd name="connsiteX6-373" fmla="*/ 2334805 w 2696606"/>
                <a:gd name="connsiteY6-374" fmla="*/ 1730952 h 2428424"/>
                <a:gd name="connsiteX7-375" fmla="*/ 2266734 w 2696606"/>
                <a:gd name="connsiteY7-376" fmla="*/ 1767900 h 2428424"/>
                <a:gd name="connsiteX8-377" fmla="*/ 2253313 w 2696606"/>
                <a:gd name="connsiteY8-378" fmla="*/ 1820096 h 2428424"/>
                <a:gd name="connsiteX9-379" fmla="*/ 1954145 w 2696606"/>
                <a:gd name="connsiteY9-380" fmla="*/ 2427946 h 2428424"/>
                <a:gd name="connsiteX10-381" fmla="*/ 1313284 w 2696606"/>
                <a:gd name="connsiteY10-382" fmla="*/ 1873054 h 2428424"/>
                <a:gd name="connsiteX11-383" fmla="*/ 385540 w 2696606"/>
                <a:gd name="connsiteY11-384" fmla="*/ 2132557 h 2428424"/>
                <a:gd name="connsiteX12-385" fmla="*/ 18224 w 2696606"/>
                <a:gd name="connsiteY12-386" fmla="*/ 1618313 h 2428424"/>
                <a:gd name="connsiteX13-387" fmla="*/ 234761 w 2696606"/>
                <a:gd name="connsiteY13-388" fmla="*/ 820615 h 2428424"/>
                <a:gd name="connsiteX14-389" fmla="*/ 1055376 w 2696606"/>
                <a:gd name="connsiteY14-390" fmla="*/ 0 h 2428424"/>
                <a:gd name="connsiteX0-391" fmla="*/ 1055376 w 2696606"/>
                <a:gd name="connsiteY0-392" fmla="*/ 0 h 2428424"/>
                <a:gd name="connsiteX1-393" fmla="*/ 1635639 w 2696606"/>
                <a:gd name="connsiteY1-394" fmla="*/ 240353 h 2428424"/>
                <a:gd name="connsiteX2-395" fmla="*/ 1652973 w 2696606"/>
                <a:gd name="connsiteY2-396" fmla="*/ 261362 h 2428424"/>
                <a:gd name="connsiteX3-397" fmla="*/ 1710609 w 2696606"/>
                <a:gd name="connsiteY3-398" fmla="*/ 246542 h 2428424"/>
                <a:gd name="connsiteX4-399" fmla="*/ 1875991 w 2696606"/>
                <a:gd name="connsiteY4-400" fmla="*/ 229870 h 2428424"/>
                <a:gd name="connsiteX5-401" fmla="*/ 2696606 w 2696606"/>
                <a:gd name="connsiteY5-402" fmla="*/ 1050485 h 2428424"/>
                <a:gd name="connsiteX6-403" fmla="*/ 2334805 w 2696606"/>
                <a:gd name="connsiteY6-404" fmla="*/ 1730952 h 2428424"/>
                <a:gd name="connsiteX7-405" fmla="*/ 2266734 w 2696606"/>
                <a:gd name="connsiteY7-406" fmla="*/ 1767900 h 2428424"/>
                <a:gd name="connsiteX8-407" fmla="*/ 2253313 w 2696606"/>
                <a:gd name="connsiteY8-408" fmla="*/ 1820096 h 2428424"/>
                <a:gd name="connsiteX9-409" fmla="*/ 1954145 w 2696606"/>
                <a:gd name="connsiteY9-410" fmla="*/ 2427946 h 2428424"/>
                <a:gd name="connsiteX10-411" fmla="*/ 1313284 w 2696606"/>
                <a:gd name="connsiteY10-412" fmla="*/ 1873054 h 2428424"/>
                <a:gd name="connsiteX11-413" fmla="*/ 385540 w 2696606"/>
                <a:gd name="connsiteY11-414" fmla="*/ 2132557 h 2428424"/>
                <a:gd name="connsiteX12-415" fmla="*/ 18224 w 2696606"/>
                <a:gd name="connsiteY12-416" fmla="*/ 1618313 h 2428424"/>
                <a:gd name="connsiteX13-417" fmla="*/ 234761 w 2696606"/>
                <a:gd name="connsiteY13-418" fmla="*/ 820615 h 2428424"/>
                <a:gd name="connsiteX14-419" fmla="*/ 1055376 w 2696606"/>
                <a:gd name="connsiteY14-420" fmla="*/ 0 h 2428424"/>
                <a:gd name="connsiteX0-421" fmla="*/ 844361 w 2696606"/>
                <a:gd name="connsiteY0-422" fmla="*/ 0 h 2506578"/>
                <a:gd name="connsiteX1-423" fmla="*/ 1635639 w 2696606"/>
                <a:gd name="connsiteY1-424" fmla="*/ 318507 h 2506578"/>
                <a:gd name="connsiteX2-425" fmla="*/ 1652973 w 2696606"/>
                <a:gd name="connsiteY2-426" fmla="*/ 339516 h 2506578"/>
                <a:gd name="connsiteX3-427" fmla="*/ 1710609 w 2696606"/>
                <a:gd name="connsiteY3-428" fmla="*/ 324696 h 2506578"/>
                <a:gd name="connsiteX4-429" fmla="*/ 1875991 w 2696606"/>
                <a:gd name="connsiteY4-430" fmla="*/ 308024 h 2506578"/>
                <a:gd name="connsiteX5-431" fmla="*/ 2696606 w 2696606"/>
                <a:gd name="connsiteY5-432" fmla="*/ 1128639 h 2506578"/>
                <a:gd name="connsiteX6-433" fmla="*/ 2334805 w 2696606"/>
                <a:gd name="connsiteY6-434" fmla="*/ 1809106 h 2506578"/>
                <a:gd name="connsiteX7-435" fmla="*/ 2266734 w 2696606"/>
                <a:gd name="connsiteY7-436" fmla="*/ 1846054 h 2506578"/>
                <a:gd name="connsiteX8-437" fmla="*/ 2253313 w 2696606"/>
                <a:gd name="connsiteY8-438" fmla="*/ 1898250 h 2506578"/>
                <a:gd name="connsiteX9-439" fmla="*/ 1954145 w 2696606"/>
                <a:gd name="connsiteY9-440" fmla="*/ 2506100 h 2506578"/>
                <a:gd name="connsiteX10-441" fmla="*/ 1313284 w 2696606"/>
                <a:gd name="connsiteY10-442" fmla="*/ 1951208 h 2506578"/>
                <a:gd name="connsiteX11-443" fmla="*/ 385540 w 2696606"/>
                <a:gd name="connsiteY11-444" fmla="*/ 2210711 h 2506578"/>
                <a:gd name="connsiteX12-445" fmla="*/ 18224 w 2696606"/>
                <a:gd name="connsiteY12-446" fmla="*/ 1696467 h 2506578"/>
                <a:gd name="connsiteX13-447" fmla="*/ 234761 w 2696606"/>
                <a:gd name="connsiteY13-448" fmla="*/ 898769 h 2506578"/>
                <a:gd name="connsiteX14-449" fmla="*/ 844361 w 2696606"/>
                <a:gd name="connsiteY14-450" fmla="*/ 0 h 2506578"/>
                <a:gd name="connsiteX0-451" fmla="*/ 844361 w 2696606"/>
                <a:gd name="connsiteY0-452" fmla="*/ 0 h 2506578"/>
                <a:gd name="connsiteX1-453" fmla="*/ 1635639 w 2696606"/>
                <a:gd name="connsiteY1-454" fmla="*/ 318507 h 2506578"/>
                <a:gd name="connsiteX2-455" fmla="*/ 1652973 w 2696606"/>
                <a:gd name="connsiteY2-456" fmla="*/ 339516 h 2506578"/>
                <a:gd name="connsiteX3-457" fmla="*/ 1710609 w 2696606"/>
                <a:gd name="connsiteY3-458" fmla="*/ 324696 h 2506578"/>
                <a:gd name="connsiteX4-459" fmla="*/ 1875991 w 2696606"/>
                <a:gd name="connsiteY4-460" fmla="*/ 308024 h 2506578"/>
                <a:gd name="connsiteX5-461" fmla="*/ 2696606 w 2696606"/>
                <a:gd name="connsiteY5-462" fmla="*/ 1128639 h 2506578"/>
                <a:gd name="connsiteX6-463" fmla="*/ 2334805 w 2696606"/>
                <a:gd name="connsiteY6-464" fmla="*/ 1809106 h 2506578"/>
                <a:gd name="connsiteX7-465" fmla="*/ 2266734 w 2696606"/>
                <a:gd name="connsiteY7-466" fmla="*/ 1846054 h 2506578"/>
                <a:gd name="connsiteX8-467" fmla="*/ 2253313 w 2696606"/>
                <a:gd name="connsiteY8-468" fmla="*/ 1898250 h 2506578"/>
                <a:gd name="connsiteX9-469" fmla="*/ 1954145 w 2696606"/>
                <a:gd name="connsiteY9-470" fmla="*/ 2506100 h 2506578"/>
                <a:gd name="connsiteX10-471" fmla="*/ 1313284 w 2696606"/>
                <a:gd name="connsiteY10-472" fmla="*/ 1951208 h 2506578"/>
                <a:gd name="connsiteX11-473" fmla="*/ 385540 w 2696606"/>
                <a:gd name="connsiteY11-474" fmla="*/ 2210711 h 2506578"/>
                <a:gd name="connsiteX12-475" fmla="*/ 18224 w 2696606"/>
                <a:gd name="connsiteY12-476" fmla="*/ 1696467 h 2506578"/>
                <a:gd name="connsiteX13-477" fmla="*/ 234761 w 2696606"/>
                <a:gd name="connsiteY13-478" fmla="*/ 898769 h 2506578"/>
                <a:gd name="connsiteX14-479" fmla="*/ 844361 w 2696606"/>
                <a:gd name="connsiteY14-480" fmla="*/ 0 h 25065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2696606" h="2506578">
                  <a:moveTo>
                    <a:pt x="844361" y="0"/>
                  </a:moveTo>
                  <a:cubicBezTo>
                    <a:pt x="2196384" y="1391139"/>
                    <a:pt x="1487137" y="170005"/>
                    <a:pt x="1635639" y="318507"/>
                  </a:cubicBezTo>
                  <a:lnTo>
                    <a:pt x="1652973" y="339516"/>
                  </a:lnTo>
                  <a:lnTo>
                    <a:pt x="1710609" y="324696"/>
                  </a:lnTo>
                  <a:cubicBezTo>
                    <a:pt x="1764029" y="313765"/>
                    <a:pt x="1819340" y="308024"/>
                    <a:pt x="1875991" y="308024"/>
                  </a:cubicBezTo>
                  <a:cubicBezTo>
                    <a:pt x="2329204" y="308024"/>
                    <a:pt x="2696606" y="675426"/>
                    <a:pt x="2696606" y="1128639"/>
                  </a:cubicBezTo>
                  <a:cubicBezTo>
                    <a:pt x="2696606" y="1411897"/>
                    <a:pt x="2553090" y="1661635"/>
                    <a:pt x="2334805" y="1809106"/>
                  </a:cubicBezTo>
                  <a:lnTo>
                    <a:pt x="2266734" y="1846054"/>
                  </a:lnTo>
                  <a:lnTo>
                    <a:pt x="2253313" y="1898250"/>
                  </a:lnTo>
                  <a:cubicBezTo>
                    <a:pt x="2149414" y="2232296"/>
                    <a:pt x="2110816" y="2497274"/>
                    <a:pt x="1954145" y="2506100"/>
                  </a:cubicBezTo>
                  <a:cubicBezTo>
                    <a:pt x="1797474" y="2514926"/>
                    <a:pt x="1313284" y="2404421"/>
                    <a:pt x="1313284" y="1951208"/>
                  </a:cubicBezTo>
                  <a:cubicBezTo>
                    <a:pt x="1314046" y="1936109"/>
                    <a:pt x="601383" y="2253168"/>
                    <a:pt x="385540" y="2210711"/>
                  </a:cubicBezTo>
                  <a:cubicBezTo>
                    <a:pt x="169697" y="2168254"/>
                    <a:pt x="-68291" y="1929907"/>
                    <a:pt x="18224" y="1696467"/>
                  </a:cubicBezTo>
                  <a:cubicBezTo>
                    <a:pt x="104739" y="1463027"/>
                    <a:pt x="477038" y="1221104"/>
                    <a:pt x="234761" y="898769"/>
                  </a:cubicBezTo>
                  <a:cubicBezTo>
                    <a:pt x="-109116" y="375217"/>
                    <a:pt x="391148" y="0"/>
                    <a:pt x="844361" y="0"/>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字魂59号-创粗黑" panose="00000500000000000000" pitchFamily="2" charset="-122"/>
              </a:endParaRPr>
            </a:p>
          </p:txBody>
        </p:sp>
        <p:sp>
          <p:nvSpPr>
            <p:cNvPr id="34" name="淘宝-想搞设计PPT(倒卖必究)-34"/>
            <p:cNvSpPr/>
            <p:nvPr/>
          </p:nvSpPr>
          <p:spPr>
            <a:xfrm rot="1151942" flipH="1">
              <a:off x="-1345274" y="-788979"/>
              <a:ext cx="2075163" cy="3313977"/>
            </a:xfrm>
            <a:custGeom>
              <a:avLst/>
              <a:gdLst>
                <a:gd name="connsiteX0" fmla="*/ 820615 w 2461845"/>
                <a:gd name="connsiteY0" fmla="*/ 0 h 2396685"/>
                <a:gd name="connsiteX1" fmla="*/ 1400878 w 2461845"/>
                <a:gd name="connsiteY1" fmla="*/ 240353 h 2396685"/>
                <a:gd name="connsiteX2" fmla="*/ 1418212 w 2461845"/>
                <a:gd name="connsiteY2" fmla="*/ 261362 h 2396685"/>
                <a:gd name="connsiteX3" fmla="*/ 1475848 w 2461845"/>
                <a:gd name="connsiteY3" fmla="*/ 246542 h 2396685"/>
                <a:gd name="connsiteX4" fmla="*/ 1641230 w 2461845"/>
                <a:gd name="connsiteY4" fmla="*/ 229870 h 2396685"/>
                <a:gd name="connsiteX5" fmla="*/ 2461845 w 2461845"/>
                <a:gd name="connsiteY5" fmla="*/ 1050485 h 2396685"/>
                <a:gd name="connsiteX6" fmla="*/ 2100044 w 2461845"/>
                <a:gd name="connsiteY6" fmla="*/ 1730952 h 2396685"/>
                <a:gd name="connsiteX7" fmla="*/ 2031973 w 2461845"/>
                <a:gd name="connsiteY7" fmla="*/ 1767900 h 2396685"/>
                <a:gd name="connsiteX8" fmla="*/ 2018552 w 2461845"/>
                <a:gd name="connsiteY8" fmla="*/ 1820096 h 2396685"/>
                <a:gd name="connsiteX9" fmla="*/ 1234830 w 2461845"/>
                <a:gd name="connsiteY9" fmla="*/ 2396685 h 2396685"/>
                <a:gd name="connsiteX10" fmla="*/ 414215 w 2461845"/>
                <a:gd name="connsiteY10" fmla="*/ 1576070 h 2396685"/>
                <a:gd name="connsiteX11" fmla="*/ 416502 w 2461845"/>
                <a:gd name="connsiteY11" fmla="*/ 1530773 h 2396685"/>
                <a:gd name="connsiteX12" fmla="*/ 361802 w 2461845"/>
                <a:gd name="connsiteY12" fmla="*/ 1501082 h 2396685"/>
                <a:gd name="connsiteX13" fmla="*/ 0 w 2461845"/>
                <a:gd name="connsiteY13" fmla="*/ 820615 h 2396685"/>
                <a:gd name="connsiteX14" fmla="*/ 820615 w 2461845"/>
                <a:gd name="connsiteY14" fmla="*/ 0 h 2396685"/>
                <a:gd name="connsiteX0-1" fmla="*/ 820615 w 2461845"/>
                <a:gd name="connsiteY0-2" fmla="*/ 0 h 2396685"/>
                <a:gd name="connsiteX1-3" fmla="*/ 1400878 w 2461845"/>
                <a:gd name="connsiteY1-4" fmla="*/ 240353 h 2396685"/>
                <a:gd name="connsiteX2-5" fmla="*/ 1418212 w 2461845"/>
                <a:gd name="connsiteY2-6" fmla="*/ 261362 h 2396685"/>
                <a:gd name="connsiteX3-7" fmla="*/ 1475848 w 2461845"/>
                <a:gd name="connsiteY3-8" fmla="*/ 246542 h 2396685"/>
                <a:gd name="connsiteX4-9" fmla="*/ 1641230 w 2461845"/>
                <a:gd name="connsiteY4-10" fmla="*/ 229870 h 2396685"/>
                <a:gd name="connsiteX5-11" fmla="*/ 2461845 w 2461845"/>
                <a:gd name="connsiteY5-12" fmla="*/ 1050485 h 2396685"/>
                <a:gd name="connsiteX6-13" fmla="*/ 2100044 w 2461845"/>
                <a:gd name="connsiteY6-14" fmla="*/ 1730952 h 2396685"/>
                <a:gd name="connsiteX7-15" fmla="*/ 2031973 w 2461845"/>
                <a:gd name="connsiteY7-16" fmla="*/ 1767900 h 2396685"/>
                <a:gd name="connsiteX8-17" fmla="*/ 2018552 w 2461845"/>
                <a:gd name="connsiteY8-18" fmla="*/ 1820096 h 2396685"/>
                <a:gd name="connsiteX9-19" fmla="*/ 1234830 w 2461845"/>
                <a:gd name="connsiteY9-20" fmla="*/ 2396685 h 2396685"/>
                <a:gd name="connsiteX10-21" fmla="*/ 414215 w 2461845"/>
                <a:gd name="connsiteY10-22" fmla="*/ 1576070 h 2396685"/>
                <a:gd name="connsiteX11-23" fmla="*/ 416502 w 2461845"/>
                <a:gd name="connsiteY11-24" fmla="*/ 1530773 h 2396685"/>
                <a:gd name="connsiteX12-25" fmla="*/ 361802 w 2461845"/>
                <a:gd name="connsiteY12-26" fmla="*/ 1501082 h 2396685"/>
                <a:gd name="connsiteX13-27" fmla="*/ 0 w 2461845"/>
                <a:gd name="connsiteY13-28" fmla="*/ 820615 h 2396685"/>
                <a:gd name="connsiteX14-29" fmla="*/ 820615 w 2461845"/>
                <a:gd name="connsiteY14-30" fmla="*/ 0 h 2396685"/>
                <a:gd name="connsiteX0-31" fmla="*/ 911445 w 2552675"/>
                <a:gd name="connsiteY0-32" fmla="*/ 0 h 2396685"/>
                <a:gd name="connsiteX1-33" fmla="*/ 1491708 w 2552675"/>
                <a:gd name="connsiteY1-34" fmla="*/ 240353 h 2396685"/>
                <a:gd name="connsiteX2-35" fmla="*/ 1509042 w 2552675"/>
                <a:gd name="connsiteY2-36" fmla="*/ 261362 h 2396685"/>
                <a:gd name="connsiteX3-37" fmla="*/ 1566678 w 2552675"/>
                <a:gd name="connsiteY3-38" fmla="*/ 246542 h 2396685"/>
                <a:gd name="connsiteX4-39" fmla="*/ 1732060 w 2552675"/>
                <a:gd name="connsiteY4-40" fmla="*/ 229870 h 2396685"/>
                <a:gd name="connsiteX5-41" fmla="*/ 2552675 w 2552675"/>
                <a:gd name="connsiteY5-42" fmla="*/ 1050485 h 2396685"/>
                <a:gd name="connsiteX6-43" fmla="*/ 2190874 w 2552675"/>
                <a:gd name="connsiteY6-44" fmla="*/ 1730952 h 2396685"/>
                <a:gd name="connsiteX7-45" fmla="*/ 2122803 w 2552675"/>
                <a:gd name="connsiteY7-46" fmla="*/ 1767900 h 2396685"/>
                <a:gd name="connsiteX8-47" fmla="*/ 2109382 w 2552675"/>
                <a:gd name="connsiteY8-48" fmla="*/ 1820096 h 2396685"/>
                <a:gd name="connsiteX9-49" fmla="*/ 1325660 w 2552675"/>
                <a:gd name="connsiteY9-50" fmla="*/ 2396685 h 2396685"/>
                <a:gd name="connsiteX10-51" fmla="*/ 505045 w 2552675"/>
                <a:gd name="connsiteY10-52" fmla="*/ 1576070 h 2396685"/>
                <a:gd name="connsiteX11-53" fmla="*/ 507332 w 2552675"/>
                <a:gd name="connsiteY11-54" fmla="*/ 1530773 h 2396685"/>
                <a:gd name="connsiteX12-55" fmla="*/ 452632 w 2552675"/>
                <a:gd name="connsiteY12-56" fmla="*/ 1501082 h 2396685"/>
                <a:gd name="connsiteX13-57" fmla="*/ 90830 w 2552675"/>
                <a:gd name="connsiteY13-58" fmla="*/ 820615 h 2396685"/>
                <a:gd name="connsiteX14-59" fmla="*/ 911445 w 2552675"/>
                <a:gd name="connsiteY14-60" fmla="*/ 0 h 2396685"/>
                <a:gd name="connsiteX0-61" fmla="*/ 911445 w 2552675"/>
                <a:gd name="connsiteY0-62" fmla="*/ 0 h 2396685"/>
                <a:gd name="connsiteX1-63" fmla="*/ 1491708 w 2552675"/>
                <a:gd name="connsiteY1-64" fmla="*/ 240353 h 2396685"/>
                <a:gd name="connsiteX2-65" fmla="*/ 1509042 w 2552675"/>
                <a:gd name="connsiteY2-66" fmla="*/ 261362 h 2396685"/>
                <a:gd name="connsiteX3-67" fmla="*/ 1566678 w 2552675"/>
                <a:gd name="connsiteY3-68" fmla="*/ 246542 h 2396685"/>
                <a:gd name="connsiteX4-69" fmla="*/ 1732060 w 2552675"/>
                <a:gd name="connsiteY4-70" fmla="*/ 229870 h 2396685"/>
                <a:gd name="connsiteX5-71" fmla="*/ 2552675 w 2552675"/>
                <a:gd name="connsiteY5-72" fmla="*/ 1050485 h 2396685"/>
                <a:gd name="connsiteX6-73" fmla="*/ 2190874 w 2552675"/>
                <a:gd name="connsiteY6-74" fmla="*/ 1730952 h 2396685"/>
                <a:gd name="connsiteX7-75" fmla="*/ 2122803 w 2552675"/>
                <a:gd name="connsiteY7-76" fmla="*/ 1767900 h 2396685"/>
                <a:gd name="connsiteX8-77" fmla="*/ 2109382 w 2552675"/>
                <a:gd name="connsiteY8-78" fmla="*/ 1820096 h 2396685"/>
                <a:gd name="connsiteX9-79" fmla="*/ 1325660 w 2552675"/>
                <a:gd name="connsiteY9-80" fmla="*/ 2396685 h 2396685"/>
                <a:gd name="connsiteX10-81" fmla="*/ 505045 w 2552675"/>
                <a:gd name="connsiteY10-82" fmla="*/ 1576070 h 2396685"/>
                <a:gd name="connsiteX11-83" fmla="*/ 507332 w 2552675"/>
                <a:gd name="connsiteY11-84" fmla="*/ 1530773 h 2396685"/>
                <a:gd name="connsiteX12-85" fmla="*/ 452632 w 2552675"/>
                <a:gd name="connsiteY12-86" fmla="*/ 1501082 h 2396685"/>
                <a:gd name="connsiteX13-87" fmla="*/ 90830 w 2552675"/>
                <a:gd name="connsiteY13-88" fmla="*/ 820615 h 2396685"/>
                <a:gd name="connsiteX14-89" fmla="*/ 911445 w 2552675"/>
                <a:gd name="connsiteY14-90" fmla="*/ 0 h 2396685"/>
                <a:gd name="connsiteX0-91" fmla="*/ 1081174 w 2722404"/>
                <a:gd name="connsiteY0-92" fmla="*/ 0 h 2396685"/>
                <a:gd name="connsiteX1-93" fmla="*/ 1661437 w 2722404"/>
                <a:gd name="connsiteY1-94" fmla="*/ 240353 h 2396685"/>
                <a:gd name="connsiteX2-95" fmla="*/ 1678771 w 2722404"/>
                <a:gd name="connsiteY2-96" fmla="*/ 261362 h 2396685"/>
                <a:gd name="connsiteX3-97" fmla="*/ 1736407 w 2722404"/>
                <a:gd name="connsiteY3-98" fmla="*/ 246542 h 2396685"/>
                <a:gd name="connsiteX4-99" fmla="*/ 1901789 w 2722404"/>
                <a:gd name="connsiteY4-100" fmla="*/ 229870 h 2396685"/>
                <a:gd name="connsiteX5-101" fmla="*/ 2722404 w 2722404"/>
                <a:gd name="connsiteY5-102" fmla="*/ 1050485 h 2396685"/>
                <a:gd name="connsiteX6-103" fmla="*/ 2360603 w 2722404"/>
                <a:gd name="connsiteY6-104" fmla="*/ 1730952 h 2396685"/>
                <a:gd name="connsiteX7-105" fmla="*/ 2292532 w 2722404"/>
                <a:gd name="connsiteY7-106" fmla="*/ 1767900 h 2396685"/>
                <a:gd name="connsiteX8-107" fmla="*/ 2279111 w 2722404"/>
                <a:gd name="connsiteY8-108" fmla="*/ 1820096 h 2396685"/>
                <a:gd name="connsiteX9-109" fmla="*/ 1495389 w 2722404"/>
                <a:gd name="connsiteY9-110" fmla="*/ 2396685 h 2396685"/>
                <a:gd name="connsiteX10-111" fmla="*/ 674774 w 2722404"/>
                <a:gd name="connsiteY10-112" fmla="*/ 1576070 h 2396685"/>
                <a:gd name="connsiteX11-113" fmla="*/ 677061 w 2722404"/>
                <a:gd name="connsiteY11-114" fmla="*/ 1530773 h 2396685"/>
                <a:gd name="connsiteX12-115" fmla="*/ 44022 w 2722404"/>
                <a:gd name="connsiteY12-116" fmla="*/ 1618313 h 2396685"/>
                <a:gd name="connsiteX13-117" fmla="*/ 260559 w 2722404"/>
                <a:gd name="connsiteY13-118" fmla="*/ 820615 h 2396685"/>
                <a:gd name="connsiteX14-119" fmla="*/ 1081174 w 2722404"/>
                <a:gd name="connsiteY14-120" fmla="*/ 0 h 2396685"/>
                <a:gd name="connsiteX0-121" fmla="*/ 1081174 w 2722404"/>
                <a:gd name="connsiteY0-122" fmla="*/ 0 h 2396685"/>
                <a:gd name="connsiteX1-123" fmla="*/ 1661437 w 2722404"/>
                <a:gd name="connsiteY1-124" fmla="*/ 240353 h 2396685"/>
                <a:gd name="connsiteX2-125" fmla="*/ 1678771 w 2722404"/>
                <a:gd name="connsiteY2-126" fmla="*/ 261362 h 2396685"/>
                <a:gd name="connsiteX3-127" fmla="*/ 1736407 w 2722404"/>
                <a:gd name="connsiteY3-128" fmla="*/ 246542 h 2396685"/>
                <a:gd name="connsiteX4-129" fmla="*/ 1901789 w 2722404"/>
                <a:gd name="connsiteY4-130" fmla="*/ 229870 h 2396685"/>
                <a:gd name="connsiteX5-131" fmla="*/ 2722404 w 2722404"/>
                <a:gd name="connsiteY5-132" fmla="*/ 1050485 h 2396685"/>
                <a:gd name="connsiteX6-133" fmla="*/ 2360603 w 2722404"/>
                <a:gd name="connsiteY6-134" fmla="*/ 1730952 h 2396685"/>
                <a:gd name="connsiteX7-135" fmla="*/ 2292532 w 2722404"/>
                <a:gd name="connsiteY7-136" fmla="*/ 1767900 h 2396685"/>
                <a:gd name="connsiteX8-137" fmla="*/ 2279111 w 2722404"/>
                <a:gd name="connsiteY8-138" fmla="*/ 1820096 h 2396685"/>
                <a:gd name="connsiteX9-139" fmla="*/ 1495389 w 2722404"/>
                <a:gd name="connsiteY9-140" fmla="*/ 2396685 h 2396685"/>
                <a:gd name="connsiteX10-141" fmla="*/ 674774 w 2722404"/>
                <a:gd name="connsiteY10-142" fmla="*/ 1576070 h 2396685"/>
                <a:gd name="connsiteX11-143" fmla="*/ 309738 w 2722404"/>
                <a:gd name="connsiteY11-144" fmla="*/ 2054404 h 2396685"/>
                <a:gd name="connsiteX12-145" fmla="*/ 44022 w 2722404"/>
                <a:gd name="connsiteY12-146" fmla="*/ 1618313 h 2396685"/>
                <a:gd name="connsiteX13-147" fmla="*/ 260559 w 2722404"/>
                <a:gd name="connsiteY13-148" fmla="*/ 820615 h 2396685"/>
                <a:gd name="connsiteX14-149" fmla="*/ 1081174 w 2722404"/>
                <a:gd name="connsiteY14-150" fmla="*/ 0 h 2396685"/>
                <a:gd name="connsiteX0-151" fmla="*/ 1081174 w 2722404"/>
                <a:gd name="connsiteY0-152" fmla="*/ 0 h 2535067"/>
                <a:gd name="connsiteX1-153" fmla="*/ 1661437 w 2722404"/>
                <a:gd name="connsiteY1-154" fmla="*/ 240353 h 2535067"/>
                <a:gd name="connsiteX2-155" fmla="*/ 1678771 w 2722404"/>
                <a:gd name="connsiteY2-156" fmla="*/ 261362 h 2535067"/>
                <a:gd name="connsiteX3-157" fmla="*/ 1736407 w 2722404"/>
                <a:gd name="connsiteY3-158" fmla="*/ 246542 h 2535067"/>
                <a:gd name="connsiteX4-159" fmla="*/ 1901789 w 2722404"/>
                <a:gd name="connsiteY4-160" fmla="*/ 229870 h 2535067"/>
                <a:gd name="connsiteX5-161" fmla="*/ 2722404 w 2722404"/>
                <a:gd name="connsiteY5-162" fmla="*/ 1050485 h 2535067"/>
                <a:gd name="connsiteX6-163" fmla="*/ 2360603 w 2722404"/>
                <a:gd name="connsiteY6-164" fmla="*/ 1730952 h 2535067"/>
                <a:gd name="connsiteX7-165" fmla="*/ 2292532 w 2722404"/>
                <a:gd name="connsiteY7-166" fmla="*/ 1767900 h 2535067"/>
                <a:gd name="connsiteX8-167" fmla="*/ 2279111 w 2722404"/>
                <a:gd name="connsiteY8-168" fmla="*/ 1820096 h 2535067"/>
                <a:gd name="connsiteX9-169" fmla="*/ 1495389 w 2722404"/>
                <a:gd name="connsiteY9-170" fmla="*/ 2396685 h 2535067"/>
                <a:gd name="connsiteX10-171" fmla="*/ 1010836 w 2722404"/>
                <a:gd name="connsiteY10-172" fmla="*/ 2271639 h 2535067"/>
                <a:gd name="connsiteX11-173" fmla="*/ 309738 w 2722404"/>
                <a:gd name="connsiteY11-174" fmla="*/ 2054404 h 2535067"/>
                <a:gd name="connsiteX12-175" fmla="*/ 44022 w 2722404"/>
                <a:gd name="connsiteY12-176" fmla="*/ 1618313 h 2535067"/>
                <a:gd name="connsiteX13-177" fmla="*/ 260559 w 2722404"/>
                <a:gd name="connsiteY13-178" fmla="*/ 820615 h 2535067"/>
                <a:gd name="connsiteX14-179" fmla="*/ 1081174 w 2722404"/>
                <a:gd name="connsiteY14-180" fmla="*/ 0 h 2535067"/>
                <a:gd name="connsiteX0-181" fmla="*/ 1081174 w 2722404"/>
                <a:gd name="connsiteY0-182" fmla="*/ 0 h 2548703"/>
                <a:gd name="connsiteX1-183" fmla="*/ 1661437 w 2722404"/>
                <a:gd name="connsiteY1-184" fmla="*/ 240353 h 2548703"/>
                <a:gd name="connsiteX2-185" fmla="*/ 1678771 w 2722404"/>
                <a:gd name="connsiteY2-186" fmla="*/ 261362 h 2548703"/>
                <a:gd name="connsiteX3-187" fmla="*/ 1736407 w 2722404"/>
                <a:gd name="connsiteY3-188" fmla="*/ 246542 h 2548703"/>
                <a:gd name="connsiteX4-189" fmla="*/ 1901789 w 2722404"/>
                <a:gd name="connsiteY4-190" fmla="*/ 229870 h 2548703"/>
                <a:gd name="connsiteX5-191" fmla="*/ 2722404 w 2722404"/>
                <a:gd name="connsiteY5-192" fmla="*/ 1050485 h 2548703"/>
                <a:gd name="connsiteX6-193" fmla="*/ 2360603 w 2722404"/>
                <a:gd name="connsiteY6-194" fmla="*/ 1730952 h 2548703"/>
                <a:gd name="connsiteX7-195" fmla="*/ 2292532 w 2722404"/>
                <a:gd name="connsiteY7-196" fmla="*/ 1767900 h 2548703"/>
                <a:gd name="connsiteX8-197" fmla="*/ 2279111 w 2722404"/>
                <a:gd name="connsiteY8-198" fmla="*/ 1820096 h 2548703"/>
                <a:gd name="connsiteX9-199" fmla="*/ 1979943 w 2722404"/>
                <a:gd name="connsiteY9-200" fmla="*/ 2427946 h 2548703"/>
                <a:gd name="connsiteX10-201" fmla="*/ 1010836 w 2722404"/>
                <a:gd name="connsiteY10-202" fmla="*/ 2271639 h 2548703"/>
                <a:gd name="connsiteX11-203" fmla="*/ 309738 w 2722404"/>
                <a:gd name="connsiteY11-204" fmla="*/ 2054404 h 2548703"/>
                <a:gd name="connsiteX12-205" fmla="*/ 44022 w 2722404"/>
                <a:gd name="connsiteY12-206" fmla="*/ 1618313 h 2548703"/>
                <a:gd name="connsiteX13-207" fmla="*/ 260559 w 2722404"/>
                <a:gd name="connsiteY13-208" fmla="*/ 820615 h 2548703"/>
                <a:gd name="connsiteX14-209" fmla="*/ 1081174 w 2722404"/>
                <a:gd name="connsiteY14-210" fmla="*/ 0 h 2548703"/>
                <a:gd name="connsiteX0-211" fmla="*/ 1081174 w 2722404"/>
                <a:gd name="connsiteY0-212" fmla="*/ 0 h 2548703"/>
                <a:gd name="connsiteX1-213" fmla="*/ 1661437 w 2722404"/>
                <a:gd name="connsiteY1-214" fmla="*/ 240353 h 2548703"/>
                <a:gd name="connsiteX2-215" fmla="*/ 1678771 w 2722404"/>
                <a:gd name="connsiteY2-216" fmla="*/ 261362 h 2548703"/>
                <a:gd name="connsiteX3-217" fmla="*/ 1736407 w 2722404"/>
                <a:gd name="connsiteY3-218" fmla="*/ 246542 h 2548703"/>
                <a:gd name="connsiteX4-219" fmla="*/ 1901789 w 2722404"/>
                <a:gd name="connsiteY4-220" fmla="*/ 229870 h 2548703"/>
                <a:gd name="connsiteX5-221" fmla="*/ 2722404 w 2722404"/>
                <a:gd name="connsiteY5-222" fmla="*/ 1050485 h 2548703"/>
                <a:gd name="connsiteX6-223" fmla="*/ 2360603 w 2722404"/>
                <a:gd name="connsiteY6-224" fmla="*/ 1730952 h 2548703"/>
                <a:gd name="connsiteX7-225" fmla="*/ 2292532 w 2722404"/>
                <a:gd name="connsiteY7-226" fmla="*/ 1767900 h 2548703"/>
                <a:gd name="connsiteX8-227" fmla="*/ 2279111 w 2722404"/>
                <a:gd name="connsiteY8-228" fmla="*/ 1820096 h 2548703"/>
                <a:gd name="connsiteX9-229" fmla="*/ 1979943 w 2722404"/>
                <a:gd name="connsiteY9-230" fmla="*/ 2427946 h 2548703"/>
                <a:gd name="connsiteX10-231" fmla="*/ 1010836 w 2722404"/>
                <a:gd name="connsiteY10-232" fmla="*/ 2271639 h 2548703"/>
                <a:gd name="connsiteX11-233" fmla="*/ 411338 w 2722404"/>
                <a:gd name="connsiteY11-234" fmla="*/ 2132557 h 2548703"/>
                <a:gd name="connsiteX12-235" fmla="*/ 44022 w 2722404"/>
                <a:gd name="connsiteY12-236" fmla="*/ 1618313 h 2548703"/>
                <a:gd name="connsiteX13-237" fmla="*/ 260559 w 2722404"/>
                <a:gd name="connsiteY13-238" fmla="*/ 820615 h 2548703"/>
                <a:gd name="connsiteX14-239" fmla="*/ 1081174 w 2722404"/>
                <a:gd name="connsiteY14-240" fmla="*/ 0 h 2548703"/>
                <a:gd name="connsiteX0-241" fmla="*/ 1081174 w 2722404"/>
                <a:gd name="connsiteY0-242" fmla="*/ 0 h 2428424"/>
                <a:gd name="connsiteX1-243" fmla="*/ 1661437 w 2722404"/>
                <a:gd name="connsiteY1-244" fmla="*/ 240353 h 2428424"/>
                <a:gd name="connsiteX2-245" fmla="*/ 1678771 w 2722404"/>
                <a:gd name="connsiteY2-246" fmla="*/ 261362 h 2428424"/>
                <a:gd name="connsiteX3-247" fmla="*/ 1736407 w 2722404"/>
                <a:gd name="connsiteY3-248" fmla="*/ 246542 h 2428424"/>
                <a:gd name="connsiteX4-249" fmla="*/ 1901789 w 2722404"/>
                <a:gd name="connsiteY4-250" fmla="*/ 229870 h 2428424"/>
                <a:gd name="connsiteX5-251" fmla="*/ 2722404 w 2722404"/>
                <a:gd name="connsiteY5-252" fmla="*/ 1050485 h 2428424"/>
                <a:gd name="connsiteX6-253" fmla="*/ 2360603 w 2722404"/>
                <a:gd name="connsiteY6-254" fmla="*/ 1730952 h 2428424"/>
                <a:gd name="connsiteX7-255" fmla="*/ 2292532 w 2722404"/>
                <a:gd name="connsiteY7-256" fmla="*/ 1767900 h 2428424"/>
                <a:gd name="connsiteX8-257" fmla="*/ 2279111 w 2722404"/>
                <a:gd name="connsiteY8-258" fmla="*/ 1820096 h 2428424"/>
                <a:gd name="connsiteX9-259" fmla="*/ 1979943 w 2722404"/>
                <a:gd name="connsiteY9-260" fmla="*/ 2427946 h 2428424"/>
                <a:gd name="connsiteX10-261" fmla="*/ 1339082 w 2722404"/>
                <a:gd name="connsiteY10-262" fmla="*/ 1873054 h 2428424"/>
                <a:gd name="connsiteX11-263" fmla="*/ 411338 w 2722404"/>
                <a:gd name="connsiteY11-264" fmla="*/ 2132557 h 2428424"/>
                <a:gd name="connsiteX12-265" fmla="*/ 44022 w 2722404"/>
                <a:gd name="connsiteY12-266" fmla="*/ 1618313 h 2428424"/>
                <a:gd name="connsiteX13-267" fmla="*/ 260559 w 2722404"/>
                <a:gd name="connsiteY13-268" fmla="*/ 820615 h 2428424"/>
                <a:gd name="connsiteX14-269" fmla="*/ 1081174 w 2722404"/>
                <a:gd name="connsiteY14-270" fmla="*/ 0 h 2428424"/>
                <a:gd name="connsiteX0-271" fmla="*/ 1081174 w 2722404"/>
                <a:gd name="connsiteY0-272" fmla="*/ 0 h 2428424"/>
                <a:gd name="connsiteX1-273" fmla="*/ 1661437 w 2722404"/>
                <a:gd name="connsiteY1-274" fmla="*/ 240353 h 2428424"/>
                <a:gd name="connsiteX2-275" fmla="*/ 1678771 w 2722404"/>
                <a:gd name="connsiteY2-276" fmla="*/ 261362 h 2428424"/>
                <a:gd name="connsiteX3-277" fmla="*/ 1736407 w 2722404"/>
                <a:gd name="connsiteY3-278" fmla="*/ 246542 h 2428424"/>
                <a:gd name="connsiteX4-279" fmla="*/ 1901789 w 2722404"/>
                <a:gd name="connsiteY4-280" fmla="*/ 229870 h 2428424"/>
                <a:gd name="connsiteX5-281" fmla="*/ 2722404 w 2722404"/>
                <a:gd name="connsiteY5-282" fmla="*/ 1050485 h 2428424"/>
                <a:gd name="connsiteX6-283" fmla="*/ 2360603 w 2722404"/>
                <a:gd name="connsiteY6-284" fmla="*/ 1730952 h 2428424"/>
                <a:gd name="connsiteX7-285" fmla="*/ 2292532 w 2722404"/>
                <a:gd name="connsiteY7-286" fmla="*/ 1767900 h 2428424"/>
                <a:gd name="connsiteX8-287" fmla="*/ 2279111 w 2722404"/>
                <a:gd name="connsiteY8-288" fmla="*/ 1820096 h 2428424"/>
                <a:gd name="connsiteX9-289" fmla="*/ 1979943 w 2722404"/>
                <a:gd name="connsiteY9-290" fmla="*/ 2427946 h 2428424"/>
                <a:gd name="connsiteX10-291" fmla="*/ 1339082 w 2722404"/>
                <a:gd name="connsiteY10-292" fmla="*/ 1873054 h 2428424"/>
                <a:gd name="connsiteX11-293" fmla="*/ 411338 w 2722404"/>
                <a:gd name="connsiteY11-294" fmla="*/ 2132557 h 2428424"/>
                <a:gd name="connsiteX12-295" fmla="*/ 44022 w 2722404"/>
                <a:gd name="connsiteY12-296" fmla="*/ 1618313 h 2428424"/>
                <a:gd name="connsiteX13-297" fmla="*/ 260559 w 2722404"/>
                <a:gd name="connsiteY13-298" fmla="*/ 820615 h 2428424"/>
                <a:gd name="connsiteX14-299" fmla="*/ 1081174 w 2722404"/>
                <a:gd name="connsiteY14-300" fmla="*/ 0 h 2428424"/>
                <a:gd name="connsiteX0-301" fmla="*/ 1055376 w 2696606"/>
                <a:gd name="connsiteY0-302" fmla="*/ 0 h 2428424"/>
                <a:gd name="connsiteX1-303" fmla="*/ 1635639 w 2696606"/>
                <a:gd name="connsiteY1-304" fmla="*/ 240353 h 2428424"/>
                <a:gd name="connsiteX2-305" fmla="*/ 1652973 w 2696606"/>
                <a:gd name="connsiteY2-306" fmla="*/ 261362 h 2428424"/>
                <a:gd name="connsiteX3-307" fmla="*/ 1710609 w 2696606"/>
                <a:gd name="connsiteY3-308" fmla="*/ 246542 h 2428424"/>
                <a:gd name="connsiteX4-309" fmla="*/ 1875991 w 2696606"/>
                <a:gd name="connsiteY4-310" fmla="*/ 229870 h 2428424"/>
                <a:gd name="connsiteX5-311" fmla="*/ 2696606 w 2696606"/>
                <a:gd name="connsiteY5-312" fmla="*/ 1050485 h 2428424"/>
                <a:gd name="connsiteX6-313" fmla="*/ 2334805 w 2696606"/>
                <a:gd name="connsiteY6-314" fmla="*/ 1730952 h 2428424"/>
                <a:gd name="connsiteX7-315" fmla="*/ 2266734 w 2696606"/>
                <a:gd name="connsiteY7-316" fmla="*/ 1767900 h 2428424"/>
                <a:gd name="connsiteX8-317" fmla="*/ 2253313 w 2696606"/>
                <a:gd name="connsiteY8-318" fmla="*/ 1820096 h 2428424"/>
                <a:gd name="connsiteX9-319" fmla="*/ 1954145 w 2696606"/>
                <a:gd name="connsiteY9-320" fmla="*/ 2427946 h 2428424"/>
                <a:gd name="connsiteX10-321" fmla="*/ 1313284 w 2696606"/>
                <a:gd name="connsiteY10-322" fmla="*/ 1873054 h 2428424"/>
                <a:gd name="connsiteX11-323" fmla="*/ 385540 w 2696606"/>
                <a:gd name="connsiteY11-324" fmla="*/ 2132557 h 2428424"/>
                <a:gd name="connsiteX12-325" fmla="*/ 18224 w 2696606"/>
                <a:gd name="connsiteY12-326" fmla="*/ 1618313 h 2428424"/>
                <a:gd name="connsiteX13-327" fmla="*/ 234761 w 2696606"/>
                <a:gd name="connsiteY13-328" fmla="*/ 820615 h 2428424"/>
                <a:gd name="connsiteX14-329" fmla="*/ 1055376 w 2696606"/>
                <a:gd name="connsiteY14-330" fmla="*/ 0 h 2428424"/>
                <a:gd name="connsiteX0-331" fmla="*/ 1055376 w 2696606"/>
                <a:gd name="connsiteY0-332" fmla="*/ 0 h 2428424"/>
                <a:gd name="connsiteX1-333" fmla="*/ 1635639 w 2696606"/>
                <a:gd name="connsiteY1-334" fmla="*/ 240353 h 2428424"/>
                <a:gd name="connsiteX2-335" fmla="*/ 1652973 w 2696606"/>
                <a:gd name="connsiteY2-336" fmla="*/ 261362 h 2428424"/>
                <a:gd name="connsiteX3-337" fmla="*/ 1710609 w 2696606"/>
                <a:gd name="connsiteY3-338" fmla="*/ 246542 h 2428424"/>
                <a:gd name="connsiteX4-339" fmla="*/ 1875991 w 2696606"/>
                <a:gd name="connsiteY4-340" fmla="*/ 229870 h 2428424"/>
                <a:gd name="connsiteX5-341" fmla="*/ 2696606 w 2696606"/>
                <a:gd name="connsiteY5-342" fmla="*/ 1050485 h 2428424"/>
                <a:gd name="connsiteX6-343" fmla="*/ 2334805 w 2696606"/>
                <a:gd name="connsiteY6-344" fmla="*/ 1730952 h 2428424"/>
                <a:gd name="connsiteX7-345" fmla="*/ 2266734 w 2696606"/>
                <a:gd name="connsiteY7-346" fmla="*/ 1767900 h 2428424"/>
                <a:gd name="connsiteX8-347" fmla="*/ 2253313 w 2696606"/>
                <a:gd name="connsiteY8-348" fmla="*/ 1820096 h 2428424"/>
                <a:gd name="connsiteX9-349" fmla="*/ 1954145 w 2696606"/>
                <a:gd name="connsiteY9-350" fmla="*/ 2427946 h 2428424"/>
                <a:gd name="connsiteX10-351" fmla="*/ 1313284 w 2696606"/>
                <a:gd name="connsiteY10-352" fmla="*/ 1873054 h 2428424"/>
                <a:gd name="connsiteX11-353" fmla="*/ 385540 w 2696606"/>
                <a:gd name="connsiteY11-354" fmla="*/ 2132557 h 2428424"/>
                <a:gd name="connsiteX12-355" fmla="*/ 18224 w 2696606"/>
                <a:gd name="connsiteY12-356" fmla="*/ 1618313 h 2428424"/>
                <a:gd name="connsiteX13-357" fmla="*/ 234761 w 2696606"/>
                <a:gd name="connsiteY13-358" fmla="*/ 820615 h 2428424"/>
                <a:gd name="connsiteX14-359" fmla="*/ 1055376 w 2696606"/>
                <a:gd name="connsiteY14-360" fmla="*/ 0 h 2428424"/>
                <a:gd name="connsiteX0-361" fmla="*/ 1055376 w 2696606"/>
                <a:gd name="connsiteY0-362" fmla="*/ 0 h 2428424"/>
                <a:gd name="connsiteX1-363" fmla="*/ 1635639 w 2696606"/>
                <a:gd name="connsiteY1-364" fmla="*/ 240353 h 2428424"/>
                <a:gd name="connsiteX2-365" fmla="*/ 1652973 w 2696606"/>
                <a:gd name="connsiteY2-366" fmla="*/ 261362 h 2428424"/>
                <a:gd name="connsiteX3-367" fmla="*/ 1710609 w 2696606"/>
                <a:gd name="connsiteY3-368" fmla="*/ 246542 h 2428424"/>
                <a:gd name="connsiteX4-369" fmla="*/ 1875991 w 2696606"/>
                <a:gd name="connsiteY4-370" fmla="*/ 229870 h 2428424"/>
                <a:gd name="connsiteX5-371" fmla="*/ 2696606 w 2696606"/>
                <a:gd name="connsiteY5-372" fmla="*/ 1050485 h 2428424"/>
                <a:gd name="connsiteX6-373" fmla="*/ 2334805 w 2696606"/>
                <a:gd name="connsiteY6-374" fmla="*/ 1730952 h 2428424"/>
                <a:gd name="connsiteX7-375" fmla="*/ 2266734 w 2696606"/>
                <a:gd name="connsiteY7-376" fmla="*/ 1767900 h 2428424"/>
                <a:gd name="connsiteX8-377" fmla="*/ 2253313 w 2696606"/>
                <a:gd name="connsiteY8-378" fmla="*/ 1820096 h 2428424"/>
                <a:gd name="connsiteX9-379" fmla="*/ 1954145 w 2696606"/>
                <a:gd name="connsiteY9-380" fmla="*/ 2427946 h 2428424"/>
                <a:gd name="connsiteX10-381" fmla="*/ 1313284 w 2696606"/>
                <a:gd name="connsiteY10-382" fmla="*/ 1873054 h 2428424"/>
                <a:gd name="connsiteX11-383" fmla="*/ 385540 w 2696606"/>
                <a:gd name="connsiteY11-384" fmla="*/ 2132557 h 2428424"/>
                <a:gd name="connsiteX12-385" fmla="*/ 18224 w 2696606"/>
                <a:gd name="connsiteY12-386" fmla="*/ 1618313 h 2428424"/>
                <a:gd name="connsiteX13-387" fmla="*/ 234761 w 2696606"/>
                <a:gd name="connsiteY13-388" fmla="*/ 820615 h 2428424"/>
                <a:gd name="connsiteX14-389" fmla="*/ 1055376 w 2696606"/>
                <a:gd name="connsiteY14-390" fmla="*/ 0 h 2428424"/>
                <a:gd name="connsiteX0-391" fmla="*/ 1055376 w 2696606"/>
                <a:gd name="connsiteY0-392" fmla="*/ 0 h 2428424"/>
                <a:gd name="connsiteX1-393" fmla="*/ 1635639 w 2696606"/>
                <a:gd name="connsiteY1-394" fmla="*/ 240353 h 2428424"/>
                <a:gd name="connsiteX2-395" fmla="*/ 1652973 w 2696606"/>
                <a:gd name="connsiteY2-396" fmla="*/ 261362 h 2428424"/>
                <a:gd name="connsiteX3-397" fmla="*/ 1710609 w 2696606"/>
                <a:gd name="connsiteY3-398" fmla="*/ 246542 h 2428424"/>
                <a:gd name="connsiteX4-399" fmla="*/ 1875991 w 2696606"/>
                <a:gd name="connsiteY4-400" fmla="*/ 229870 h 2428424"/>
                <a:gd name="connsiteX5-401" fmla="*/ 2696606 w 2696606"/>
                <a:gd name="connsiteY5-402" fmla="*/ 1050485 h 2428424"/>
                <a:gd name="connsiteX6-403" fmla="*/ 2334805 w 2696606"/>
                <a:gd name="connsiteY6-404" fmla="*/ 1730952 h 2428424"/>
                <a:gd name="connsiteX7-405" fmla="*/ 2266734 w 2696606"/>
                <a:gd name="connsiteY7-406" fmla="*/ 1767900 h 2428424"/>
                <a:gd name="connsiteX8-407" fmla="*/ 2253313 w 2696606"/>
                <a:gd name="connsiteY8-408" fmla="*/ 1820096 h 2428424"/>
                <a:gd name="connsiteX9-409" fmla="*/ 1954145 w 2696606"/>
                <a:gd name="connsiteY9-410" fmla="*/ 2427946 h 2428424"/>
                <a:gd name="connsiteX10-411" fmla="*/ 1313284 w 2696606"/>
                <a:gd name="connsiteY10-412" fmla="*/ 1873054 h 2428424"/>
                <a:gd name="connsiteX11-413" fmla="*/ 385540 w 2696606"/>
                <a:gd name="connsiteY11-414" fmla="*/ 2132557 h 2428424"/>
                <a:gd name="connsiteX12-415" fmla="*/ 18224 w 2696606"/>
                <a:gd name="connsiteY12-416" fmla="*/ 1618313 h 2428424"/>
                <a:gd name="connsiteX13-417" fmla="*/ 234761 w 2696606"/>
                <a:gd name="connsiteY13-418" fmla="*/ 820615 h 2428424"/>
                <a:gd name="connsiteX14-419" fmla="*/ 1055376 w 2696606"/>
                <a:gd name="connsiteY14-420" fmla="*/ 0 h 2428424"/>
                <a:gd name="connsiteX0-421" fmla="*/ 844361 w 2696606"/>
                <a:gd name="connsiteY0-422" fmla="*/ 0 h 2506578"/>
                <a:gd name="connsiteX1-423" fmla="*/ 1635639 w 2696606"/>
                <a:gd name="connsiteY1-424" fmla="*/ 318507 h 2506578"/>
                <a:gd name="connsiteX2-425" fmla="*/ 1652973 w 2696606"/>
                <a:gd name="connsiteY2-426" fmla="*/ 339516 h 2506578"/>
                <a:gd name="connsiteX3-427" fmla="*/ 1710609 w 2696606"/>
                <a:gd name="connsiteY3-428" fmla="*/ 324696 h 2506578"/>
                <a:gd name="connsiteX4-429" fmla="*/ 1875991 w 2696606"/>
                <a:gd name="connsiteY4-430" fmla="*/ 308024 h 2506578"/>
                <a:gd name="connsiteX5-431" fmla="*/ 2696606 w 2696606"/>
                <a:gd name="connsiteY5-432" fmla="*/ 1128639 h 2506578"/>
                <a:gd name="connsiteX6-433" fmla="*/ 2334805 w 2696606"/>
                <a:gd name="connsiteY6-434" fmla="*/ 1809106 h 2506578"/>
                <a:gd name="connsiteX7-435" fmla="*/ 2266734 w 2696606"/>
                <a:gd name="connsiteY7-436" fmla="*/ 1846054 h 2506578"/>
                <a:gd name="connsiteX8-437" fmla="*/ 2253313 w 2696606"/>
                <a:gd name="connsiteY8-438" fmla="*/ 1898250 h 2506578"/>
                <a:gd name="connsiteX9-439" fmla="*/ 1954145 w 2696606"/>
                <a:gd name="connsiteY9-440" fmla="*/ 2506100 h 2506578"/>
                <a:gd name="connsiteX10-441" fmla="*/ 1313284 w 2696606"/>
                <a:gd name="connsiteY10-442" fmla="*/ 1951208 h 2506578"/>
                <a:gd name="connsiteX11-443" fmla="*/ 385540 w 2696606"/>
                <a:gd name="connsiteY11-444" fmla="*/ 2210711 h 2506578"/>
                <a:gd name="connsiteX12-445" fmla="*/ 18224 w 2696606"/>
                <a:gd name="connsiteY12-446" fmla="*/ 1696467 h 2506578"/>
                <a:gd name="connsiteX13-447" fmla="*/ 234761 w 2696606"/>
                <a:gd name="connsiteY13-448" fmla="*/ 898769 h 2506578"/>
                <a:gd name="connsiteX14-449" fmla="*/ 844361 w 2696606"/>
                <a:gd name="connsiteY14-450" fmla="*/ 0 h 2506578"/>
                <a:gd name="connsiteX0-451" fmla="*/ 844361 w 2696606"/>
                <a:gd name="connsiteY0-452" fmla="*/ 0 h 2506578"/>
                <a:gd name="connsiteX1-453" fmla="*/ 1635639 w 2696606"/>
                <a:gd name="connsiteY1-454" fmla="*/ 318507 h 2506578"/>
                <a:gd name="connsiteX2-455" fmla="*/ 1652973 w 2696606"/>
                <a:gd name="connsiteY2-456" fmla="*/ 339516 h 2506578"/>
                <a:gd name="connsiteX3-457" fmla="*/ 1710609 w 2696606"/>
                <a:gd name="connsiteY3-458" fmla="*/ 324696 h 2506578"/>
                <a:gd name="connsiteX4-459" fmla="*/ 1875991 w 2696606"/>
                <a:gd name="connsiteY4-460" fmla="*/ 308024 h 2506578"/>
                <a:gd name="connsiteX5-461" fmla="*/ 2696606 w 2696606"/>
                <a:gd name="connsiteY5-462" fmla="*/ 1128639 h 2506578"/>
                <a:gd name="connsiteX6-463" fmla="*/ 2334805 w 2696606"/>
                <a:gd name="connsiteY6-464" fmla="*/ 1809106 h 2506578"/>
                <a:gd name="connsiteX7-465" fmla="*/ 2266734 w 2696606"/>
                <a:gd name="connsiteY7-466" fmla="*/ 1846054 h 2506578"/>
                <a:gd name="connsiteX8-467" fmla="*/ 2253313 w 2696606"/>
                <a:gd name="connsiteY8-468" fmla="*/ 1898250 h 2506578"/>
                <a:gd name="connsiteX9-469" fmla="*/ 1954145 w 2696606"/>
                <a:gd name="connsiteY9-470" fmla="*/ 2506100 h 2506578"/>
                <a:gd name="connsiteX10-471" fmla="*/ 1313284 w 2696606"/>
                <a:gd name="connsiteY10-472" fmla="*/ 1951208 h 2506578"/>
                <a:gd name="connsiteX11-473" fmla="*/ 385540 w 2696606"/>
                <a:gd name="connsiteY11-474" fmla="*/ 2210711 h 2506578"/>
                <a:gd name="connsiteX12-475" fmla="*/ 18224 w 2696606"/>
                <a:gd name="connsiteY12-476" fmla="*/ 1696467 h 2506578"/>
                <a:gd name="connsiteX13-477" fmla="*/ 234761 w 2696606"/>
                <a:gd name="connsiteY13-478" fmla="*/ 898769 h 2506578"/>
                <a:gd name="connsiteX14-479" fmla="*/ 844361 w 2696606"/>
                <a:gd name="connsiteY14-480" fmla="*/ 0 h 25065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2696606" h="2506578">
                  <a:moveTo>
                    <a:pt x="844361" y="0"/>
                  </a:moveTo>
                  <a:cubicBezTo>
                    <a:pt x="2196384" y="1391139"/>
                    <a:pt x="1487137" y="170005"/>
                    <a:pt x="1635639" y="318507"/>
                  </a:cubicBezTo>
                  <a:lnTo>
                    <a:pt x="1652973" y="339516"/>
                  </a:lnTo>
                  <a:lnTo>
                    <a:pt x="1710609" y="324696"/>
                  </a:lnTo>
                  <a:cubicBezTo>
                    <a:pt x="1764029" y="313765"/>
                    <a:pt x="1819340" y="308024"/>
                    <a:pt x="1875991" y="308024"/>
                  </a:cubicBezTo>
                  <a:cubicBezTo>
                    <a:pt x="2329204" y="308024"/>
                    <a:pt x="2696606" y="675426"/>
                    <a:pt x="2696606" y="1128639"/>
                  </a:cubicBezTo>
                  <a:cubicBezTo>
                    <a:pt x="2696606" y="1411897"/>
                    <a:pt x="2553090" y="1661635"/>
                    <a:pt x="2334805" y="1809106"/>
                  </a:cubicBezTo>
                  <a:lnTo>
                    <a:pt x="2266734" y="1846054"/>
                  </a:lnTo>
                  <a:lnTo>
                    <a:pt x="2253313" y="1898250"/>
                  </a:lnTo>
                  <a:cubicBezTo>
                    <a:pt x="2149414" y="2232296"/>
                    <a:pt x="2110816" y="2497274"/>
                    <a:pt x="1954145" y="2506100"/>
                  </a:cubicBezTo>
                  <a:cubicBezTo>
                    <a:pt x="1797474" y="2514926"/>
                    <a:pt x="1313284" y="2404421"/>
                    <a:pt x="1313284" y="1951208"/>
                  </a:cubicBezTo>
                  <a:cubicBezTo>
                    <a:pt x="1314046" y="1936109"/>
                    <a:pt x="601383" y="2253168"/>
                    <a:pt x="385540" y="2210711"/>
                  </a:cubicBezTo>
                  <a:cubicBezTo>
                    <a:pt x="169697" y="2168254"/>
                    <a:pt x="-68291" y="1929907"/>
                    <a:pt x="18224" y="1696467"/>
                  </a:cubicBezTo>
                  <a:cubicBezTo>
                    <a:pt x="104739" y="1463027"/>
                    <a:pt x="477038" y="1221104"/>
                    <a:pt x="234761" y="898769"/>
                  </a:cubicBezTo>
                  <a:cubicBezTo>
                    <a:pt x="-109116" y="375217"/>
                    <a:pt x="391148" y="0"/>
                    <a:pt x="844361" y="0"/>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字魂59号-创粗黑" panose="00000500000000000000" pitchFamily="2" charset="-122"/>
              </a:endParaRPr>
            </a:p>
          </p:txBody>
        </p:sp>
      </p:grpSp>
      <p:pic>
        <p:nvPicPr>
          <p:cNvPr id="39" name="Picture 38" descr="河南大学.png"/>
          <p:cNvPicPr>
            <a:picLocks noChangeAspect="1"/>
          </p:cNvPicPr>
          <p:nvPr/>
        </p:nvPicPr>
        <p:blipFill>
          <a:blip r:embed="rId14"/>
          <a:stretch>
            <a:fillRect/>
          </a:stretch>
        </p:blipFill>
        <p:spPr>
          <a:xfrm>
            <a:off x="10302752" y="353435"/>
            <a:ext cx="1756624" cy="479079"/>
          </a:xfrm>
          <a:prstGeom prst="rect">
            <a:avLst/>
          </a:prstGeom>
        </p:spPr>
      </p:pic>
      <p:sp>
        <p:nvSpPr>
          <p:cNvPr id="2" name="文本框 1"/>
          <p:cNvSpPr txBox="1"/>
          <p:nvPr/>
        </p:nvSpPr>
        <p:spPr>
          <a:xfrm>
            <a:off x="1217295" y="6007735"/>
            <a:ext cx="3845560" cy="368300"/>
          </a:xfrm>
          <a:prstGeom prst="rect">
            <a:avLst/>
          </a:prstGeom>
          <a:noFill/>
        </p:spPr>
        <p:txBody>
          <a:bodyPr wrap="square" rtlCol="0">
            <a:spAutoFit/>
          </a:bodyPr>
          <a:p>
            <a:pPr algn="ctr"/>
            <a:r>
              <a:rPr lang="zh-CN" altLang="en-US"/>
              <a:t>图2：2012—2024年中原城市群不同城市扩张指数</a:t>
            </a:r>
            <a:endParaRPr lang="zh-CN" altLang="en-US"/>
          </a:p>
        </p:txBody>
      </p:sp>
      <p:pic>
        <p:nvPicPr>
          <p:cNvPr id="40" name="Picture 39" descr="image2.png"/>
          <p:cNvPicPr>
            <a:picLocks noChangeAspect="1"/>
          </p:cNvPicPr>
          <p:nvPr/>
        </p:nvPicPr>
        <p:blipFill>
          <a:blip r:embed="rId16"/>
          <a:stretch>
            <a:fillRect/>
          </a:stretch>
        </p:blipFill>
        <p:spPr>
          <a:xfrm>
            <a:off x="636884" y="1964055"/>
            <a:ext cx="4506313" cy="3924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形状 2"/>
          <p:cNvSpPr/>
          <p:nvPr>
            <p:custDataLst>
              <p:tags r:id="rId1"/>
            </p:custDataLst>
          </p:nvPr>
        </p:nvSpPr>
        <p:spPr>
          <a:xfrm>
            <a:off x="1" y="1543061"/>
            <a:ext cx="12192000" cy="5314939"/>
          </a:xfrm>
          <a:custGeom>
            <a:avLst/>
            <a:gdLst>
              <a:gd name="connsiteX0" fmla="*/ 7421879 w 9144000"/>
              <a:gd name="connsiteY0" fmla="*/ 944 h 4667042"/>
              <a:gd name="connsiteX1" fmla="*/ 8739856 w 9144000"/>
              <a:gd name="connsiteY1" fmla="*/ 200746 h 4667042"/>
              <a:gd name="connsiteX2" fmla="*/ 9144000 w 9144000"/>
              <a:gd name="connsiteY2" fmla="*/ 302125 h 4667042"/>
              <a:gd name="connsiteX3" fmla="*/ 9144000 w 9144000"/>
              <a:gd name="connsiteY3" fmla="*/ 4667042 h 4667042"/>
              <a:gd name="connsiteX4" fmla="*/ 0 w 9144000"/>
              <a:gd name="connsiteY4" fmla="*/ 4667042 h 4667042"/>
              <a:gd name="connsiteX5" fmla="*/ 0 w 9144000"/>
              <a:gd name="connsiteY5" fmla="*/ 142334 h 4667042"/>
              <a:gd name="connsiteX6" fmla="*/ 260865 w 9144000"/>
              <a:gd name="connsiteY6" fmla="*/ 125811 h 4667042"/>
              <a:gd name="connsiteX7" fmla="*/ 640079 w 9144000"/>
              <a:gd name="connsiteY7" fmla="*/ 122864 h 4667042"/>
              <a:gd name="connsiteX8" fmla="*/ 4465319 w 9144000"/>
              <a:gd name="connsiteY8" fmla="*/ 595304 h 4667042"/>
              <a:gd name="connsiteX9" fmla="*/ 7421879 w 9144000"/>
              <a:gd name="connsiteY9" fmla="*/ 944 h 466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44000" h="4667042">
                <a:moveTo>
                  <a:pt x="7421879" y="944"/>
                </a:moveTo>
                <a:cubicBezTo>
                  <a:pt x="7809547" y="11422"/>
                  <a:pt x="8275795" y="92622"/>
                  <a:pt x="8739856" y="200746"/>
                </a:cubicBezTo>
                <a:lnTo>
                  <a:pt x="9144000" y="302125"/>
                </a:lnTo>
                <a:lnTo>
                  <a:pt x="9144000" y="4667042"/>
                </a:lnTo>
                <a:lnTo>
                  <a:pt x="0" y="4667042"/>
                </a:lnTo>
                <a:lnTo>
                  <a:pt x="0" y="142334"/>
                </a:lnTo>
                <a:lnTo>
                  <a:pt x="260865" y="125811"/>
                </a:lnTo>
                <a:cubicBezTo>
                  <a:pt x="384849" y="121237"/>
                  <a:pt x="511492" y="120007"/>
                  <a:pt x="640079" y="122864"/>
                </a:cubicBezTo>
                <a:cubicBezTo>
                  <a:pt x="1668779" y="145724"/>
                  <a:pt x="3335019" y="615624"/>
                  <a:pt x="4465319" y="595304"/>
                </a:cubicBezTo>
                <a:cubicBezTo>
                  <a:pt x="5595619" y="574984"/>
                  <a:pt x="6388099" y="-26996"/>
                  <a:pt x="7421879" y="944"/>
                </a:cubicBezTo>
                <a:close/>
              </a:path>
            </a:pathLst>
          </a:custGeom>
          <a:solidFill>
            <a:srgbClr val="0373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3200" dirty="0">
              <a:latin typeface="+mj-ea"/>
              <a:ea typeface="+mj-ea"/>
              <a:sym typeface="微软雅黑" panose="020B0503020204020204" charset="-122"/>
            </a:endParaRPr>
          </a:p>
        </p:txBody>
      </p:sp>
      <p:sp>
        <p:nvSpPr>
          <p:cNvPr id="20" name="任意形状 1"/>
          <p:cNvSpPr/>
          <p:nvPr>
            <p:custDataLst>
              <p:tags r:id="rId2"/>
            </p:custDataLst>
          </p:nvPr>
        </p:nvSpPr>
        <p:spPr>
          <a:xfrm>
            <a:off x="0" y="1607908"/>
            <a:ext cx="12192000" cy="5250093"/>
          </a:xfrm>
          <a:custGeom>
            <a:avLst/>
            <a:gdLst>
              <a:gd name="connsiteX0" fmla="*/ 9144000 w 9144000"/>
              <a:gd name="connsiteY0" fmla="*/ 0 h 4569773"/>
              <a:gd name="connsiteX1" fmla="*/ 9144000 w 9144000"/>
              <a:gd name="connsiteY1" fmla="*/ 4569773 h 4569773"/>
              <a:gd name="connsiteX2" fmla="*/ 0 w 9144000"/>
              <a:gd name="connsiteY2" fmla="*/ 4569773 h 4569773"/>
              <a:gd name="connsiteX3" fmla="*/ 0 w 9144000"/>
              <a:gd name="connsiteY3" fmla="*/ 638493 h 4569773"/>
              <a:gd name="connsiteX4" fmla="*/ 135688 w 9144000"/>
              <a:gd name="connsiteY4" fmla="*/ 681653 h 4569773"/>
              <a:gd name="connsiteX5" fmla="*/ 487681 w 9144000"/>
              <a:gd name="connsiteY5" fmla="*/ 725542 h 4569773"/>
              <a:gd name="connsiteX6" fmla="*/ 4450081 w 9144000"/>
              <a:gd name="connsiteY6" fmla="*/ 192142 h 4569773"/>
              <a:gd name="connsiteX7" fmla="*/ 7239001 w 9144000"/>
              <a:gd name="connsiteY7" fmla="*/ 603622 h 4569773"/>
              <a:gd name="connsiteX8" fmla="*/ 9034464 w 9144000"/>
              <a:gd name="connsiteY8" fmla="*/ 37837 h 4569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0" h="4569773">
                <a:moveTo>
                  <a:pt x="9144000" y="0"/>
                </a:moveTo>
                <a:lnTo>
                  <a:pt x="9144000" y="4569773"/>
                </a:lnTo>
                <a:lnTo>
                  <a:pt x="0" y="4569773"/>
                </a:lnTo>
                <a:lnTo>
                  <a:pt x="0" y="638493"/>
                </a:lnTo>
                <a:lnTo>
                  <a:pt x="135688" y="681653"/>
                </a:lnTo>
                <a:cubicBezTo>
                  <a:pt x="248048" y="710818"/>
                  <a:pt x="365444" y="727447"/>
                  <a:pt x="487681" y="725542"/>
                </a:cubicBezTo>
                <a:cubicBezTo>
                  <a:pt x="1465581" y="710302"/>
                  <a:pt x="3324861" y="212462"/>
                  <a:pt x="4450081" y="192142"/>
                </a:cubicBezTo>
                <a:cubicBezTo>
                  <a:pt x="5575301" y="171822"/>
                  <a:pt x="6240781" y="613782"/>
                  <a:pt x="7239001" y="603622"/>
                </a:cubicBezTo>
                <a:cubicBezTo>
                  <a:pt x="7738111" y="598542"/>
                  <a:pt x="8418831" y="263262"/>
                  <a:pt x="9034464" y="37837"/>
                </a:cubicBezTo>
                <a:close/>
              </a:path>
            </a:pathLst>
          </a:custGeom>
          <a:gradFill>
            <a:gsLst>
              <a:gs pos="0">
                <a:schemeClr val="accent1">
                  <a:alpha val="75000"/>
                </a:schemeClr>
              </a:gs>
              <a:gs pos="68000">
                <a:schemeClr val="accent1"/>
              </a:gs>
            </a:gsLst>
            <a:lin ang="2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3200">
              <a:latin typeface="+mj-ea"/>
              <a:ea typeface="+mj-ea"/>
              <a:sym typeface="微软雅黑" panose="020B0503020204020204" charset="-122"/>
            </a:endParaRPr>
          </a:p>
        </p:txBody>
      </p:sp>
      <p:sp>
        <p:nvSpPr>
          <p:cNvPr id="21" name="任意多边形: 形状 20"/>
          <p:cNvSpPr/>
          <p:nvPr>
            <p:custDataLst>
              <p:tags r:id="rId3"/>
            </p:custDataLst>
          </p:nvPr>
        </p:nvSpPr>
        <p:spPr>
          <a:xfrm>
            <a:off x="-4197" y="1647757"/>
            <a:ext cx="12188748" cy="5214134"/>
          </a:xfrm>
          <a:custGeom>
            <a:avLst/>
            <a:gdLst>
              <a:gd name="connsiteX0" fmla="*/ 2408361 w 9107329"/>
              <a:gd name="connsiteY0" fmla="*/ 434 h 2794050"/>
              <a:gd name="connsiteX1" fmla="*/ 7003480 w 9107329"/>
              <a:gd name="connsiteY1" fmla="*/ 263023 h 2794050"/>
              <a:gd name="connsiteX2" fmla="*/ 8796810 w 9107329"/>
              <a:gd name="connsiteY2" fmla="*/ 78568 h 2794050"/>
              <a:gd name="connsiteX3" fmla="*/ 9107329 w 9107329"/>
              <a:gd name="connsiteY3" fmla="*/ 30883 h 2794050"/>
              <a:gd name="connsiteX4" fmla="*/ 9107329 w 9107329"/>
              <a:gd name="connsiteY4" fmla="*/ 2794050 h 2794050"/>
              <a:gd name="connsiteX5" fmla="*/ 0 w 9107329"/>
              <a:gd name="connsiteY5" fmla="*/ 2794050 h 2794050"/>
              <a:gd name="connsiteX6" fmla="*/ 0 w 9107329"/>
              <a:gd name="connsiteY6" fmla="*/ 108284 h 2794050"/>
              <a:gd name="connsiteX7" fmla="*/ 397174 w 9107329"/>
              <a:gd name="connsiteY7" fmla="*/ 83169 h 2794050"/>
              <a:gd name="connsiteX8" fmla="*/ 2408361 w 9107329"/>
              <a:gd name="connsiteY8" fmla="*/ 434 h 2794050"/>
              <a:gd name="connsiteX0-1" fmla="*/ 2414029 w 9112997"/>
              <a:gd name="connsiteY0-2" fmla="*/ 434 h 3899264"/>
              <a:gd name="connsiteX1-3" fmla="*/ 7009148 w 9112997"/>
              <a:gd name="connsiteY1-4" fmla="*/ 263023 h 3899264"/>
              <a:gd name="connsiteX2-5" fmla="*/ 8802478 w 9112997"/>
              <a:gd name="connsiteY2-6" fmla="*/ 78568 h 3899264"/>
              <a:gd name="connsiteX3-7" fmla="*/ 9112997 w 9112997"/>
              <a:gd name="connsiteY3-8" fmla="*/ 30883 h 3899264"/>
              <a:gd name="connsiteX4-9" fmla="*/ 9112997 w 9112997"/>
              <a:gd name="connsiteY4-10" fmla="*/ 2794050 h 3899264"/>
              <a:gd name="connsiteX5-11" fmla="*/ 0 w 9112997"/>
              <a:gd name="connsiteY5-12" fmla="*/ 3899264 h 3899264"/>
              <a:gd name="connsiteX6-13" fmla="*/ 5668 w 9112997"/>
              <a:gd name="connsiteY6-14" fmla="*/ 108284 h 3899264"/>
              <a:gd name="connsiteX7-15" fmla="*/ 402842 w 9112997"/>
              <a:gd name="connsiteY7-16" fmla="*/ 83169 h 3899264"/>
              <a:gd name="connsiteX8-17" fmla="*/ 2414029 w 9112997"/>
              <a:gd name="connsiteY8-18" fmla="*/ 434 h 3899264"/>
              <a:gd name="connsiteX0-19" fmla="*/ 2414029 w 9112997"/>
              <a:gd name="connsiteY0-20" fmla="*/ 434 h 3910600"/>
              <a:gd name="connsiteX1-21" fmla="*/ 7009148 w 9112997"/>
              <a:gd name="connsiteY1-22" fmla="*/ 263023 h 3910600"/>
              <a:gd name="connsiteX2-23" fmla="*/ 8802478 w 9112997"/>
              <a:gd name="connsiteY2-24" fmla="*/ 78568 h 3910600"/>
              <a:gd name="connsiteX3-25" fmla="*/ 9112997 w 9112997"/>
              <a:gd name="connsiteY3-26" fmla="*/ 30883 h 3910600"/>
              <a:gd name="connsiteX4-27" fmla="*/ 9112997 w 9112997"/>
              <a:gd name="connsiteY4-28" fmla="*/ 3910600 h 3910600"/>
              <a:gd name="connsiteX5-29" fmla="*/ 0 w 9112997"/>
              <a:gd name="connsiteY5-30" fmla="*/ 3899264 h 3910600"/>
              <a:gd name="connsiteX6-31" fmla="*/ 5668 w 9112997"/>
              <a:gd name="connsiteY6-32" fmla="*/ 108284 h 3910600"/>
              <a:gd name="connsiteX7-33" fmla="*/ 402842 w 9112997"/>
              <a:gd name="connsiteY7-34" fmla="*/ 83169 h 3910600"/>
              <a:gd name="connsiteX8-35" fmla="*/ 2414029 w 9112997"/>
              <a:gd name="connsiteY8-36" fmla="*/ 434 h 3910600"/>
              <a:gd name="connsiteX0-37" fmla="*/ 2408613 w 9107581"/>
              <a:gd name="connsiteY0-38" fmla="*/ 434 h 3910600"/>
              <a:gd name="connsiteX1-39" fmla="*/ 7003732 w 9107581"/>
              <a:gd name="connsiteY1-40" fmla="*/ 263023 h 3910600"/>
              <a:gd name="connsiteX2-41" fmla="*/ 8797062 w 9107581"/>
              <a:gd name="connsiteY2-42" fmla="*/ 78568 h 3910600"/>
              <a:gd name="connsiteX3-43" fmla="*/ 9107581 w 9107581"/>
              <a:gd name="connsiteY3-44" fmla="*/ 30883 h 3910600"/>
              <a:gd name="connsiteX4-45" fmla="*/ 9107581 w 9107581"/>
              <a:gd name="connsiteY4-46" fmla="*/ 3910600 h 3910600"/>
              <a:gd name="connsiteX5-47" fmla="*/ 5920 w 9107581"/>
              <a:gd name="connsiteY5-48" fmla="*/ 3904932 h 3910600"/>
              <a:gd name="connsiteX6-49" fmla="*/ 252 w 9107581"/>
              <a:gd name="connsiteY6-50" fmla="*/ 108284 h 3910600"/>
              <a:gd name="connsiteX7-51" fmla="*/ 397426 w 9107581"/>
              <a:gd name="connsiteY7-52" fmla="*/ 83169 h 3910600"/>
              <a:gd name="connsiteX8-53" fmla="*/ 2408613 w 9107581"/>
              <a:gd name="connsiteY8-54" fmla="*/ 434 h 3910600"/>
              <a:gd name="connsiteX0-55" fmla="*/ 2419202 w 9118170"/>
              <a:gd name="connsiteY0-56" fmla="*/ 434 h 3910600"/>
              <a:gd name="connsiteX1-57" fmla="*/ 7014321 w 9118170"/>
              <a:gd name="connsiteY1-58" fmla="*/ 263023 h 3910600"/>
              <a:gd name="connsiteX2-59" fmla="*/ 8807651 w 9118170"/>
              <a:gd name="connsiteY2-60" fmla="*/ 78568 h 3910600"/>
              <a:gd name="connsiteX3-61" fmla="*/ 9118170 w 9118170"/>
              <a:gd name="connsiteY3-62" fmla="*/ 30883 h 3910600"/>
              <a:gd name="connsiteX4-63" fmla="*/ 9118170 w 9118170"/>
              <a:gd name="connsiteY4-64" fmla="*/ 3910600 h 3910600"/>
              <a:gd name="connsiteX5-65" fmla="*/ 16509 w 9118170"/>
              <a:gd name="connsiteY5-66" fmla="*/ 3904932 h 3910600"/>
              <a:gd name="connsiteX6-67" fmla="*/ 125 w 9118170"/>
              <a:gd name="connsiteY6-68" fmla="*/ 108284 h 3910600"/>
              <a:gd name="connsiteX7-69" fmla="*/ 408015 w 9118170"/>
              <a:gd name="connsiteY7-70" fmla="*/ 83169 h 3910600"/>
              <a:gd name="connsiteX8-71" fmla="*/ 2419202 w 9118170"/>
              <a:gd name="connsiteY8-72" fmla="*/ 434 h 3910600"/>
              <a:gd name="connsiteX0-73" fmla="*/ 2419456 w 9118424"/>
              <a:gd name="connsiteY0-74" fmla="*/ 434 h 3910600"/>
              <a:gd name="connsiteX1-75" fmla="*/ 7014575 w 9118424"/>
              <a:gd name="connsiteY1-76" fmla="*/ 263023 h 3910600"/>
              <a:gd name="connsiteX2-77" fmla="*/ 8807905 w 9118424"/>
              <a:gd name="connsiteY2-78" fmla="*/ 78568 h 3910600"/>
              <a:gd name="connsiteX3-79" fmla="*/ 9118424 w 9118424"/>
              <a:gd name="connsiteY3-80" fmla="*/ 30883 h 3910600"/>
              <a:gd name="connsiteX4-81" fmla="*/ 9118424 w 9118424"/>
              <a:gd name="connsiteY4-82" fmla="*/ 3910600 h 3910600"/>
              <a:gd name="connsiteX5-83" fmla="*/ 2476 w 9118424"/>
              <a:gd name="connsiteY5-84" fmla="*/ 3904932 h 3910600"/>
              <a:gd name="connsiteX6-85" fmla="*/ 379 w 9118424"/>
              <a:gd name="connsiteY6-86" fmla="*/ 108284 h 3910600"/>
              <a:gd name="connsiteX7-87" fmla="*/ 408269 w 9118424"/>
              <a:gd name="connsiteY7-88" fmla="*/ 83169 h 3910600"/>
              <a:gd name="connsiteX8-89" fmla="*/ 2419456 w 9118424"/>
              <a:gd name="connsiteY8-90" fmla="*/ 434 h 3910600"/>
              <a:gd name="connsiteX0-91" fmla="*/ 2419456 w 9146999"/>
              <a:gd name="connsiteY0-92" fmla="*/ 434 h 3910600"/>
              <a:gd name="connsiteX1-93" fmla="*/ 7014575 w 9146999"/>
              <a:gd name="connsiteY1-94" fmla="*/ 263023 h 3910600"/>
              <a:gd name="connsiteX2-95" fmla="*/ 8807905 w 9146999"/>
              <a:gd name="connsiteY2-96" fmla="*/ 78568 h 3910600"/>
              <a:gd name="connsiteX3-97" fmla="*/ 9118424 w 9146999"/>
              <a:gd name="connsiteY3-98" fmla="*/ 30883 h 3910600"/>
              <a:gd name="connsiteX4-99" fmla="*/ 9146999 w 9146999"/>
              <a:gd name="connsiteY4-100" fmla="*/ 3910600 h 3910600"/>
              <a:gd name="connsiteX5-101" fmla="*/ 2476 w 9146999"/>
              <a:gd name="connsiteY5-102" fmla="*/ 3904932 h 3910600"/>
              <a:gd name="connsiteX6-103" fmla="*/ 379 w 9146999"/>
              <a:gd name="connsiteY6-104" fmla="*/ 108284 h 3910600"/>
              <a:gd name="connsiteX7-105" fmla="*/ 408269 w 9146999"/>
              <a:gd name="connsiteY7-106" fmla="*/ 83169 h 3910600"/>
              <a:gd name="connsiteX8-107" fmla="*/ 2419456 w 9146999"/>
              <a:gd name="connsiteY8-108" fmla="*/ 434 h 3910600"/>
              <a:gd name="connsiteX0-109" fmla="*/ 2419456 w 9152430"/>
              <a:gd name="connsiteY0-110" fmla="*/ 434 h 3910600"/>
              <a:gd name="connsiteX1-111" fmla="*/ 7014575 w 9152430"/>
              <a:gd name="connsiteY1-112" fmla="*/ 263023 h 3910600"/>
              <a:gd name="connsiteX2-113" fmla="*/ 8807905 w 9152430"/>
              <a:gd name="connsiteY2-114" fmla="*/ 78568 h 3910600"/>
              <a:gd name="connsiteX3-115" fmla="*/ 9152430 w 9152430"/>
              <a:gd name="connsiteY3-116" fmla="*/ 13879 h 3910600"/>
              <a:gd name="connsiteX4-117" fmla="*/ 9146999 w 9152430"/>
              <a:gd name="connsiteY4-118" fmla="*/ 3910600 h 3910600"/>
              <a:gd name="connsiteX5-119" fmla="*/ 2476 w 9152430"/>
              <a:gd name="connsiteY5-120" fmla="*/ 3904932 h 3910600"/>
              <a:gd name="connsiteX6-121" fmla="*/ 379 w 9152430"/>
              <a:gd name="connsiteY6-122" fmla="*/ 108284 h 3910600"/>
              <a:gd name="connsiteX7-123" fmla="*/ 408269 w 9152430"/>
              <a:gd name="connsiteY7-124" fmla="*/ 83169 h 3910600"/>
              <a:gd name="connsiteX8-125" fmla="*/ 2419456 w 9152430"/>
              <a:gd name="connsiteY8-126" fmla="*/ 434 h 3910600"/>
              <a:gd name="connsiteX0-127" fmla="*/ 2419456 w 9158564"/>
              <a:gd name="connsiteY0-128" fmla="*/ 434 h 3910600"/>
              <a:gd name="connsiteX1-129" fmla="*/ 7014575 w 9158564"/>
              <a:gd name="connsiteY1-130" fmla="*/ 263023 h 3910600"/>
              <a:gd name="connsiteX2-131" fmla="*/ 8807905 w 9158564"/>
              <a:gd name="connsiteY2-132" fmla="*/ 78568 h 3910600"/>
              <a:gd name="connsiteX3-133" fmla="*/ 9152430 w 9158564"/>
              <a:gd name="connsiteY3-134" fmla="*/ 13879 h 3910600"/>
              <a:gd name="connsiteX4-135" fmla="*/ 9158335 w 9158564"/>
              <a:gd name="connsiteY4-136" fmla="*/ 3910600 h 3910600"/>
              <a:gd name="connsiteX5-137" fmla="*/ 2476 w 9158564"/>
              <a:gd name="connsiteY5-138" fmla="*/ 3904932 h 3910600"/>
              <a:gd name="connsiteX6-139" fmla="*/ 379 w 9158564"/>
              <a:gd name="connsiteY6-140" fmla="*/ 108284 h 3910600"/>
              <a:gd name="connsiteX7-141" fmla="*/ 408269 w 9158564"/>
              <a:gd name="connsiteY7-142" fmla="*/ 83169 h 3910600"/>
              <a:gd name="connsiteX8-143" fmla="*/ 2419456 w 9158564"/>
              <a:gd name="connsiteY8-144" fmla="*/ 434 h 3910600"/>
              <a:gd name="connsiteX0-145" fmla="*/ 2419456 w 9152430"/>
              <a:gd name="connsiteY0-146" fmla="*/ 434 h 3904932"/>
              <a:gd name="connsiteX1-147" fmla="*/ 7014575 w 9152430"/>
              <a:gd name="connsiteY1-148" fmla="*/ 263023 h 3904932"/>
              <a:gd name="connsiteX2-149" fmla="*/ 8807905 w 9152430"/>
              <a:gd name="connsiteY2-150" fmla="*/ 78568 h 3904932"/>
              <a:gd name="connsiteX3-151" fmla="*/ 9152430 w 9152430"/>
              <a:gd name="connsiteY3-152" fmla="*/ 13879 h 3904932"/>
              <a:gd name="connsiteX4-153" fmla="*/ 9141332 w 9152430"/>
              <a:gd name="connsiteY4-154" fmla="*/ 3904932 h 3904932"/>
              <a:gd name="connsiteX5-155" fmla="*/ 2476 w 9152430"/>
              <a:gd name="connsiteY5-156" fmla="*/ 3904932 h 3904932"/>
              <a:gd name="connsiteX6-157" fmla="*/ 379 w 9152430"/>
              <a:gd name="connsiteY6-158" fmla="*/ 108284 h 3904932"/>
              <a:gd name="connsiteX7-159" fmla="*/ 408269 w 9152430"/>
              <a:gd name="connsiteY7-160" fmla="*/ 83169 h 3904932"/>
              <a:gd name="connsiteX8-161" fmla="*/ 2419456 w 9152430"/>
              <a:gd name="connsiteY8-162" fmla="*/ 434 h 3904932"/>
              <a:gd name="connsiteX0-163" fmla="*/ 2419456 w 9152430"/>
              <a:gd name="connsiteY0-164" fmla="*/ 434 h 3904932"/>
              <a:gd name="connsiteX1-165" fmla="*/ 7014575 w 9152430"/>
              <a:gd name="connsiteY1-166" fmla="*/ 263023 h 3904932"/>
              <a:gd name="connsiteX2-167" fmla="*/ 8807905 w 9152430"/>
              <a:gd name="connsiteY2-168" fmla="*/ 78568 h 3904932"/>
              <a:gd name="connsiteX3-169" fmla="*/ 9152430 w 9152430"/>
              <a:gd name="connsiteY3-170" fmla="*/ 13879 h 3904932"/>
              <a:gd name="connsiteX4-171" fmla="*/ 9141332 w 9152430"/>
              <a:gd name="connsiteY4-172" fmla="*/ 3899264 h 3904932"/>
              <a:gd name="connsiteX5-173" fmla="*/ 2476 w 9152430"/>
              <a:gd name="connsiteY5-174" fmla="*/ 3904932 h 3904932"/>
              <a:gd name="connsiteX6-175" fmla="*/ 379 w 9152430"/>
              <a:gd name="connsiteY6-176" fmla="*/ 108284 h 3904932"/>
              <a:gd name="connsiteX7-177" fmla="*/ 408269 w 9152430"/>
              <a:gd name="connsiteY7-178" fmla="*/ 83169 h 3904932"/>
              <a:gd name="connsiteX8-179" fmla="*/ 2419456 w 9152430"/>
              <a:gd name="connsiteY8-180" fmla="*/ 434 h 3904932"/>
              <a:gd name="connsiteX0-181" fmla="*/ 2419456 w 9152430"/>
              <a:gd name="connsiteY0-182" fmla="*/ 434 h 3910600"/>
              <a:gd name="connsiteX1-183" fmla="*/ 7014575 w 9152430"/>
              <a:gd name="connsiteY1-184" fmla="*/ 263023 h 3910600"/>
              <a:gd name="connsiteX2-185" fmla="*/ 8807905 w 9152430"/>
              <a:gd name="connsiteY2-186" fmla="*/ 78568 h 3910600"/>
              <a:gd name="connsiteX3-187" fmla="*/ 9152430 w 9152430"/>
              <a:gd name="connsiteY3-188" fmla="*/ 13879 h 3910600"/>
              <a:gd name="connsiteX4-189" fmla="*/ 9141332 w 9152430"/>
              <a:gd name="connsiteY4-190" fmla="*/ 3899264 h 3910600"/>
              <a:gd name="connsiteX5-191" fmla="*/ 2476 w 9152430"/>
              <a:gd name="connsiteY5-192" fmla="*/ 3910600 h 3910600"/>
              <a:gd name="connsiteX6-193" fmla="*/ 379 w 9152430"/>
              <a:gd name="connsiteY6-194" fmla="*/ 108284 h 3910600"/>
              <a:gd name="connsiteX7-195" fmla="*/ 408269 w 9152430"/>
              <a:gd name="connsiteY7-196" fmla="*/ 83169 h 3910600"/>
              <a:gd name="connsiteX8-197" fmla="*/ 2419456 w 9152430"/>
              <a:gd name="connsiteY8-198" fmla="*/ 434 h 3910600"/>
              <a:gd name="connsiteX0-199" fmla="*/ 2419456 w 9141561"/>
              <a:gd name="connsiteY0-200" fmla="*/ 434 h 3910600"/>
              <a:gd name="connsiteX1-201" fmla="*/ 7014575 w 9141561"/>
              <a:gd name="connsiteY1-202" fmla="*/ 263023 h 3910600"/>
              <a:gd name="connsiteX2-203" fmla="*/ 8807905 w 9141561"/>
              <a:gd name="connsiteY2-204" fmla="*/ 78568 h 3910600"/>
              <a:gd name="connsiteX3-205" fmla="*/ 9135427 w 9141561"/>
              <a:gd name="connsiteY3-206" fmla="*/ 8210 h 3910600"/>
              <a:gd name="connsiteX4-207" fmla="*/ 9141332 w 9141561"/>
              <a:gd name="connsiteY4-208" fmla="*/ 3899264 h 3910600"/>
              <a:gd name="connsiteX5-209" fmla="*/ 2476 w 9141561"/>
              <a:gd name="connsiteY5-210" fmla="*/ 3910600 h 3910600"/>
              <a:gd name="connsiteX6-211" fmla="*/ 379 w 9141561"/>
              <a:gd name="connsiteY6-212" fmla="*/ 108284 h 3910600"/>
              <a:gd name="connsiteX7-213" fmla="*/ 408269 w 9141561"/>
              <a:gd name="connsiteY7-214" fmla="*/ 83169 h 3910600"/>
              <a:gd name="connsiteX8-215" fmla="*/ 2419456 w 9141561"/>
              <a:gd name="connsiteY8-216" fmla="*/ 434 h 39106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9141561" h="3910600">
                <a:moveTo>
                  <a:pt x="2419456" y="434"/>
                </a:moveTo>
                <a:cubicBezTo>
                  <a:pt x="4273407" y="-12534"/>
                  <a:pt x="5369874" y="269506"/>
                  <a:pt x="7014575" y="263023"/>
                </a:cubicBezTo>
                <a:cubicBezTo>
                  <a:pt x="7528545" y="260997"/>
                  <a:pt x="8159400" y="176658"/>
                  <a:pt x="8807905" y="78568"/>
                </a:cubicBezTo>
                <a:lnTo>
                  <a:pt x="9135427" y="8210"/>
                </a:lnTo>
                <a:cubicBezTo>
                  <a:pt x="9133617" y="1307117"/>
                  <a:pt x="9143142" y="2600357"/>
                  <a:pt x="9141332" y="3899264"/>
                </a:cubicBezTo>
                <a:lnTo>
                  <a:pt x="2476" y="3910600"/>
                </a:lnTo>
                <a:cubicBezTo>
                  <a:pt x="4365" y="2646940"/>
                  <a:pt x="-1510" y="1371944"/>
                  <a:pt x="379" y="108284"/>
                </a:cubicBezTo>
                <a:lnTo>
                  <a:pt x="408269" y="83169"/>
                </a:lnTo>
                <a:cubicBezTo>
                  <a:pt x="1142625" y="38298"/>
                  <a:pt x="1840096" y="4486"/>
                  <a:pt x="2419456" y="434"/>
                </a:cubicBezTo>
                <a:close/>
              </a:path>
            </a:pathLst>
          </a:custGeom>
          <a:solidFill>
            <a:srgbClr val="0379D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3200" dirty="0">
              <a:latin typeface="+mj-ea"/>
              <a:ea typeface="+mj-ea"/>
            </a:endParaRPr>
          </a:p>
        </p:txBody>
      </p:sp>
      <p:sp>
        <p:nvSpPr>
          <p:cNvPr id="23" name="椭圆 22"/>
          <p:cNvSpPr/>
          <p:nvPr>
            <p:custDataLst>
              <p:tags r:id="rId4"/>
            </p:custDataLst>
          </p:nvPr>
        </p:nvSpPr>
        <p:spPr>
          <a:xfrm>
            <a:off x="3173804" y="2791132"/>
            <a:ext cx="1034717" cy="1034717"/>
          </a:xfrm>
          <a:prstGeom prst="ellipse">
            <a:avLst/>
          </a:prstGeom>
          <a:noFill/>
          <a:ln w="25400">
            <a:solidFill>
              <a:schemeClr val="lt1">
                <a:lumMod val="10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latin typeface="+mj-ea"/>
              <a:ea typeface="+mj-ea"/>
              <a:sym typeface="微软雅黑" panose="020B0503020204020204" charset="-122"/>
            </a:endParaRPr>
          </a:p>
        </p:txBody>
      </p:sp>
      <p:sp>
        <p:nvSpPr>
          <p:cNvPr id="9" name="矩形 8"/>
          <p:cNvSpPr/>
          <p:nvPr>
            <p:custDataLst>
              <p:tags r:id="rId5"/>
            </p:custDataLst>
          </p:nvPr>
        </p:nvSpPr>
        <p:spPr>
          <a:xfrm>
            <a:off x="1760855" y="4930140"/>
            <a:ext cx="3558540" cy="1462405"/>
          </a:xfrm>
          <a:prstGeom prst="rect">
            <a:avLst/>
          </a:prstGeom>
        </p:spPr>
        <p:txBody>
          <a:bodyPr wrap="square" lIns="0" tIns="0" rIns="0" bIns="0">
            <a:noAutofit/>
          </a:bodyPr>
          <a:lstStyle/>
          <a:p>
            <a:pPr algn="ctr">
              <a:lnSpc>
                <a:spcPct val="150000"/>
              </a:lnSpc>
              <a:spcBef>
                <a:spcPct val="0"/>
              </a:spcBef>
              <a:spcAft>
                <a:spcPct val="0"/>
              </a:spcAft>
            </a:pPr>
            <a:r>
              <a:rPr lang="en-US" altLang="zh-CN" sz="2000" dirty="0">
                <a:solidFill>
                  <a:schemeClr val="lt1">
                    <a:lumMod val="100000"/>
                  </a:schemeClr>
                </a:solidFill>
                <a:latin typeface="+mn-ea"/>
                <a:cs typeface="+mn-ea"/>
              </a:rPr>
              <a:t>数量由29处增至34处；总面积下降11.86%，平均斑块面积下降24.83%。</a:t>
            </a:r>
            <a:endParaRPr lang="zh-CN" altLang="en-US" sz="2000" dirty="0">
              <a:solidFill>
                <a:schemeClr val="lt1">
                  <a:lumMod val="100000"/>
                </a:schemeClr>
              </a:solidFill>
              <a:latin typeface="+mn-ea"/>
              <a:cs typeface="+mn-ea"/>
            </a:endParaRPr>
          </a:p>
        </p:txBody>
      </p:sp>
      <p:sp>
        <p:nvSpPr>
          <p:cNvPr id="25" name="椭圆 24"/>
          <p:cNvSpPr/>
          <p:nvPr>
            <p:custDataLst>
              <p:tags r:id="rId6"/>
            </p:custDataLst>
          </p:nvPr>
        </p:nvSpPr>
        <p:spPr>
          <a:xfrm>
            <a:off x="7984987" y="2791132"/>
            <a:ext cx="1034717" cy="1034717"/>
          </a:xfrm>
          <a:prstGeom prst="ellipse">
            <a:avLst/>
          </a:prstGeom>
          <a:noFill/>
          <a:ln w="25400">
            <a:solidFill>
              <a:schemeClr val="lt1">
                <a:lumMod val="10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latin typeface="+mj-ea"/>
              <a:ea typeface="+mj-ea"/>
              <a:sym typeface="微软雅黑" panose="020B0503020204020204" charset="-122"/>
            </a:endParaRPr>
          </a:p>
        </p:txBody>
      </p:sp>
      <p:sp>
        <p:nvSpPr>
          <p:cNvPr id="11" name="矩形 10"/>
          <p:cNvSpPr/>
          <p:nvPr>
            <p:custDataLst>
              <p:tags r:id="rId7"/>
            </p:custDataLst>
          </p:nvPr>
        </p:nvSpPr>
        <p:spPr>
          <a:xfrm>
            <a:off x="6350635" y="4720590"/>
            <a:ext cx="5147945" cy="1462405"/>
          </a:xfrm>
          <a:prstGeom prst="rect">
            <a:avLst/>
          </a:prstGeom>
        </p:spPr>
        <p:txBody>
          <a:bodyPr wrap="square" lIns="0" tIns="0" rIns="0" bIns="0">
            <a:noAutofit/>
          </a:bodyPr>
          <a:lstStyle/>
          <a:p>
            <a:pPr marL="285750" indent="-285750" algn="l">
              <a:lnSpc>
                <a:spcPct val="150000"/>
              </a:lnSpc>
              <a:spcBef>
                <a:spcPct val="0"/>
              </a:spcBef>
              <a:spcAft>
                <a:spcPct val="0"/>
              </a:spcAft>
              <a:buFont typeface="Arial" panose="020B0604020202020204" pitchFamily="34" charset="0"/>
              <a:buChar char="•"/>
            </a:pPr>
            <a:r>
              <a:rPr lang="zh-CN" altLang="en-US" sz="2000" dirty="0">
                <a:solidFill>
                  <a:schemeClr val="lt1">
                    <a:lumMod val="100000"/>
                  </a:schemeClr>
                </a:solidFill>
                <a:latin typeface="+mn-ea"/>
                <a:cs typeface="+mn-ea"/>
              </a:rPr>
              <a:t>2020年增至88条、5278.10 km；2024年回落至79条、2682.51 km。</a:t>
            </a:r>
            <a:endParaRPr lang="en-US" altLang="zh-CN" sz="2000" dirty="0">
              <a:solidFill>
                <a:schemeClr val="lt1">
                  <a:lumMod val="100000"/>
                </a:schemeClr>
              </a:solidFill>
              <a:latin typeface="+mn-ea"/>
              <a:cs typeface="+mn-ea"/>
            </a:endParaRPr>
          </a:p>
        </p:txBody>
      </p:sp>
      <p:sp>
        <p:nvSpPr>
          <p:cNvPr id="12" name="矩形 11"/>
          <p:cNvSpPr/>
          <p:nvPr>
            <p:custDataLst>
              <p:tags r:id="rId8"/>
            </p:custDataLst>
          </p:nvPr>
        </p:nvSpPr>
        <p:spPr>
          <a:xfrm>
            <a:off x="2063432" y="4249646"/>
            <a:ext cx="3258000" cy="407291"/>
          </a:xfrm>
          <a:prstGeom prst="rect">
            <a:avLst/>
          </a:prstGeom>
          <a:noFill/>
        </p:spPr>
        <p:txBody>
          <a:bodyPr wrap="square" lIns="0" tIns="0" rIns="0" bIns="0" rtlCol="0" anchor="ctr">
            <a:noAutofit/>
          </a:bodyPr>
          <a:lstStyle/>
          <a:p>
            <a:pPr algn="ctr">
              <a:spcBef>
                <a:spcPct val="0"/>
              </a:spcBef>
              <a:spcAft>
                <a:spcPct val="0"/>
              </a:spcAft>
            </a:pPr>
            <a:r>
              <a:rPr lang="zh-CN" altLang="en-US" sz="2400" b="1" dirty="0">
                <a:solidFill>
                  <a:schemeClr val="lt1">
                    <a:lumMod val="100000"/>
                  </a:schemeClr>
                </a:solidFill>
                <a:latin typeface="+mn-ea"/>
                <a:cs typeface="+mn-ea"/>
              </a:rPr>
              <a:t>生态源地</a:t>
            </a:r>
            <a:endParaRPr lang="zh-CN" altLang="en-US" sz="2400" b="1" dirty="0">
              <a:solidFill>
                <a:schemeClr val="lt1">
                  <a:lumMod val="100000"/>
                </a:schemeClr>
              </a:solidFill>
              <a:latin typeface="+mn-ea"/>
              <a:cs typeface="+mn-ea"/>
            </a:endParaRPr>
          </a:p>
        </p:txBody>
      </p:sp>
      <p:sp>
        <p:nvSpPr>
          <p:cNvPr id="13" name="矩形 12"/>
          <p:cNvSpPr/>
          <p:nvPr>
            <p:custDataLst>
              <p:tags r:id="rId9"/>
            </p:custDataLst>
          </p:nvPr>
        </p:nvSpPr>
        <p:spPr>
          <a:xfrm>
            <a:off x="6960340" y="4250281"/>
            <a:ext cx="3257999" cy="407291"/>
          </a:xfrm>
          <a:prstGeom prst="rect">
            <a:avLst/>
          </a:prstGeom>
          <a:noFill/>
        </p:spPr>
        <p:txBody>
          <a:bodyPr wrap="square" lIns="0" tIns="0" rIns="0" bIns="0" rtlCol="0" anchor="ctr">
            <a:noAutofit/>
          </a:bodyPr>
          <a:lstStyle/>
          <a:p>
            <a:pPr algn="ctr" defTabSz="914400">
              <a:spcBef>
                <a:spcPct val="0"/>
              </a:spcBef>
              <a:spcAft>
                <a:spcPct val="0"/>
              </a:spcAft>
              <a:tabLst>
                <a:tab pos="1074420" algn="l"/>
              </a:tabLst>
            </a:pPr>
            <a:r>
              <a:rPr lang="zh-CN" altLang="en-US" sz="2400" b="1">
                <a:solidFill>
                  <a:schemeClr val="lt1">
                    <a:lumMod val="100000"/>
                  </a:schemeClr>
                </a:solidFill>
                <a:latin typeface="+mn-ea"/>
                <a:cs typeface="+mn-ea"/>
              </a:rPr>
              <a:t>生态廊道</a:t>
            </a:r>
            <a:endParaRPr lang="zh-CN" altLang="en-US" sz="2400" b="1">
              <a:solidFill>
                <a:schemeClr val="lt1">
                  <a:lumMod val="100000"/>
                </a:schemeClr>
              </a:solidFill>
              <a:latin typeface="+mn-ea"/>
              <a:cs typeface="+mn-ea"/>
            </a:endParaRPr>
          </a:p>
        </p:txBody>
      </p:sp>
      <p:sp>
        <p:nvSpPr>
          <p:cNvPr id="26" name="淘宝-想搞设计PPT(倒卖必究)-26"/>
          <p:cNvSpPr txBox="1"/>
          <p:nvPr/>
        </p:nvSpPr>
        <p:spPr>
          <a:xfrm>
            <a:off x="979171" y="333375"/>
            <a:ext cx="10255250" cy="1014730"/>
          </a:xfrm>
          <a:prstGeom prst="rect">
            <a:avLst/>
          </a:prstGeom>
          <a:noFill/>
        </p:spPr>
        <p:txBody>
          <a:bodyPr wrap="square" rtlCol="0">
            <a:spAutoFit/>
            <a:scene3d>
              <a:camera prst="orthographicFront"/>
              <a:lightRig rig="threePt" dir="t"/>
            </a:scene3d>
            <a:sp3d contourW="12700"/>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研究发现了什么？
——生态源地小型化与廊道收缩</a:t>
            </a:r>
            <a:endPar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endParaRPr>
          </a:p>
        </p:txBody>
      </p:sp>
      <p:pic>
        <p:nvPicPr>
          <p:cNvPr id="27" name="Picture 26" descr="image4.png"/>
          <p:cNvPicPr>
            <a:picLocks noChangeAspect="1"/>
          </p:cNvPicPr>
          <p:nvPr/>
        </p:nvPicPr>
        <p:blipFill>
          <a:blip r:embed="rId19"/>
          <a:stretch>
            <a:fillRect/>
          </a:stretch>
        </p:blipFill>
        <p:spPr>
          <a:xfrm>
            <a:off x="1890698" y="1353312"/>
            <a:ext cx="2399948" cy="2670048"/>
          </a:xfrm>
          <a:prstGeom prst="rect">
            <a:avLst/>
          </a:prstGeom>
        </p:spPr>
      </p:pic>
      <p:pic>
        <p:nvPicPr>
          <p:cNvPr id="28" name="Picture 27" descr="image7.png"/>
          <p:cNvPicPr>
            <a:picLocks noChangeAspect="1"/>
          </p:cNvPicPr>
          <p:nvPr/>
        </p:nvPicPr>
        <p:blipFill>
          <a:blip r:embed="rId20"/>
          <a:stretch>
            <a:fillRect/>
          </a:stretch>
        </p:blipFill>
        <p:spPr>
          <a:xfrm>
            <a:off x="7709583" y="1353312"/>
            <a:ext cx="2539650" cy="2670048"/>
          </a:xfrm>
          <a:prstGeom prst="rect">
            <a:avLst/>
          </a:prstGeom>
        </p:spPr>
      </p:pic>
    </p:spTree>
    <p:custDataLst>
      <p:tags r:id="rId16"/>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淘宝-想搞设计PPT(倒卖必究)-26"/>
          <p:cNvSpPr txBox="1"/>
          <p:nvPr/>
        </p:nvSpPr>
        <p:spPr>
          <a:xfrm>
            <a:off x="1388111" y="333375"/>
            <a:ext cx="9437370" cy="1014730"/>
          </a:xfrm>
          <a:prstGeom prst="rect">
            <a:avLst/>
          </a:prstGeom>
          <a:noFill/>
        </p:spPr>
        <p:txBody>
          <a:bodyPr wrap="square" rtlCol="0">
            <a:spAutoFit/>
            <a:scene3d>
              <a:camera prst="orthographicFront"/>
              <a:lightRig rig="threePt" dir="t"/>
            </a:scene3d>
            <a:sp3d contourW="12700"/>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研究发现了什么？
——总体空间错位，局部邻近风险上升</a:t>
            </a:r>
            <a:endPar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endParaRPr>
          </a:p>
        </p:txBody>
      </p:sp>
      <p:sp>
        <p:nvSpPr>
          <p:cNvPr id="4" name="文本框 3"/>
          <p:cNvSpPr txBox="1"/>
          <p:nvPr/>
        </p:nvSpPr>
        <p:spPr>
          <a:xfrm>
            <a:off x="5709285" y="2551430"/>
            <a:ext cx="6306820" cy="2705100"/>
          </a:xfrm>
          <a:prstGeom prst="rect">
            <a:avLst/>
          </a:prstGeom>
          <a:noFill/>
        </p:spPr>
        <p:txBody>
          <a:bodyPr wrap="square" rtlCol="0">
            <a:noAutofit/>
          </a:bodyPr>
          <a:p>
            <a:pPr marL="285750" lvl="0" indent="-285750" algn="l" fontAlgn="auto">
              <a:lnSpc>
                <a:spcPct val="200000"/>
              </a:lnSpc>
              <a:buClrTx/>
              <a:buSzTx/>
              <a:buFont typeface="Arial" panose="020B0604020202020204" pitchFamily="34" charset="0"/>
              <a:buChar char="•"/>
            </a:pPr>
            <a:r>
              <a:rPr lang="zh-CN" altLang="en-US" sz="2000" b="1" dirty="0">
                <a:solidFill>
                  <a:srgbClr val="067ACB"/>
                </a:solidFill>
                <a:uFillTx/>
                <a:latin typeface="+mn-ea"/>
                <a:sym typeface="+mn-ea"/>
              </a:rPr>
              <a:t>•  三阶段累计新增建成区的99.38%位于廊道2 km以外。
•  2 km以内新增面积占比由0.41%升至1.00%。
•  2020—2024年出现进入0—0.5 km距离带的新增斑块。</a:t>
            </a:r>
            <a:endParaRPr lang="zh-CN" altLang="en-US" sz="2000" b="1" dirty="0">
              <a:solidFill>
                <a:srgbClr val="067ACB"/>
              </a:solidFill>
              <a:uFillTx/>
              <a:latin typeface="+mn-ea"/>
              <a:sym typeface="+mn-ea"/>
            </a:endParaRPr>
          </a:p>
        </p:txBody>
      </p:sp>
      <p:sp>
        <p:nvSpPr>
          <p:cNvPr id="6" name="文本框 5"/>
          <p:cNvSpPr txBox="1"/>
          <p:nvPr/>
        </p:nvSpPr>
        <p:spPr>
          <a:xfrm>
            <a:off x="565150" y="5310505"/>
            <a:ext cx="4918075" cy="645160"/>
          </a:xfrm>
          <a:prstGeom prst="rect">
            <a:avLst/>
          </a:prstGeom>
          <a:noFill/>
        </p:spPr>
        <p:txBody>
          <a:bodyPr wrap="square" rtlCol="0">
            <a:spAutoFit/>
          </a:bodyPr>
          <a:p>
            <a:r>
              <a:rPr lang="zh-CN" altLang="en-US"/>
              <a:t>图3：新增建成区与生态廊道距离带空间分布</a:t>
            </a:r>
            <a:endParaRPr lang="zh-CN" altLang="en-US"/>
          </a:p>
        </p:txBody>
      </p:sp>
      <p:pic>
        <p:nvPicPr>
          <p:cNvPr id="27" name="Picture 26" descr="image9.png"/>
          <p:cNvPicPr>
            <a:picLocks noChangeAspect="1"/>
          </p:cNvPicPr>
          <p:nvPr/>
        </p:nvPicPr>
        <p:blipFill>
          <a:blip r:embed="rId5"/>
          <a:stretch>
            <a:fillRect/>
          </a:stretch>
        </p:blipFill>
        <p:spPr>
          <a:xfrm>
            <a:off x="238583" y="1454785"/>
            <a:ext cx="5300699" cy="3749040"/>
          </a:xfrm>
          <a:prstGeom prst="rect">
            <a:avLst/>
          </a:prstGeom>
        </p:spPr>
      </p:pic>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custDataLst>
              <p:tags r:id="rId1"/>
            </p:custDataLst>
          </p:nvPr>
        </p:nvSpPr>
        <p:spPr>
          <a:xfrm>
            <a:off x="4608830" y="1672590"/>
            <a:ext cx="539750" cy="76200"/>
          </a:xfrm>
          <a:prstGeom prst="roundRect">
            <a:avLst>
              <a:gd name="adj" fmla="val 34166"/>
            </a:avLst>
          </a:prstGeom>
          <a:gradFill>
            <a:gsLst>
              <a:gs pos="90000">
                <a:schemeClr val="accent1"/>
              </a:gs>
              <a:gs pos="0">
                <a:schemeClr val="accent1">
                  <a:lumMod val="60000"/>
                  <a:lumOff val="40000"/>
                </a:schemeClr>
              </a:gs>
            </a:gsLst>
            <a:lin ang="135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5" name="直接连接符 4"/>
          <p:cNvCxnSpPr/>
          <p:nvPr>
            <p:custDataLst>
              <p:tags r:id="rId2"/>
            </p:custDataLst>
          </p:nvPr>
        </p:nvCxnSpPr>
        <p:spPr>
          <a:xfrm>
            <a:off x="4637775" y="2959735"/>
            <a:ext cx="6973200" cy="0"/>
          </a:xfrm>
          <a:prstGeom prst="line">
            <a:avLst/>
          </a:prstGeom>
          <a:ln w="9525">
            <a:solidFill>
              <a:schemeClr val="accent1">
                <a:alpha val="69000"/>
              </a:schemeClr>
            </a:solidFill>
          </a:ln>
        </p:spPr>
        <p:style>
          <a:lnRef idx="2">
            <a:schemeClr val="accent1"/>
          </a:lnRef>
          <a:fillRef idx="0">
            <a:srgbClr val="FFFFFF"/>
          </a:fillRef>
          <a:effectRef idx="0">
            <a:srgbClr val="FFFFFF"/>
          </a:effectRef>
          <a:fontRef idx="minor">
            <a:schemeClr val="tx1"/>
          </a:fontRef>
        </p:style>
      </p:cxnSp>
      <p:sp>
        <p:nvSpPr>
          <p:cNvPr id="24" name="文本框 23"/>
          <p:cNvSpPr txBox="1"/>
          <p:nvPr>
            <p:custDataLst>
              <p:tags r:id="rId3"/>
            </p:custDataLst>
          </p:nvPr>
        </p:nvSpPr>
        <p:spPr>
          <a:xfrm>
            <a:off x="4638040" y="1439545"/>
            <a:ext cx="6972935" cy="1725930"/>
          </a:xfrm>
          <a:prstGeom prst="rect">
            <a:avLst/>
          </a:prstGeom>
        </p:spPr>
        <p:txBody>
          <a:bodyPr wrap="square" lIns="0" tIns="0" rIns="0" bIns="0" anchor="ctr" anchorCtr="0">
            <a:normAutofit/>
          </a:bodyPr>
          <a:p>
            <a:pPr indent="0" algn="l" fontAlgn="auto">
              <a:lnSpc>
                <a:spcPct val="150000"/>
              </a:lnSpc>
              <a:spcAft>
                <a:spcPts val="1200"/>
              </a:spcAft>
            </a:pPr>
            <a:r>
              <a:rPr lang="zh-CN" altLang="en-US" sz="2000" kern="0" dirty="0">
                <a:ln>
                  <a:noFill/>
                  <a:prstDash val="sysDot"/>
                </a:ln>
                <a:solidFill>
                  <a:schemeClr val="tx1">
                    <a:lumMod val="85000"/>
                    <a:lumOff val="15000"/>
                  </a:schemeClr>
                </a:solidFill>
                <a:latin typeface="+mn-ea"/>
                <a:sym typeface="+mn-ea"/>
              </a:rPr>
              <a:t>保护大型山地源地完整性，维护重要廊道缓冲空间，修复山地—平原过渡带障碍，并协同管控都市圈扩张边缘。</a:t>
            </a:r>
            <a:endParaRPr lang="zh-CN" altLang="en-US" sz="2000" kern="0" dirty="0">
              <a:ln>
                <a:noFill/>
                <a:prstDash val="sysDot"/>
              </a:ln>
              <a:solidFill>
                <a:schemeClr val="tx1">
                  <a:lumMod val="85000"/>
                  <a:lumOff val="15000"/>
                </a:schemeClr>
              </a:solidFill>
              <a:latin typeface="+mn-ea"/>
              <a:sym typeface="+mn-ea"/>
            </a:endParaRPr>
          </a:p>
        </p:txBody>
      </p:sp>
      <p:sp>
        <p:nvSpPr>
          <p:cNvPr id="6" name="矩形 5"/>
          <p:cNvSpPr/>
          <p:nvPr>
            <p:custDataLst>
              <p:tags r:id="rId4"/>
            </p:custDataLst>
          </p:nvPr>
        </p:nvSpPr>
        <p:spPr>
          <a:xfrm>
            <a:off x="9587230" y="4138295"/>
            <a:ext cx="2058670" cy="1257935"/>
          </a:xfrm>
          <a:prstGeom prst="rect">
            <a:avLst/>
          </a:prstGeom>
          <a:ln>
            <a:noFill/>
            <a:prstDash val="sysDash"/>
          </a:ln>
        </p:spPr>
        <p:txBody>
          <a:bodyPr vert="horz" wrap="square" lIns="0" tIns="0" rIns="0" bIns="0" rtlCol="0" anchor="t" anchorCtr="0">
            <a:noAutofit/>
          </a:bodyPr>
          <a:p>
            <a:pPr indent="-228600" fontAlgn="auto">
              <a:lnSpc>
                <a:spcPct val="150000"/>
              </a:lnSpc>
              <a:spcBef>
                <a:spcPct val="0"/>
              </a:spcBef>
              <a:spcAft>
                <a:spcPct val="0"/>
              </a:spcAft>
            </a:pPr>
            <a:r>
              <a:rPr lang="zh-CN" altLang="en-US" kern="0" dirty="0">
                <a:ln>
                  <a:noFill/>
                  <a:prstDash val="sysDot"/>
                </a:ln>
                <a:solidFill>
                  <a:schemeClr val="tx1">
                    <a:lumMod val="85000"/>
                    <a:lumOff val="15000"/>
                  </a:schemeClr>
                </a:solidFill>
                <a:latin typeface="+mn-ea"/>
                <a:cs typeface="+mn-ea"/>
                <a:sym typeface="+mn-ea"/>
              </a:rPr>
              <a:t>同步关注15处重点修复区。</a:t>
            </a:r>
            <a:endParaRPr lang="zh-CN" altLang="en-US" kern="0" dirty="0">
              <a:ln>
                <a:noFill/>
                <a:prstDash val="sysDot"/>
              </a:ln>
              <a:solidFill>
                <a:schemeClr val="tx1">
                  <a:lumMod val="85000"/>
                  <a:lumOff val="15000"/>
                </a:schemeClr>
              </a:solidFill>
              <a:latin typeface="+mn-ea"/>
              <a:cs typeface="+mn-ea"/>
              <a:sym typeface="+mn-ea"/>
            </a:endParaRPr>
          </a:p>
        </p:txBody>
      </p:sp>
      <p:sp>
        <p:nvSpPr>
          <p:cNvPr id="7" name="矩形 6"/>
          <p:cNvSpPr/>
          <p:nvPr>
            <p:custDataLst>
              <p:tags r:id="rId5"/>
            </p:custDataLst>
          </p:nvPr>
        </p:nvSpPr>
        <p:spPr bwMode="auto">
          <a:xfrm>
            <a:off x="9580880" y="3395980"/>
            <a:ext cx="2058670" cy="512445"/>
          </a:xfrm>
          <a:prstGeom prst="rect">
            <a:avLst/>
          </a:prstGeom>
          <a:noFill/>
          <a:ln>
            <a:noFill/>
          </a:ln>
        </p:spPr>
        <p:txBody>
          <a:bodyPr wrap="square" lIns="0" tIns="0" rIns="0" bIns="0" rtlCol="0" anchor="b" anchorCtr="0">
            <a:noAutofit/>
          </a:bodyPr>
          <a:p>
            <a:pPr lvl="0" algn="l">
              <a:spcBef>
                <a:spcPct val="0"/>
              </a:spcBef>
              <a:spcAft>
                <a:spcPct val="0"/>
              </a:spcAft>
              <a:buClrTx/>
              <a:buSzTx/>
              <a:buFontTx/>
            </a:pPr>
            <a:r>
              <a:rPr lang="zh-CN" altLang="en-US" sz="2400" b="1" dirty="0">
                <a:solidFill>
                  <a:schemeClr val="accent1"/>
                </a:solidFill>
                <a:uFillTx/>
                <a:latin typeface="+mn-ea"/>
                <a:cs typeface="+mn-ea"/>
                <a:sym typeface="+mn-ea"/>
              </a:rPr>
              <a:t>45处障碍点</a:t>
            </a:r>
            <a:endParaRPr lang="zh-CN" altLang="en-US" sz="2400" b="1" dirty="0">
              <a:solidFill>
                <a:schemeClr val="accent1"/>
              </a:solidFill>
              <a:uFillTx/>
              <a:latin typeface="+mn-ea"/>
              <a:cs typeface="+mn-ea"/>
              <a:sym typeface="+mn-ea"/>
            </a:endParaRPr>
          </a:p>
        </p:txBody>
      </p:sp>
      <p:sp>
        <p:nvSpPr>
          <p:cNvPr id="8" name="矩形 7"/>
          <p:cNvSpPr/>
          <p:nvPr>
            <p:custDataLst>
              <p:tags r:id="rId6"/>
            </p:custDataLst>
          </p:nvPr>
        </p:nvSpPr>
        <p:spPr>
          <a:xfrm>
            <a:off x="7104380" y="4138295"/>
            <a:ext cx="2058670" cy="1257935"/>
          </a:xfrm>
          <a:prstGeom prst="rect">
            <a:avLst/>
          </a:prstGeom>
          <a:ln>
            <a:noFill/>
            <a:prstDash val="sysDash"/>
          </a:ln>
        </p:spPr>
        <p:txBody>
          <a:bodyPr vert="horz" wrap="square" lIns="0" tIns="0" rIns="0" bIns="0" rtlCol="0" anchor="t" anchorCtr="0">
            <a:noAutofit/>
          </a:bodyPr>
          <a:p>
            <a:pPr indent="-228600" fontAlgn="auto">
              <a:lnSpc>
                <a:spcPct val="150000"/>
              </a:lnSpc>
              <a:spcBef>
                <a:spcPct val="0"/>
              </a:spcBef>
              <a:spcAft>
                <a:spcPct val="0"/>
              </a:spcAft>
            </a:pPr>
            <a:r>
              <a:rPr lang="zh-CN" altLang="en-US" kern="0" dirty="0">
                <a:ln>
                  <a:noFill/>
                  <a:prstDash val="sysDot"/>
                </a:ln>
                <a:solidFill>
                  <a:schemeClr val="tx1">
                    <a:lumMod val="85000"/>
                    <a:lumOff val="15000"/>
                  </a:schemeClr>
                </a:solidFill>
                <a:latin typeface="+mn-ea"/>
                <a:sym typeface="+mn-ea"/>
              </a:rPr>
              <a:t>优先恢复受阻或断裂的生态通道。</a:t>
            </a:r>
            <a:endParaRPr lang="zh-CN" altLang="en-US" kern="0" dirty="0">
              <a:ln>
                <a:noFill/>
                <a:prstDash val="sysDot"/>
              </a:ln>
              <a:solidFill>
                <a:schemeClr val="tx1">
                  <a:lumMod val="85000"/>
                  <a:lumOff val="15000"/>
                </a:schemeClr>
              </a:solidFill>
              <a:latin typeface="+mn-ea"/>
              <a:sym typeface="+mn-ea"/>
            </a:endParaRPr>
          </a:p>
        </p:txBody>
      </p:sp>
      <p:sp>
        <p:nvSpPr>
          <p:cNvPr id="9" name="矩形 8"/>
          <p:cNvSpPr/>
          <p:nvPr>
            <p:custDataLst>
              <p:tags r:id="rId7"/>
            </p:custDataLst>
          </p:nvPr>
        </p:nvSpPr>
        <p:spPr bwMode="auto">
          <a:xfrm>
            <a:off x="7096760" y="3395980"/>
            <a:ext cx="2058670" cy="512445"/>
          </a:xfrm>
          <a:prstGeom prst="rect">
            <a:avLst/>
          </a:prstGeom>
          <a:noFill/>
          <a:ln>
            <a:noFill/>
          </a:ln>
        </p:spPr>
        <p:txBody>
          <a:bodyPr wrap="square" lIns="0" tIns="0" rIns="0" bIns="0" rtlCol="0" anchor="b" anchorCtr="0">
            <a:noAutofit/>
          </a:bodyPr>
          <a:p>
            <a:pPr lvl="0" algn="l">
              <a:spcBef>
                <a:spcPct val="0"/>
              </a:spcBef>
              <a:spcAft>
                <a:spcPct val="0"/>
              </a:spcAft>
              <a:buClrTx/>
              <a:buSzTx/>
              <a:buFontTx/>
            </a:pPr>
            <a:r>
              <a:rPr lang="zh-CN" altLang="en-US" sz="2400" b="1" dirty="0">
                <a:solidFill>
                  <a:schemeClr val="accent1"/>
                </a:solidFill>
                <a:uFillTx/>
                <a:latin typeface="+mn-ea"/>
                <a:cs typeface="+mn-ea"/>
                <a:sym typeface="+mn-ea"/>
              </a:rPr>
              <a:t>9条修复廊道</a:t>
            </a:r>
            <a:endParaRPr lang="zh-CN" altLang="en-US" sz="2400" b="1" dirty="0">
              <a:solidFill>
                <a:schemeClr val="accent1"/>
              </a:solidFill>
              <a:uFillTx/>
              <a:latin typeface="+mn-ea"/>
              <a:cs typeface="+mn-ea"/>
              <a:sym typeface="+mn-ea"/>
            </a:endParaRPr>
          </a:p>
        </p:txBody>
      </p:sp>
      <p:sp>
        <p:nvSpPr>
          <p:cNvPr id="10" name="矩形 9"/>
          <p:cNvSpPr/>
          <p:nvPr>
            <p:custDataLst>
              <p:tags r:id="rId8"/>
            </p:custDataLst>
          </p:nvPr>
        </p:nvSpPr>
        <p:spPr>
          <a:xfrm>
            <a:off x="4621530" y="4138930"/>
            <a:ext cx="2058670" cy="1257935"/>
          </a:xfrm>
          <a:prstGeom prst="rect">
            <a:avLst/>
          </a:prstGeom>
          <a:ln>
            <a:noFill/>
            <a:prstDash val="sysDash"/>
          </a:ln>
        </p:spPr>
        <p:txBody>
          <a:bodyPr vert="horz" wrap="square" lIns="0" tIns="0" rIns="0" bIns="0" rtlCol="0" anchor="t" anchorCtr="0">
            <a:noAutofit/>
          </a:bodyPr>
          <a:p>
            <a:pPr indent="-228600" fontAlgn="auto">
              <a:lnSpc>
                <a:spcPct val="150000"/>
              </a:lnSpc>
              <a:spcBef>
                <a:spcPct val="0"/>
              </a:spcBef>
              <a:spcAft>
                <a:spcPct val="0"/>
              </a:spcAft>
            </a:pPr>
            <a:r>
              <a:rPr lang="zh-CN" altLang="en-US" kern="0" dirty="0">
                <a:ln>
                  <a:noFill/>
                  <a:prstDash val="sysDot"/>
                </a:ln>
                <a:solidFill>
                  <a:schemeClr val="tx1">
                    <a:lumMod val="85000"/>
                    <a:lumOff val="15000"/>
                  </a:schemeClr>
                </a:solidFill>
                <a:latin typeface="+mn-ea"/>
                <a:cs typeface="+mn-ea"/>
                <a:sym typeface="+mn-ea"/>
              </a:rPr>
              <a:t>维持区域生态骨架与跨区联系。</a:t>
            </a:r>
            <a:endParaRPr lang="zh-CN" altLang="en-US" kern="0" dirty="0">
              <a:ln>
                <a:noFill/>
                <a:prstDash val="sysDot"/>
              </a:ln>
              <a:solidFill>
                <a:schemeClr val="tx1">
                  <a:lumMod val="85000"/>
                  <a:lumOff val="15000"/>
                </a:schemeClr>
              </a:solidFill>
              <a:latin typeface="+mn-ea"/>
              <a:cs typeface="+mn-ea"/>
              <a:sym typeface="+mn-ea"/>
            </a:endParaRPr>
          </a:p>
        </p:txBody>
      </p:sp>
      <p:sp>
        <p:nvSpPr>
          <p:cNvPr id="12" name="矩形 11"/>
          <p:cNvSpPr/>
          <p:nvPr>
            <p:custDataLst>
              <p:tags r:id="rId9"/>
            </p:custDataLst>
          </p:nvPr>
        </p:nvSpPr>
        <p:spPr bwMode="auto">
          <a:xfrm>
            <a:off x="4612640" y="3396615"/>
            <a:ext cx="2058670" cy="512445"/>
          </a:xfrm>
          <a:prstGeom prst="rect">
            <a:avLst/>
          </a:prstGeom>
          <a:noFill/>
          <a:ln>
            <a:noFill/>
          </a:ln>
        </p:spPr>
        <p:txBody>
          <a:bodyPr wrap="square" lIns="0" tIns="0" rIns="0" bIns="0" rtlCol="0" anchor="b" anchorCtr="0">
            <a:noAutofit/>
          </a:bodyPr>
          <a:p>
            <a:pPr lvl="0" algn="l">
              <a:spcBef>
                <a:spcPct val="0"/>
              </a:spcBef>
              <a:spcAft>
                <a:spcPct val="0"/>
              </a:spcAft>
              <a:buClrTx/>
              <a:buSzTx/>
              <a:buFontTx/>
            </a:pPr>
            <a:r>
              <a:rPr lang="zh-CN" altLang="en-US" sz="2400" b="1" dirty="0">
                <a:solidFill>
                  <a:schemeClr val="accent1"/>
                </a:solidFill>
                <a:uFillTx/>
                <a:latin typeface="+mn-ea"/>
                <a:cs typeface="+mn-ea"/>
                <a:sym typeface="+mn-ea"/>
              </a:rPr>
              <a:t>11条重要廊道</a:t>
            </a:r>
            <a:endParaRPr lang="zh-CN" altLang="en-US" sz="2400" b="1" dirty="0">
              <a:solidFill>
                <a:schemeClr val="accent1"/>
              </a:solidFill>
              <a:uFillTx/>
              <a:latin typeface="+mn-ea"/>
              <a:cs typeface="+mn-ea"/>
              <a:sym typeface="+mn-ea"/>
            </a:endParaRPr>
          </a:p>
        </p:txBody>
      </p:sp>
      <p:sp>
        <p:nvSpPr>
          <p:cNvPr id="26" name="淘宝-想搞设计PPT(倒卖必究)-26"/>
          <p:cNvSpPr txBox="1"/>
          <p:nvPr/>
        </p:nvSpPr>
        <p:spPr>
          <a:xfrm>
            <a:off x="2892426" y="333375"/>
            <a:ext cx="6428740" cy="1014730"/>
          </a:xfrm>
          <a:prstGeom prst="rect">
            <a:avLst/>
          </a:prstGeom>
          <a:noFill/>
        </p:spPr>
        <p:txBody>
          <a:bodyPr wrap="square" rtlCol="0">
            <a:spAutoFit/>
            <a:scene3d>
              <a:camera prst="orthographicFront"/>
              <a:lightRig rig="threePt" dir="t"/>
            </a:scene3d>
            <a:sp3d contourW="12700"/>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研究发现了什么？
——生态安全格局优化重点</a:t>
            </a:r>
            <a:endPar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endParaRPr>
          </a:p>
        </p:txBody>
      </p:sp>
      <p:sp>
        <p:nvSpPr>
          <p:cNvPr id="13" name="文本框 12"/>
          <p:cNvSpPr txBox="1"/>
          <p:nvPr/>
        </p:nvSpPr>
        <p:spPr>
          <a:xfrm>
            <a:off x="768985" y="5396230"/>
            <a:ext cx="3526790" cy="368300"/>
          </a:xfrm>
          <a:prstGeom prst="rect">
            <a:avLst/>
          </a:prstGeom>
          <a:noFill/>
        </p:spPr>
        <p:txBody>
          <a:bodyPr wrap="square" rtlCol="0" anchor="t">
            <a:spAutoFit/>
          </a:bodyPr>
          <a:p>
            <a:r>
              <a:rPr lang="zh-CN" altLang="en-US">
                <a:sym typeface="+mn-ea"/>
              </a:rPr>
              <a:t>图4：2024年中原城市群生态安全格局优化图</a:t>
            </a:r>
            <a:endParaRPr lang="zh-CN" altLang="en-US">
              <a:sym typeface="+mn-ea"/>
            </a:endParaRPr>
          </a:p>
        </p:txBody>
      </p:sp>
      <p:pic>
        <p:nvPicPr>
          <p:cNvPr id="27" name="Picture 26" descr="image10.png"/>
          <p:cNvPicPr>
            <a:picLocks noChangeAspect="1"/>
          </p:cNvPicPr>
          <p:nvPr/>
        </p:nvPicPr>
        <p:blipFill>
          <a:blip r:embed="rId13"/>
          <a:stretch>
            <a:fillRect/>
          </a:stretch>
        </p:blipFill>
        <p:spPr>
          <a:xfrm>
            <a:off x="461645" y="2270814"/>
            <a:ext cx="3736339" cy="2642126"/>
          </a:xfrm>
          <a:prstGeom prst="rect">
            <a:avLst/>
          </a:prstGeom>
        </p:spPr>
      </p:pic>
    </p:spTree>
    <p:custDataLst>
      <p:tags r:id="rId1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6674578f91215a9ee93716cf.jpg"/>
          <p:cNvPicPr>
            <a:picLocks noChangeAspect="1"/>
          </p:cNvPicPr>
          <p:nvPr/>
        </p:nvPicPr>
        <p:blipFill>
          <a:blip r:embed="rId1"/>
          <a:stretch>
            <a:fillRect/>
          </a:stretch>
        </p:blipFill>
        <p:spPr>
          <a:xfrm>
            <a:off x="-2999845" y="-11181"/>
            <a:ext cx="10993403" cy="6867483"/>
          </a:xfrm>
          <a:prstGeom prst="rect">
            <a:avLst/>
          </a:prstGeom>
        </p:spPr>
      </p:pic>
      <p:grpSp>
        <p:nvGrpSpPr>
          <p:cNvPr id="2" name="组合 1"/>
          <p:cNvGrpSpPr/>
          <p:nvPr/>
        </p:nvGrpSpPr>
        <p:grpSpPr>
          <a:xfrm flipH="1">
            <a:off x="0" y="-46890"/>
            <a:ext cx="12074400" cy="7221414"/>
            <a:chOff x="0" y="-46890"/>
            <a:chExt cx="12074767" cy="7221414"/>
          </a:xfrm>
        </p:grpSpPr>
        <p:sp>
          <p:nvSpPr>
            <p:cNvPr id="11" name="淘宝-想搞设计PPT(倒卖必究)-11"/>
            <p:cNvSpPr/>
            <p:nvPr/>
          </p:nvSpPr>
          <p:spPr>
            <a:xfrm>
              <a:off x="0" y="0"/>
              <a:ext cx="8186080" cy="6858000"/>
            </a:xfrm>
            <a:custGeom>
              <a:avLst/>
              <a:gdLst>
                <a:gd name="connsiteX0" fmla="*/ 0 w 8186080"/>
                <a:gd name="connsiteY0" fmla="*/ 0 h 6858000"/>
                <a:gd name="connsiteX1" fmla="*/ 8186080 w 8186080"/>
                <a:gd name="connsiteY1" fmla="*/ 0 h 6858000"/>
                <a:gd name="connsiteX2" fmla="*/ 8167328 w 8186080"/>
                <a:gd name="connsiteY2" fmla="*/ 130526 h 6858000"/>
                <a:gd name="connsiteX3" fmla="*/ 6267937 w 8186080"/>
                <a:gd name="connsiteY3" fmla="*/ 1926156 h 6858000"/>
                <a:gd name="connsiteX4" fmla="*/ 6791566 w 8186080"/>
                <a:gd name="connsiteY4" fmla="*/ 4322570 h 6858000"/>
                <a:gd name="connsiteX5" fmla="*/ 4768410 w 8186080"/>
                <a:gd name="connsiteY5" fmla="*/ 6848508 h 6858000"/>
                <a:gd name="connsiteX6" fmla="*/ 4772321 w 8186080"/>
                <a:gd name="connsiteY6" fmla="*/ 6858000 h 6858000"/>
                <a:gd name="connsiteX7" fmla="*/ 0 w 818608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86080" h="6858000">
                  <a:moveTo>
                    <a:pt x="0" y="0"/>
                  </a:moveTo>
                  <a:lnTo>
                    <a:pt x="8186080" y="0"/>
                  </a:lnTo>
                  <a:lnTo>
                    <a:pt x="8167328" y="130526"/>
                  </a:lnTo>
                  <a:cubicBezTo>
                    <a:pt x="7899244" y="1733300"/>
                    <a:pt x="6766372" y="1339326"/>
                    <a:pt x="6267937" y="1926156"/>
                  </a:cubicBezTo>
                  <a:cubicBezTo>
                    <a:pt x="5753424" y="2531916"/>
                    <a:pt x="5753423" y="2928656"/>
                    <a:pt x="6791566" y="4322570"/>
                  </a:cubicBezTo>
                  <a:cubicBezTo>
                    <a:pt x="7732383" y="5585805"/>
                    <a:pt x="4691474" y="6382698"/>
                    <a:pt x="4768410" y="6848508"/>
                  </a:cubicBezTo>
                  <a:lnTo>
                    <a:pt x="4772321" y="6858000"/>
                  </a:lnTo>
                  <a:lnTo>
                    <a:pt x="0" y="6858000"/>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淘宝-想搞设计PPT(倒卖必究)-14"/>
            <p:cNvSpPr/>
            <p:nvPr/>
          </p:nvSpPr>
          <p:spPr>
            <a:xfrm>
              <a:off x="4766972" y="-46890"/>
              <a:ext cx="7307795" cy="7221414"/>
            </a:xfrm>
            <a:custGeom>
              <a:avLst/>
              <a:gdLst>
                <a:gd name="connsiteX0" fmla="*/ 7307795 w 7307795"/>
                <a:gd name="connsiteY0" fmla="*/ 0 h 7221414"/>
                <a:gd name="connsiteX1" fmla="*/ 7307795 w 7307795"/>
                <a:gd name="connsiteY1" fmla="*/ 1543 h 7221414"/>
                <a:gd name="connsiteX2" fmla="*/ 3798687 w 7307795"/>
                <a:gd name="connsiteY2" fmla="*/ 15975 h 7221414"/>
                <a:gd name="connsiteX3" fmla="*/ 1876103 w 7307795"/>
                <a:gd name="connsiteY3" fmla="*/ 1973046 h 7221414"/>
                <a:gd name="connsiteX4" fmla="*/ 2399732 w 7307795"/>
                <a:gd name="connsiteY4" fmla="*/ 4369460 h 7221414"/>
                <a:gd name="connsiteX5" fmla="*/ 508409 w 7307795"/>
                <a:gd name="connsiteY5" fmla="*/ 7029480 h 7221414"/>
                <a:gd name="connsiteX6" fmla="*/ 1867637 w 7307795"/>
                <a:gd name="connsiteY6" fmla="*/ 7218557 h 7221414"/>
                <a:gd name="connsiteX7" fmla="*/ 1999012 w 7307795"/>
                <a:gd name="connsiteY7" fmla="*/ 7220162 h 7221414"/>
                <a:gd name="connsiteX8" fmla="*/ 1928457 w 7307795"/>
                <a:gd name="connsiteY8" fmla="*/ 7220989 h 7221414"/>
                <a:gd name="connsiteX9" fmla="*/ 133271 w 7307795"/>
                <a:gd name="connsiteY9" fmla="*/ 7029480 h 7221414"/>
                <a:gd name="connsiteX10" fmla="*/ 2024594 w 7307795"/>
                <a:gd name="connsiteY10" fmla="*/ 4369460 h 7221414"/>
                <a:gd name="connsiteX11" fmla="*/ 1500965 w 7307795"/>
                <a:gd name="connsiteY11" fmla="*/ 1973046 h 7221414"/>
                <a:gd name="connsiteX12" fmla="*/ 3423549 w 7307795"/>
                <a:gd name="connsiteY12" fmla="*/ 15975 h 7221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07795" h="7221414">
                  <a:moveTo>
                    <a:pt x="7307795" y="0"/>
                  </a:moveTo>
                  <a:lnTo>
                    <a:pt x="7307795" y="1543"/>
                  </a:lnTo>
                  <a:lnTo>
                    <a:pt x="3798687" y="15975"/>
                  </a:lnTo>
                  <a:cubicBezTo>
                    <a:pt x="3581158" y="1806628"/>
                    <a:pt x="2390616" y="1367286"/>
                    <a:pt x="1876103" y="1973046"/>
                  </a:cubicBezTo>
                  <a:cubicBezTo>
                    <a:pt x="1361590" y="2578806"/>
                    <a:pt x="1361589" y="2975546"/>
                    <a:pt x="2399732" y="4369460"/>
                  </a:cubicBezTo>
                  <a:cubicBezTo>
                    <a:pt x="3437875" y="5763374"/>
                    <a:pt x="-372125" y="6589472"/>
                    <a:pt x="508409" y="7029480"/>
                  </a:cubicBezTo>
                  <a:cubicBezTo>
                    <a:pt x="756060" y="7153232"/>
                    <a:pt x="1242751" y="7206321"/>
                    <a:pt x="1867637" y="7218557"/>
                  </a:cubicBezTo>
                  <a:lnTo>
                    <a:pt x="1999012" y="7220162"/>
                  </a:lnTo>
                  <a:lnTo>
                    <a:pt x="1928457" y="7220989"/>
                  </a:lnTo>
                  <a:cubicBezTo>
                    <a:pt x="1095724" y="7226426"/>
                    <a:pt x="435955" y="7180733"/>
                    <a:pt x="133271" y="7029480"/>
                  </a:cubicBezTo>
                  <a:cubicBezTo>
                    <a:pt x="-747263" y="6589472"/>
                    <a:pt x="3062737" y="5763374"/>
                    <a:pt x="2024594" y="4369460"/>
                  </a:cubicBezTo>
                  <a:cubicBezTo>
                    <a:pt x="986451" y="2975546"/>
                    <a:pt x="986452" y="2578806"/>
                    <a:pt x="1500965" y="1973046"/>
                  </a:cubicBezTo>
                  <a:cubicBezTo>
                    <a:pt x="2015478" y="1367286"/>
                    <a:pt x="3206020" y="1806628"/>
                    <a:pt x="3423549" y="15975"/>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ea typeface="字魂59号-创粗黑" panose="00000500000000000000" pitchFamily="2" charset="-122"/>
              </a:endParaRPr>
            </a:p>
          </p:txBody>
        </p:sp>
      </p:grpSp>
      <p:sp>
        <p:nvSpPr>
          <p:cNvPr id="3" name="淘宝-想搞设计PPT(倒卖必究)-3"/>
          <p:cNvSpPr txBox="1"/>
          <p:nvPr/>
        </p:nvSpPr>
        <p:spPr>
          <a:xfrm>
            <a:off x="7002172" y="2125448"/>
            <a:ext cx="2018373" cy="1862048"/>
          </a:xfrm>
          <a:prstGeom prst="rect">
            <a:avLst/>
          </a:prstGeom>
          <a:noFill/>
        </p:spPr>
        <p:txBody>
          <a:bodyPr wrap="square" rtlCol="0">
            <a:spAutoFit/>
            <a:scene3d>
              <a:camera prst="orthographicFront"/>
              <a:lightRig rig="threePt" dir="t"/>
            </a:scene3d>
            <a:sp3d contourW="12700"/>
          </a:bodyPr>
          <a:lstStyle/>
          <a:p>
            <a:pPr lvl="0" algn="dist">
              <a:defRPr/>
            </a:pPr>
            <a:r>
              <a:rPr lang="en-US" altLang="zh-CN" sz="11500" b="1" dirty="0">
                <a:solidFill>
                  <a:schemeClr val="tx1">
                    <a:lumMod val="75000"/>
                    <a:lumOff val="25000"/>
                  </a:schemeClr>
                </a:solidFill>
                <a:ea typeface="字魂59号-创粗黑" panose="00000500000000000000" pitchFamily="2" charset="-122"/>
              </a:rPr>
              <a:t>04</a:t>
            </a:r>
            <a:endParaRPr lang="zh-CN" altLang="en-US" sz="11500" b="1" dirty="0">
              <a:solidFill>
                <a:schemeClr val="tx1">
                  <a:lumMod val="75000"/>
                  <a:lumOff val="25000"/>
                </a:schemeClr>
              </a:solidFill>
              <a:ea typeface="字魂59号-创粗黑" panose="00000500000000000000" pitchFamily="2" charset="-122"/>
            </a:endParaRPr>
          </a:p>
        </p:txBody>
      </p:sp>
      <p:sp>
        <p:nvSpPr>
          <p:cNvPr id="4" name="淘宝-想搞设计PPT(倒卖必究)-4"/>
          <p:cNvSpPr txBox="1"/>
          <p:nvPr/>
        </p:nvSpPr>
        <p:spPr>
          <a:xfrm>
            <a:off x="7002173" y="1307728"/>
            <a:ext cx="1814086" cy="830997"/>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PART</a:t>
            </a:r>
            <a:endParaRPr kumimoji="0" lang="zh-CN" altLang="en-US" sz="4800" b="1" i="0" u="none" strike="noStrike" kern="1200" cap="none" spc="0" normalizeH="0" baseline="0" noProof="0" dirty="0">
              <a:ln>
                <a:noFill/>
              </a:ln>
              <a:solidFill>
                <a:srgbClr val="B71502"/>
              </a:solidFill>
              <a:effectLst/>
              <a:uLnTx/>
              <a:uFillTx/>
              <a:latin typeface="Arial" panose="020B0604020202020204"/>
              <a:ea typeface="字魂59号-创粗黑" panose="00000500000000000000" pitchFamily="2" charset="-122"/>
              <a:cs typeface="+mn-cs"/>
            </a:endParaRPr>
          </a:p>
        </p:txBody>
      </p:sp>
      <p:cxnSp>
        <p:nvCxnSpPr>
          <p:cNvPr id="6" name="淘宝-想搞设计PPT(倒卖必究)-6"/>
          <p:cNvCxnSpPr/>
          <p:nvPr/>
        </p:nvCxnSpPr>
        <p:spPr>
          <a:xfrm>
            <a:off x="7124701" y="5189378"/>
            <a:ext cx="1511299" cy="0"/>
          </a:xfrm>
          <a:prstGeom prst="line">
            <a:avLst/>
          </a:prstGeom>
          <a:ln w="38100">
            <a:solidFill>
              <a:srgbClr val="065EAF"/>
            </a:solidFill>
          </a:ln>
        </p:spPr>
        <p:style>
          <a:lnRef idx="1">
            <a:schemeClr val="accent1"/>
          </a:lnRef>
          <a:fillRef idx="0">
            <a:schemeClr val="accent1"/>
          </a:fillRef>
          <a:effectRef idx="0">
            <a:schemeClr val="accent1"/>
          </a:effectRef>
          <a:fontRef idx="minor">
            <a:schemeClr val="tx1"/>
          </a:fontRef>
        </p:style>
      </p:cxnSp>
      <p:sp>
        <p:nvSpPr>
          <p:cNvPr id="10" name="淘宝-想搞设计PPT(倒卖必究)-10"/>
          <p:cNvSpPr txBox="1"/>
          <p:nvPr/>
        </p:nvSpPr>
        <p:spPr>
          <a:xfrm>
            <a:off x="7065518" y="4048867"/>
            <a:ext cx="4587220" cy="792480"/>
          </a:xfrm>
          <a:prstGeom prst="rect">
            <a:avLst/>
          </a:prstGeom>
          <a:noFill/>
        </p:spPr>
        <p:txBody>
          <a:bodyPr wrap="square" rtlCol="0">
            <a:spAutoFit/>
            <a:scene3d>
              <a:camera prst="orthographicFront"/>
              <a:lightRig rig="threePt" dir="t"/>
            </a:scene3d>
            <a:sp3d contourW="12700"/>
          </a:bodyPr>
          <a:lstStyle/>
          <a:p>
            <a:pPr marL="0" marR="0" lvl="0" indent="0" algn="dist" defTabSz="914400" rtl="0" eaLnBrk="1" fontAlgn="auto" latinLnBrk="0" hangingPunct="1">
              <a:lnSpc>
                <a:spcPct val="114000"/>
              </a:lnSpc>
              <a:spcBef>
                <a:spcPts val="0"/>
              </a:spcBef>
              <a:spcAft>
                <a:spcPts val="0"/>
              </a:spcAft>
              <a:buClrTx/>
              <a:buSzTx/>
              <a:buFontTx/>
              <a:buNone/>
              <a:defRPr/>
            </a:pPr>
            <a:r>
              <a:rPr lang="zh-CN" altLang="en-US" sz="4000" b="1" spc="300" dirty="0">
                <a:solidFill>
                  <a:schemeClr val="bg1">
                    <a:lumMod val="50000"/>
                  </a:schemeClr>
                </a:solidFill>
                <a:latin typeface="字魂59号-创粗黑" panose="00000500000000000000" pitchFamily="2" charset="-122"/>
                <a:ea typeface="字魂59号-创粗黑" panose="00000500000000000000" pitchFamily="2" charset="-122"/>
              </a:rPr>
              <a:t>研究结论与展望</a:t>
            </a:r>
            <a:endParaRPr lang="zh-CN" altLang="en-US" sz="4000" b="1" spc="300" dirty="0">
              <a:solidFill>
                <a:schemeClr val="bg1">
                  <a:lumMod val="50000"/>
                </a:schemeClr>
              </a:solidFill>
              <a:latin typeface="字魂59号-创粗黑" panose="00000500000000000000" pitchFamily="2" charset="-122"/>
              <a:ea typeface="字魂59号-创粗黑" panose="00000500000000000000" pitchFamily="2" charset="-122"/>
            </a:endParaRPr>
          </a:p>
        </p:txBody>
      </p:sp>
      <p:pic>
        <p:nvPicPr>
          <p:cNvPr id="22" name="Picture 21" descr="河南大学.png"/>
          <p:cNvPicPr>
            <a:picLocks noChangeAspect="1"/>
          </p:cNvPicPr>
          <p:nvPr/>
        </p:nvPicPr>
        <p:blipFill>
          <a:blip r:embed="rId2"/>
          <a:stretch>
            <a:fillRect/>
          </a:stretch>
        </p:blipFill>
        <p:spPr>
          <a:xfrm>
            <a:off x="10302752" y="353435"/>
            <a:ext cx="1756624" cy="47907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timing>
    <p:tnLst>
      <p:par>
        <p:cTn id="1" dur="indefinite" restart="never" nodeType="tmRoot"/>
      </p:par>
    </p:tnLst>
    <p:bldLst>
      <p:bldP spid="3" grpId="0"/>
      <p:bldP spid="4"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淘宝-想搞设计PPT(倒卖必究)-33"/>
          <p:cNvSpPr txBox="1"/>
          <p:nvPr/>
        </p:nvSpPr>
        <p:spPr>
          <a:xfrm>
            <a:off x="4585970" y="513715"/>
            <a:ext cx="3041015" cy="58356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rPr>
              <a:t>研究结论与展望</a:t>
            </a:r>
            <a:endParaRPr kumimoji="0" lang="zh-CN" altLang="en-US" sz="3200" b="1" i="0" u="none" strike="noStrike" kern="1200" cap="none" spc="0" normalizeH="0" baseline="0" noProof="0" dirty="0">
              <a:ln>
                <a:noFill/>
              </a:ln>
              <a:solidFill>
                <a:srgbClr val="065EAF"/>
              </a:solidFill>
              <a:effectLst/>
              <a:uLnTx/>
              <a:uFillTx/>
              <a:latin typeface="Arial" panose="020B0604020202020204"/>
              <a:ea typeface="字魂59号-创粗黑" panose="00000500000000000000" pitchFamily="2" charset="-122"/>
              <a:cs typeface="+mn-cs"/>
            </a:endParaRPr>
          </a:p>
        </p:txBody>
      </p:sp>
      <p:grpSp>
        <p:nvGrpSpPr>
          <p:cNvPr id="21" name="组合 20"/>
          <p:cNvGrpSpPr/>
          <p:nvPr>
            <p:custDataLst>
              <p:tags r:id="rId1"/>
            </p:custDataLst>
          </p:nvPr>
        </p:nvGrpSpPr>
        <p:grpSpPr>
          <a:xfrm>
            <a:off x="1720215" y="1616710"/>
            <a:ext cx="4073525" cy="4271645"/>
            <a:chOff x="247577" y="3140968"/>
            <a:chExt cx="2501994" cy="2772295"/>
          </a:xfrm>
        </p:grpSpPr>
        <p:sp>
          <p:nvSpPr>
            <p:cNvPr id="22" name="淘宝-想搞设计PPT(倒卖必究)-22"/>
            <p:cNvSpPr/>
            <p:nvPr>
              <p:custDataLst>
                <p:tags r:id="rId2"/>
              </p:custDataLst>
            </p:nvPr>
          </p:nvSpPr>
          <p:spPr>
            <a:xfrm>
              <a:off x="247577" y="3140968"/>
              <a:ext cx="2501992" cy="2772295"/>
            </a:xfrm>
            <a:prstGeom prst="snip1Rect">
              <a:avLst>
                <a:gd name="adj" fmla="val 29383"/>
              </a:avLst>
            </a:prstGeom>
            <a:solidFill>
              <a:srgbClr val="F6F6F6"/>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ea typeface="字魂59号-创粗黑" panose="00000500000000000000" pitchFamily="2" charset="-122"/>
              </a:endParaRPr>
            </a:p>
          </p:txBody>
        </p:sp>
        <p:sp>
          <p:nvSpPr>
            <p:cNvPr id="23" name="淘宝-想搞设计PPT(倒卖必究)-23"/>
            <p:cNvSpPr/>
            <p:nvPr>
              <p:custDataLst>
                <p:tags r:id="rId3"/>
              </p:custDataLst>
            </p:nvPr>
          </p:nvSpPr>
          <p:spPr>
            <a:xfrm>
              <a:off x="247578" y="5805263"/>
              <a:ext cx="2501992" cy="108000"/>
            </a:xfrm>
            <a:prstGeom prst="rect">
              <a:avLst/>
            </a:prstGeom>
            <a:solidFill>
              <a:srgbClr val="0663B9"/>
            </a:solidFill>
            <a:ln w="12700">
              <a:noFill/>
              <a:prstDash val="solid"/>
              <a:round/>
            </a:ln>
            <a:effectLst/>
          </p:spPr>
          <p:txBody>
            <a:bodyPr anchor="ctr"/>
            <a:lstStyle/>
            <a:p>
              <a:pPr algn="ctr"/>
              <a:endParaRPr dirty="0">
                <a:ea typeface="字魂59号-创粗黑" panose="00000500000000000000" pitchFamily="2" charset="-122"/>
              </a:endParaRPr>
            </a:p>
          </p:txBody>
        </p:sp>
        <p:sp>
          <p:nvSpPr>
            <p:cNvPr id="24" name="淘宝-想搞设计PPT(倒卖必究)-24"/>
            <p:cNvSpPr/>
            <p:nvPr>
              <p:custDataLst>
                <p:tags r:id="rId4"/>
              </p:custDataLst>
            </p:nvPr>
          </p:nvSpPr>
          <p:spPr bwMode="auto">
            <a:xfrm>
              <a:off x="2118329" y="3140968"/>
              <a:ext cx="631242" cy="631242"/>
            </a:xfrm>
            <a:custGeom>
              <a:avLst/>
              <a:gdLst>
                <a:gd name="T0" fmla="*/ 608 w 608"/>
                <a:gd name="T1" fmla="*/ 0 h 608"/>
                <a:gd name="T2" fmla="*/ 0 w 608"/>
                <a:gd name="T3" fmla="*/ 0 h 608"/>
                <a:gd name="T4" fmla="*/ 608 w 608"/>
                <a:gd name="T5" fmla="*/ 608 h 608"/>
                <a:gd name="T6" fmla="*/ 608 w 608"/>
                <a:gd name="T7" fmla="*/ 0 h 608"/>
              </a:gdLst>
              <a:ahLst/>
              <a:cxnLst>
                <a:cxn ang="0">
                  <a:pos x="T0" y="T1"/>
                </a:cxn>
                <a:cxn ang="0">
                  <a:pos x="T2" y="T3"/>
                </a:cxn>
                <a:cxn ang="0">
                  <a:pos x="T4" y="T5"/>
                </a:cxn>
                <a:cxn ang="0">
                  <a:pos x="T6" y="T7"/>
                </a:cxn>
              </a:cxnLst>
              <a:rect l="0" t="0" r="r" b="b"/>
              <a:pathLst>
                <a:path w="608" h="608">
                  <a:moveTo>
                    <a:pt x="608" y="0"/>
                  </a:moveTo>
                  <a:lnTo>
                    <a:pt x="0" y="0"/>
                  </a:lnTo>
                  <a:lnTo>
                    <a:pt x="608" y="608"/>
                  </a:lnTo>
                  <a:lnTo>
                    <a:pt x="608" y="0"/>
                  </a:lnTo>
                  <a:close/>
                </a:path>
              </a:pathLst>
            </a:custGeom>
            <a:solidFill>
              <a:srgbClr val="0663B9"/>
            </a:solidFill>
            <a:ln w="12700">
              <a:noFill/>
              <a:prstDash val="solid"/>
              <a:round/>
            </a:ln>
            <a:effectLst/>
          </p:spPr>
          <p:txBody>
            <a:bodyPr vert="horz" wrap="square" lIns="121920" tIns="60960" rIns="121920" bIns="60960" anchor="t" anchorCtr="0" compatLnSpc="1">
              <a:normAutofit/>
            </a:bodyPr>
            <a:lstStyle/>
            <a:p>
              <a:pPr lvl="0" algn="r"/>
              <a:r>
                <a:rPr lang="en-US" altLang="ko-KR" sz="2000" b="1" dirty="0">
                  <a:solidFill>
                    <a:schemeClr val="bg1"/>
                  </a:solidFill>
                  <a:ea typeface="字魂59号-创粗黑" panose="00000500000000000000" pitchFamily="2" charset="-122"/>
                </a:rPr>
                <a:t>1</a:t>
              </a:r>
              <a:endParaRPr lang="en-US" altLang="ko-KR" sz="2000" b="1" dirty="0">
                <a:solidFill>
                  <a:schemeClr val="bg1"/>
                </a:solidFill>
                <a:ea typeface="字魂59号-创粗黑" panose="00000500000000000000" pitchFamily="2" charset="-122"/>
              </a:endParaRPr>
            </a:p>
          </p:txBody>
        </p:sp>
      </p:grpSp>
      <p:grpSp>
        <p:nvGrpSpPr>
          <p:cNvPr id="29" name="组合 28"/>
          <p:cNvGrpSpPr/>
          <p:nvPr>
            <p:custDataLst>
              <p:tags r:id="rId5"/>
            </p:custDataLst>
          </p:nvPr>
        </p:nvGrpSpPr>
        <p:grpSpPr>
          <a:xfrm>
            <a:off x="7016115" y="1616710"/>
            <a:ext cx="3928745" cy="4271645"/>
            <a:chOff x="247577" y="3140968"/>
            <a:chExt cx="2501994" cy="2772295"/>
          </a:xfrm>
        </p:grpSpPr>
        <p:sp>
          <p:nvSpPr>
            <p:cNvPr id="35" name="淘宝-想搞设计PPT(倒卖必究)-35"/>
            <p:cNvSpPr/>
            <p:nvPr>
              <p:custDataLst>
                <p:tags r:id="rId6"/>
              </p:custDataLst>
            </p:nvPr>
          </p:nvSpPr>
          <p:spPr>
            <a:xfrm>
              <a:off x="247577" y="3140968"/>
              <a:ext cx="2501992" cy="2772295"/>
            </a:xfrm>
            <a:prstGeom prst="snip1Rect">
              <a:avLst>
                <a:gd name="adj" fmla="val 29383"/>
              </a:avLst>
            </a:prstGeom>
            <a:solidFill>
              <a:srgbClr val="F6F6F6"/>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ea typeface="字魂59号-创粗黑" panose="00000500000000000000" pitchFamily="2" charset="-122"/>
              </a:endParaRPr>
            </a:p>
          </p:txBody>
        </p:sp>
        <p:sp>
          <p:nvSpPr>
            <p:cNvPr id="36" name="淘宝-想搞设计PPT(倒卖必究)-36"/>
            <p:cNvSpPr/>
            <p:nvPr>
              <p:custDataLst>
                <p:tags r:id="rId7"/>
              </p:custDataLst>
            </p:nvPr>
          </p:nvSpPr>
          <p:spPr>
            <a:xfrm>
              <a:off x="247578" y="5805263"/>
              <a:ext cx="2501992" cy="108000"/>
            </a:xfrm>
            <a:prstGeom prst="rect">
              <a:avLst/>
            </a:prstGeom>
            <a:solidFill>
              <a:srgbClr val="0663B9"/>
            </a:solidFill>
            <a:ln w="12700">
              <a:noFill/>
              <a:prstDash val="solid"/>
              <a:round/>
            </a:ln>
            <a:effectLst/>
          </p:spPr>
          <p:txBody>
            <a:bodyPr anchor="ctr"/>
            <a:lstStyle/>
            <a:p>
              <a:pPr algn="ctr"/>
              <a:endParaRPr dirty="0">
                <a:ea typeface="字魂59号-创粗黑" panose="00000500000000000000" pitchFamily="2" charset="-122"/>
              </a:endParaRPr>
            </a:p>
          </p:txBody>
        </p:sp>
        <p:sp>
          <p:nvSpPr>
            <p:cNvPr id="40" name="淘宝-想搞设计PPT(倒卖必究)-40"/>
            <p:cNvSpPr/>
            <p:nvPr>
              <p:custDataLst>
                <p:tags r:id="rId8"/>
              </p:custDataLst>
            </p:nvPr>
          </p:nvSpPr>
          <p:spPr bwMode="auto">
            <a:xfrm>
              <a:off x="2118329" y="3140968"/>
              <a:ext cx="631242" cy="631242"/>
            </a:xfrm>
            <a:custGeom>
              <a:avLst/>
              <a:gdLst>
                <a:gd name="T0" fmla="*/ 608 w 608"/>
                <a:gd name="T1" fmla="*/ 0 h 608"/>
                <a:gd name="T2" fmla="*/ 0 w 608"/>
                <a:gd name="T3" fmla="*/ 0 h 608"/>
                <a:gd name="T4" fmla="*/ 608 w 608"/>
                <a:gd name="T5" fmla="*/ 608 h 608"/>
                <a:gd name="T6" fmla="*/ 608 w 608"/>
                <a:gd name="T7" fmla="*/ 0 h 608"/>
              </a:gdLst>
              <a:ahLst/>
              <a:cxnLst>
                <a:cxn ang="0">
                  <a:pos x="T0" y="T1"/>
                </a:cxn>
                <a:cxn ang="0">
                  <a:pos x="T2" y="T3"/>
                </a:cxn>
                <a:cxn ang="0">
                  <a:pos x="T4" y="T5"/>
                </a:cxn>
                <a:cxn ang="0">
                  <a:pos x="T6" y="T7"/>
                </a:cxn>
              </a:cxnLst>
              <a:rect l="0" t="0" r="r" b="b"/>
              <a:pathLst>
                <a:path w="608" h="608">
                  <a:moveTo>
                    <a:pt x="608" y="0"/>
                  </a:moveTo>
                  <a:lnTo>
                    <a:pt x="0" y="0"/>
                  </a:lnTo>
                  <a:lnTo>
                    <a:pt x="608" y="608"/>
                  </a:lnTo>
                  <a:lnTo>
                    <a:pt x="608" y="0"/>
                  </a:lnTo>
                  <a:close/>
                </a:path>
              </a:pathLst>
            </a:custGeom>
            <a:solidFill>
              <a:srgbClr val="0665BB"/>
            </a:solidFill>
            <a:ln w="12700">
              <a:noFill/>
              <a:prstDash val="solid"/>
              <a:round/>
            </a:ln>
            <a:effectLst/>
          </p:spPr>
          <p:txBody>
            <a:bodyPr vert="horz" wrap="square" lIns="121920" tIns="60960" rIns="121920" bIns="60960" anchor="t" anchorCtr="0" compatLnSpc="1">
              <a:normAutofit/>
            </a:bodyPr>
            <a:lstStyle/>
            <a:p>
              <a:pPr lvl="0" algn="r"/>
              <a:r>
                <a:rPr lang="en-US" altLang="ko-KR" sz="2000" b="1" dirty="0">
                  <a:solidFill>
                    <a:schemeClr val="bg1"/>
                  </a:solidFill>
                  <a:ea typeface="字魂59号-创粗黑" panose="00000500000000000000" pitchFamily="2" charset="-122"/>
                </a:rPr>
                <a:t>2</a:t>
              </a:r>
              <a:endParaRPr lang="en-US" altLang="ko-KR" sz="2000" b="1" dirty="0">
                <a:solidFill>
                  <a:schemeClr val="bg1"/>
                </a:solidFill>
                <a:ea typeface="字魂59号-创粗黑" panose="00000500000000000000" pitchFamily="2" charset="-122"/>
              </a:endParaRPr>
            </a:p>
          </p:txBody>
        </p:sp>
      </p:grpSp>
      <p:grpSp>
        <p:nvGrpSpPr>
          <p:cNvPr id="41" name="组合 40"/>
          <p:cNvGrpSpPr/>
          <p:nvPr>
            <p:custDataLst>
              <p:tags r:id="rId9"/>
            </p:custDataLst>
          </p:nvPr>
        </p:nvGrpSpPr>
        <p:grpSpPr>
          <a:xfrm>
            <a:off x="2054860" y="2967990"/>
            <a:ext cx="3566795" cy="2137076"/>
            <a:chOff x="874712" y="3325188"/>
            <a:chExt cx="2856602" cy="1793267"/>
          </a:xfrm>
        </p:grpSpPr>
        <p:sp>
          <p:nvSpPr>
            <p:cNvPr id="42" name="淘宝-想搞设计PPT(倒卖必究)-42"/>
            <p:cNvSpPr/>
            <p:nvPr>
              <p:custDataLst>
                <p:tags r:id="rId10"/>
              </p:custDataLst>
            </p:nvPr>
          </p:nvSpPr>
          <p:spPr>
            <a:xfrm>
              <a:off x="874712" y="3802335"/>
              <a:ext cx="2856602" cy="1316120"/>
            </a:xfrm>
            <a:prstGeom prst="rect">
              <a:avLst/>
            </a:prstGeom>
          </p:spPr>
          <p:txBody>
            <a:bodyPr wrap="square">
              <a:spAutoFit/>
              <a:scene3d>
                <a:camera prst="orthographicFront"/>
                <a:lightRig rig="threePt" dir="t"/>
              </a:scene3d>
              <a:sp3d contourW="12700"/>
            </a:bodyPr>
            <a:lstStyle/>
            <a:p>
              <a:pPr marL="285750" indent="-285750" algn="l">
                <a:lnSpc>
                  <a:spcPct val="120000"/>
                </a:lnSpc>
                <a:buFont typeface="Arial" panose="020B0604020202020204" pitchFamily="34" charset="0"/>
                <a:buChar char="•"/>
              </a:pPr>
              <a:r>
                <a:rPr lang="zh-CN" altLang="en-US" sz="2000" dirty="0">
                  <a:solidFill>
                    <a:schemeClr val="tx1"/>
                  </a:solidFill>
                  <a:ea typeface="字魂59号-创粗黑" panose="00000500000000000000" pitchFamily="2" charset="-122"/>
                </a:rPr>
                <a:t>① 建成区扩张趋缓，但增长节点仍分化
② 源地数量增加而面积与平均规模下降
③ 风险由直接占用转向廊道邻近空间压缩</a:t>
              </a:r>
              <a:endParaRPr lang="en-US" altLang="zh-CN" sz="2000" dirty="0">
                <a:solidFill>
                  <a:schemeClr val="tx1"/>
                </a:solidFill>
                <a:ea typeface="字魂59号-创粗黑" panose="00000500000000000000" pitchFamily="2" charset="-122"/>
              </a:endParaRPr>
            </a:p>
          </p:txBody>
        </p:sp>
        <p:sp>
          <p:nvSpPr>
            <p:cNvPr id="43" name="淘宝-想搞设计PPT(倒卖必究)-43"/>
            <p:cNvSpPr/>
            <p:nvPr>
              <p:custDataLst>
                <p:tags r:id="rId11"/>
              </p:custDataLst>
            </p:nvPr>
          </p:nvSpPr>
          <p:spPr>
            <a:xfrm>
              <a:off x="874712" y="3325188"/>
              <a:ext cx="2241974" cy="44812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400" b="1" dirty="0">
                  <a:solidFill>
                    <a:schemeClr val="tx1">
                      <a:lumMod val="65000"/>
                      <a:lumOff val="35000"/>
                    </a:schemeClr>
                  </a:solidFill>
                  <a:ea typeface="字魂59号-创粗黑" panose="00000500000000000000" pitchFamily="2" charset="-122"/>
                </a:rPr>
                <a:t>主要结论</a:t>
              </a:r>
              <a:endParaRPr lang="zh-CN" altLang="en-US" sz="2400" b="1" dirty="0">
                <a:solidFill>
                  <a:schemeClr val="tx1">
                    <a:lumMod val="65000"/>
                    <a:lumOff val="35000"/>
                  </a:schemeClr>
                </a:solidFill>
                <a:ea typeface="字魂59号-创粗黑" panose="00000500000000000000" pitchFamily="2" charset="-122"/>
              </a:endParaRPr>
            </a:p>
          </p:txBody>
        </p:sp>
      </p:grpSp>
      <p:grpSp>
        <p:nvGrpSpPr>
          <p:cNvPr id="56" name="组合 55"/>
          <p:cNvGrpSpPr/>
          <p:nvPr>
            <p:custDataLst>
              <p:tags r:id="rId12"/>
            </p:custDataLst>
          </p:nvPr>
        </p:nvGrpSpPr>
        <p:grpSpPr>
          <a:xfrm>
            <a:off x="7282815" y="2968625"/>
            <a:ext cx="3573780" cy="2137076"/>
            <a:chOff x="874712" y="3325188"/>
            <a:chExt cx="2861739" cy="1793267"/>
          </a:xfrm>
        </p:grpSpPr>
        <p:sp>
          <p:nvSpPr>
            <p:cNvPr id="57" name="淘宝-想搞设计PPT(倒卖必究)-57"/>
            <p:cNvSpPr/>
            <p:nvPr>
              <p:custDataLst>
                <p:tags r:id="rId13"/>
              </p:custDataLst>
            </p:nvPr>
          </p:nvSpPr>
          <p:spPr>
            <a:xfrm>
              <a:off x="874712" y="3802335"/>
              <a:ext cx="2861739" cy="1316120"/>
            </a:xfrm>
            <a:prstGeom prst="rect">
              <a:avLst/>
            </a:prstGeom>
          </p:spPr>
          <p:txBody>
            <a:bodyPr wrap="square">
              <a:spAutoFit/>
              <a:scene3d>
                <a:camera prst="orthographicFront"/>
                <a:lightRig rig="threePt" dir="t"/>
              </a:scene3d>
              <a:sp3d contourW="12700"/>
            </a:bodyPr>
            <a:lstStyle/>
            <a:p>
              <a:pPr marL="285750" indent="-285750" algn="l">
                <a:lnSpc>
                  <a:spcPct val="120000"/>
                </a:lnSpc>
                <a:buFont typeface="Arial" panose="020B0604020202020204" pitchFamily="34" charset="0"/>
                <a:buChar char="•"/>
              </a:pPr>
              <a:r>
                <a:rPr lang="zh-CN" altLang="en-US" sz="2000" dirty="0">
                  <a:solidFill>
                    <a:schemeClr val="tx1"/>
                  </a:solidFill>
                  <a:ea typeface="字魂59号-创粗黑" panose="00000500000000000000" pitchFamily="2" charset="-122"/>
                </a:rPr>
                <a:t>引入高分辨率遥感与实地监测
纳入多物种迁移需求和敏感性分析
设置固定源地或阻力面的对照情景</a:t>
              </a:r>
              <a:endParaRPr lang="en-US" altLang="zh-CN" sz="2000" dirty="0">
                <a:solidFill>
                  <a:schemeClr val="tx1"/>
                </a:solidFill>
                <a:ea typeface="字魂59号-创粗黑" panose="00000500000000000000" pitchFamily="2" charset="-122"/>
              </a:endParaRPr>
            </a:p>
          </p:txBody>
        </p:sp>
        <p:sp>
          <p:nvSpPr>
            <p:cNvPr id="58" name="淘宝-想搞设计PPT(倒卖必究)-58"/>
            <p:cNvSpPr/>
            <p:nvPr>
              <p:custDataLst>
                <p:tags r:id="rId14"/>
              </p:custDataLst>
            </p:nvPr>
          </p:nvSpPr>
          <p:spPr>
            <a:xfrm>
              <a:off x="874712" y="3325188"/>
              <a:ext cx="2241974" cy="44812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400" b="1" dirty="0">
                  <a:solidFill>
                    <a:schemeClr val="tx1">
                      <a:lumMod val="65000"/>
                      <a:lumOff val="35000"/>
                    </a:schemeClr>
                  </a:solidFill>
                  <a:ea typeface="字魂59号-创粗黑" panose="00000500000000000000" pitchFamily="2" charset="-122"/>
                </a:rPr>
                <a:t>未来展望</a:t>
              </a:r>
              <a:endParaRPr lang="zh-CN" altLang="en-US" sz="2400" b="1" dirty="0">
                <a:solidFill>
                  <a:schemeClr val="tx1">
                    <a:lumMod val="65000"/>
                    <a:lumOff val="35000"/>
                  </a:schemeClr>
                </a:solidFill>
                <a:ea typeface="字魂59号-创粗黑" panose="00000500000000000000" pitchFamily="2" charset="-122"/>
              </a:endParaRPr>
            </a:p>
          </p:txBody>
        </p:sp>
      </p:grpSp>
      <p:sp>
        <p:nvSpPr>
          <p:cNvPr id="60" name="淘宝-想搞设计PPT(倒卖必究)-60"/>
          <p:cNvSpPr/>
          <p:nvPr>
            <p:custDataLst>
              <p:tags r:id="rId15"/>
            </p:custDataLst>
          </p:nvPr>
        </p:nvSpPr>
        <p:spPr>
          <a:xfrm>
            <a:off x="3058795" y="2178685"/>
            <a:ext cx="589280" cy="455930"/>
          </a:xfrm>
          <a:custGeom>
            <a:avLst/>
            <a:gdLst/>
            <a:ahLst/>
            <a:cxnLst>
              <a:cxn ang="0">
                <a:pos x="wd2" y="hd2"/>
              </a:cxn>
              <a:cxn ang="5400000">
                <a:pos x="wd2" y="hd2"/>
              </a:cxn>
              <a:cxn ang="10800000">
                <a:pos x="wd2" y="hd2"/>
              </a:cxn>
              <a:cxn ang="16200000">
                <a:pos x="wd2" y="hd2"/>
              </a:cxn>
            </a:cxnLst>
            <a:rect l="0" t="0" r="r" b="b"/>
            <a:pathLst>
              <a:path w="21600" h="21600" extrusionOk="0">
                <a:moveTo>
                  <a:pt x="2024" y="0"/>
                </a:moveTo>
                <a:cubicBezTo>
                  <a:pt x="912" y="0"/>
                  <a:pt x="0" y="1122"/>
                  <a:pt x="0" y="2491"/>
                </a:cubicBezTo>
                <a:lnTo>
                  <a:pt x="0" y="11634"/>
                </a:lnTo>
                <a:cubicBezTo>
                  <a:pt x="0" y="13008"/>
                  <a:pt x="912" y="14134"/>
                  <a:pt x="2024" y="14134"/>
                </a:cubicBezTo>
                <a:lnTo>
                  <a:pt x="2024" y="16617"/>
                </a:lnTo>
                <a:cubicBezTo>
                  <a:pt x="2024" y="17994"/>
                  <a:pt x="2935" y="19109"/>
                  <a:pt x="4049" y="19109"/>
                </a:cubicBezTo>
                <a:lnTo>
                  <a:pt x="4822" y="19109"/>
                </a:lnTo>
                <a:cubicBezTo>
                  <a:pt x="5125" y="20540"/>
                  <a:pt x="6166" y="21600"/>
                  <a:pt x="7423" y="21600"/>
                </a:cubicBezTo>
                <a:cubicBezTo>
                  <a:pt x="8673" y="21600"/>
                  <a:pt x="9726" y="20540"/>
                  <a:pt x="10030" y="19109"/>
                </a:cubicBezTo>
                <a:lnTo>
                  <a:pt x="13594" y="19109"/>
                </a:lnTo>
                <a:cubicBezTo>
                  <a:pt x="13897" y="20540"/>
                  <a:pt x="14942" y="21600"/>
                  <a:pt x="16202" y="21600"/>
                </a:cubicBezTo>
                <a:cubicBezTo>
                  <a:pt x="17449" y="21600"/>
                  <a:pt x="18498" y="20540"/>
                  <a:pt x="18803" y="19109"/>
                </a:cubicBezTo>
                <a:lnTo>
                  <a:pt x="19576" y="19109"/>
                </a:lnTo>
                <a:cubicBezTo>
                  <a:pt x="20692" y="19109"/>
                  <a:pt x="21600" y="17994"/>
                  <a:pt x="21600" y="16617"/>
                </a:cubicBezTo>
                <a:lnTo>
                  <a:pt x="21600" y="11634"/>
                </a:lnTo>
                <a:cubicBezTo>
                  <a:pt x="21600" y="11142"/>
                  <a:pt x="21482" y="10663"/>
                  <a:pt x="21259" y="10248"/>
                </a:cubicBezTo>
                <a:lnTo>
                  <a:pt x="18554" y="5265"/>
                </a:lnTo>
                <a:cubicBezTo>
                  <a:pt x="18182" y="4566"/>
                  <a:pt x="17557" y="4160"/>
                  <a:pt x="16876" y="4160"/>
                </a:cubicBezTo>
                <a:lnTo>
                  <a:pt x="14177" y="4160"/>
                </a:lnTo>
                <a:lnTo>
                  <a:pt x="14177" y="2491"/>
                </a:lnTo>
                <a:cubicBezTo>
                  <a:pt x="14177" y="1122"/>
                  <a:pt x="13265" y="0"/>
                  <a:pt x="12146" y="0"/>
                </a:cubicBezTo>
                <a:lnTo>
                  <a:pt x="2024" y="0"/>
                </a:lnTo>
                <a:close/>
                <a:moveTo>
                  <a:pt x="2024" y="1669"/>
                </a:moveTo>
                <a:lnTo>
                  <a:pt x="12146" y="1669"/>
                </a:lnTo>
                <a:cubicBezTo>
                  <a:pt x="12524" y="1669"/>
                  <a:pt x="12821" y="2034"/>
                  <a:pt x="12821" y="2491"/>
                </a:cubicBezTo>
                <a:lnTo>
                  <a:pt x="12821" y="11634"/>
                </a:lnTo>
                <a:cubicBezTo>
                  <a:pt x="12821" y="12090"/>
                  <a:pt x="12524" y="12465"/>
                  <a:pt x="12146" y="12465"/>
                </a:cubicBezTo>
                <a:cubicBezTo>
                  <a:pt x="12146" y="12465"/>
                  <a:pt x="2024" y="12465"/>
                  <a:pt x="2024" y="12465"/>
                </a:cubicBezTo>
                <a:cubicBezTo>
                  <a:pt x="1649" y="12465"/>
                  <a:pt x="1350" y="12090"/>
                  <a:pt x="1350" y="11634"/>
                </a:cubicBezTo>
                <a:lnTo>
                  <a:pt x="1350" y="2491"/>
                </a:lnTo>
                <a:cubicBezTo>
                  <a:pt x="1350" y="2034"/>
                  <a:pt x="1649" y="1669"/>
                  <a:pt x="2024" y="1669"/>
                </a:cubicBezTo>
                <a:close/>
                <a:moveTo>
                  <a:pt x="14177" y="5821"/>
                </a:moveTo>
                <a:lnTo>
                  <a:pt x="16876" y="5821"/>
                </a:lnTo>
                <a:cubicBezTo>
                  <a:pt x="17102" y="5821"/>
                  <a:pt x="17311" y="5958"/>
                  <a:pt x="17440" y="6184"/>
                </a:cubicBezTo>
                <a:lnTo>
                  <a:pt x="20132" y="11175"/>
                </a:lnTo>
                <a:cubicBezTo>
                  <a:pt x="20206" y="11307"/>
                  <a:pt x="20250" y="11475"/>
                  <a:pt x="20250" y="11634"/>
                </a:cubicBezTo>
                <a:cubicBezTo>
                  <a:pt x="20250" y="11634"/>
                  <a:pt x="20250" y="16617"/>
                  <a:pt x="20250" y="16617"/>
                </a:cubicBezTo>
                <a:cubicBezTo>
                  <a:pt x="20250" y="17074"/>
                  <a:pt x="19946" y="17448"/>
                  <a:pt x="19576" y="17448"/>
                </a:cubicBezTo>
                <a:lnTo>
                  <a:pt x="18803" y="17448"/>
                </a:lnTo>
                <a:cubicBezTo>
                  <a:pt x="18498" y="16016"/>
                  <a:pt x="17455" y="14956"/>
                  <a:pt x="16202" y="14956"/>
                </a:cubicBezTo>
                <a:cubicBezTo>
                  <a:pt x="14942" y="14956"/>
                  <a:pt x="13897" y="16016"/>
                  <a:pt x="13594" y="17448"/>
                </a:cubicBezTo>
                <a:lnTo>
                  <a:pt x="10030" y="17448"/>
                </a:lnTo>
                <a:cubicBezTo>
                  <a:pt x="9729" y="16016"/>
                  <a:pt x="8678" y="14956"/>
                  <a:pt x="7423" y="14956"/>
                </a:cubicBezTo>
                <a:cubicBezTo>
                  <a:pt x="6166" y="14956"/>
                  <a:pt x="5125" y="16016"/>
                  <a:pt x="4822" y="17448"/>
                </a:cubicBezTo>
                <a:lnTo>
                  <a:pt x="4049" y="17448"/>
                </a:lnTo>
                <a:cubicBezTo>
                  <a:pt x="3676" y="17448"/>
                  <a:pt x="3374" y="17074"/>
                  <a:pt x="3374" y="16617"/>
                </a:cubicBezTo>
                <a:lnTo>
                  <a:pt x="3374" y="14134"/>
                </a:lnTo>
                <a:lnTo>
                  <a:pt x="12146" y="14134"/>
                </a:lnTo>
                <a:cubicBezTo>
                  <a:pt x="13265" y="14134"/>
                  <a:pt x="14177" y="13008"/>
                  <a:pt x="14177" y="11634"/>
                </a:cubicBezTo>
                <a:lnTo>
                  <a:pt x="14177" y="5821"/>
                </a:lnTo>
                <a:close/>
                <a:moveTo>
                  <a:pt x="15553" y="6450"/>
                </a:moveTo>
                <a:cubicBezTo>
                  <a:pt x="15182" y="6450"/>
                  <a:pt x="14885" y="6824"/>
                  <a:pt x="14885" y="7281"/>
                </a:cubicBezTo>
                <a:lnTo>
                  <a:pt x="14885" y="12263"/>
                </a:lnTo>
                <a:cubicBezTo>
                  <a:pt x="14885" y="12721"/>
                  <a:pt x="15182" y="13102"/>
                  <a:pt x="15553" y="13102"/>
                </a:cubicBezTo>
                <a:lnTo>
                  <a:pt x="18259" y="13102"/>
                </a:lnTo>
                <a:cubicBezTo>
                  <a:pt x="18629" y="13102"/>
                  <a:pt x="18934" y="12721"/>
                  <a:pt x="18934" y="12263"/>
                </a:cubicBezTo>
                <a:lnTo>
                  <a:pt x="18934" y="11022"/>
                </a:lnTo>
                <a:cubicBezTo>
                  <a:pt x="18934" y="10857"/>
                  <a:pt x="18888" y="10694"/>
                  <a:pt x="18816" y="10554"/>
                </a:cubicBezTo>
                <a:cubicBezTo>
                  <a:pt x="18816" y="10554"/>
                  <a:pt x="16798" y="6829"/>
                  <a:pt x="16798" y="6829"/>
                </a:cubicBezTo>
                <a:cubicBezTo>
                  <a:pt x="16673" y="6592"/>
                  <a:pt x="16460" y="6450"/>
                  <a:pt x="16234" y="6450"/>
                </a:cubicBezTo>
                <a:lnTo>
                  <a:pt x="15553" y="6450"/>
                </a:lnTo>
                <a:close/>
                <a:moveTo>
                  <a:pt x="15553" y="7281"/>
                </a:moveTo>
                <a:lnTo>
                  <a:pt x="16234" y="7281"/>
                </a:lnTo>
                <a:lnTo>
                  <a:pt x="18259" y="11022"/>
                </a:lnTo>
                <a:cubicBezTo>
                  <a:pt x="18259" y="11022"/>
                  <a:pt x="18259" y="12263"/>
                  <a:pt x="18259" y="12263"/>
                </a:cubicBezTo>
                <a:lnTo>
                  <a:pt x="15553" y="12263"/>
                </a:lnTo>
                <a:lnTo>
                  <a:pt x="15553" y="7281"/>
                </a:lnTo>
                <a:close/>
                <a:moveTo>
                  <a:pt x="7423" y="16617"/>
                </a:moveTo>
                <a:cubicBezTo>
                  <a:pt x="8167" y="16617"/>
                  <a:pt x="8772" y="17365"/>
                  <a:pt x="8772" y="18278"/>
                </a:cubicBezTo>
                <a:cubicBezTo>
                  <a:pt x="8772" y="19191"/>
                  <a:pt x="8167" y="19939"/>
                  <a:pt x="7423" y="19939"/>
                </a:cubicBezTo>
                <a:cubicBezTo>
                  <a:pt x="6677" y="19939"/>
                  <a:pt x="6073" y="19191"/>
                  <a:pt x="6073" y="18278"/>
                </a:cubicBezTo>
                <a:cubicBezTo>
                  <a:pt x="6073" y="17365"/>
                  <a:pt x="6677" y="16617"/>
                  <a:pt x="7423" y="16617"/>
                </a:cubicBezTo>
                <a:close/>
                <a:moveTo>
                  <a:pt x="16202" y="16617"/>
                </a:moveTo>
                <a:cubicBezTo>
                  <a:pt x="16943" y="16617"/>
                  <a:pt x="17551" y="17365"/>
                  <a:pt x="17551" y="18278"/>
                </a:cubicBezTo>
                <a:cubicBezTo>
                  <a:pt x="17551" y="19191"/>
                  <a:pt x="16943" y="19939"/>
                  <a:pt x="16202" y="19939"/>
                </a:cubicBezTo>
                <a:cubicBezTo>
                  <a:pt x="15454" y="19939"/>
                  <a:pt x="14852" y="19191"/>
                  <a:pt x="14852" y="18278"/>
                </a:cubicBezTo>
                <a:cubicBezTo>
                  <a:pt x="14852" y="17365"/>
                  <a:pt x="15454" y="16617"/>
                  <a:pt x="16202" y="16617"/>
                </a:cubicBezTo>
                <a:close/>
              </a:path>
            </a:pathLst>
          </a:custGeom>
          <a:solidFill>
            <a:srgbClr val="2292FA"/>
          </a:solidFill>
          <a:ln w="12700" cap="flat">
            <a:noFill/>
            <a:miter lim="400000"/>
          </a:ln>
          <a:effectLst/>
        </p:spPr>
        <p:txBody>
          <a:bodyPr anchor="ctr"/>
          <a:lstStyle/>
          <a:p>
            <a:pPr algn="ctr"/>
            <a:endParaRPr dirty="0">
              <a:ea typeface="字魂59号-创粗黑" panose="00000500000000000000" pitchFamily="2" charset="-122"/>
            </a:endParaRPr>
          </a:p>
        </p:txBody>
      </p:sp>
      <p:sp>
        <p:nvSpPr>
          <p:cNvPr id="61" name="淘宝-想搞设计PPT(倒卖必究)-61"/>
          <p:cNvSpPr/>
          <p:nvPr>
            <p:custDataLst>
              <p:tags r:id="rId16"/>
            </p:custDataLst>
          </p:nvPr>
        </p:nvSpPr>
        <p:spPr>
          <a:xfrm>
            <a:off x="8345805" y="2110740"/>
            <a:ext cx="509270" cy="617220"/>
          </a:xfrm>
          <a:custGeom>
            <a:avLst/>
            <a:gdLst/>
            <a:ahLst/>
            <a:cxnLst>
              <a:cxn ang="0">
                <a:pos x="wd2" y="hd2"/>
              </a:cxn>
              <a:cxn ang="5400000">
                <a:pos x="wd2" y="hd2"/>
              </a:cxn>
              <a:cxn ang="10800000">
                <a:pos x="wd2" y="hd2"/>
              </a:cxn>
              <a:cxn ang="16200000">
                <a:pos x="wd2" y="hd2"/>
              </a:cxn>
            </a:cxnLst>
            <a:rect l="0" t="0" r="r" b="b"/>
            <a:pathLst>
              <a:path w="21600" h="21600" extrusionOk="0">
                <a:moveTo>
                  <a:pt x="18003" y="6729"/>
                </a:moveTo>
                <a:cubicBezTo>
                  <a:pt x="17891" y="6790"/>
                  <a:pt x="17842" y="6883"/>
                  <a:pt x="17842" y="6994"/>
                </a:cubicBezTo>
                <a:cubicBezTo>
                  <a:pt x="17842" y="7080"/>
                  <a:pt x="17901" y="7139"/>
                  <a:pt x="18015" y="7191"/>
                </a:cubicBezTo>
                <a:cubicBezTo>
                  <a:pt x="18122" y="7230"/>
                  <a:pt x="18344" y="7284"/>
                  <a:pt x="18697" y="7352"/>
                </a:cubicBezTo>
                <a:cubicBezTo>
                  <a:pt x="19207" y="7434"/>
                  <a:pt x="19552" y="7540"/>
                  <a:pt x="19715" y="7661"/>
                </a:cubicBezTo>
                <a:cubicBezTo>
                  <a:pt x="19899" y="7775"/>
                  <a:pt x="19976" y="7963"/>
                  <a:pt x="19976" y="8220"/>
                </a:cubicBezTo>
                <a:cubicBezTo>
                  <a:pt x="19976" y="8479"/>
                  <a:pt x="19851" y="8684"/>
                  <a:pt x="19591" y="8842"/>
                </a:cubicBezTo>
                <a:cubicBezTo>
                  <a:pt x="19332" y="8993"/>
                  <a:pt x="18985" y="9069"/>
                  <a:pt x="18546" y="9069"/>
                </a:cubicBezTo>
                <a:cubicBezTo>
                  <a:pt x="18091" y="9069"/>
                  <a:pt x="17748" y="8987"/>
                  <a:pt x="17505" y="8826"/>
                </a:cubicBezTo>
                <a:cubicBezTo>
                  <a:pt x="17256" y="8660"/>
                  <a:pt x="17122" y="8433"/>
                  <a:pt x="17105" y="8130"/>
                </a:cubicBezTo>
                <a:lnTo>
                  <a:pt x="17814" y="8130"/>
                </a:lnTo>
                <a:cubicBezTo>
                  <a:pt x="17814" y="8283"/>
                  <a:pt x="17879" y="8395"/>
                  <a:pt x="18015" y="8471"/>
                </a:cubicBezTo>
                <a:cubicBezTo>
                  <a:pt x="18132" y="8553"/>
                  <a:pt x="18312" y="8592"/>
                  <a:pt x="18546" y="8592"/>
                </a:cubicBezTo>
                <a:cubicBezTo>
                  <a:pt x="18773" y="8592"/>
                  <a:pt x="18957" y="8562"/>
                  <a:pt x="19091" y="8501"/>
                </a:cubicBezTo>
                <a:cubicBezTo>
                  <a:pt x="19217" y="8442"/>
                  <a:pt x="19283" y="8356"/>
                  <a:pt x="19283" y="8253"/>
                </a:cubicBezTo>
                <a:cubicBezTo>
                  <a:pt x="19283" y="8152"/>
                  <a:pt x="19234" y="8078"/>
                  <a:pt x="19148" y="8024"/>
                </a:cubicBezTo>
                <a:cubicBezTo>
                  <a:pt x="19054" y="7973"/>
                  <a:pt x="18860" y="7926"/>
                  <a:pt x="18555" y="7874"/>
                </a:cubicBezTo>
                <a:cubicBezTo>
                  <a:pt x="18003" y="7775"/>
                  <a:pt x="17623" y="7669"/>
                  <a:pt x="17440" y="7554"/>
                </a:cubicBezTo>
                <a:cubicBezTo>
                  <a:pt x="17256" y="7442"/>
                  <a:pt x="17161" y="7268"/>
                  <a:pt x="17161" y="7024"/>
                </a:cubicBezTo>
                <a:cubicBezTo>
                  <a:pt x="17161" y="6759"/>
                  <a:pt x="17278" y="6550"/>
                  <a:pt x="17527" y="6388"/>
                </a:cubicBezTo>
                <a:cubicBezTo>
                  <a:pt x="17776" y="6230"/>
                  <a:pt x="18103" y="6154"/>
                  <a:pt x="18524" y="6154"/>
                </a:cubicBezTo>
                <a:cubicBezTo>
                  <a:pt x="18919" y="6154"/>
                  <a:pt x="19234" y="6230"/>
                  <a:pt x="19487" y="6397"/>
                </a:cubicBezTo>
                <a:cubicBezTo>
                  <a:pt x="19737" y="6563"/>
                  <a:pt x="19868" y="6785"/>
                  <a:pt x="19899" y="7063"/>
                </a:cubicBezTo>
                <a:lnTo>
                  <a:pt x="19179" y="7063"/>
                </a:lnTo>
                <a:cubicBezTo>
                  <a:pt x="19169" y="6926"/>
                  <a:pt x="19091" y="6820"/>
                  <a:pt x="18967" y="6747"/>
                </a:cubicBezTo>
                <a:cubicBezTo>
                  <a:pt x="18832" y="6670"/>
                  <a:pt x="18648" y="6631"/>
                  <a:pt x="18437" y="6631"/>
                </a:cubicBezTo>
                <a:cubicBezTo>
                  <a:pt x="18257" y="6631"/>
                  <a:pt x="18103" y="6661"/>
                  <a:pt x="18003" y="6729"/>
                </a:cubicBezTo>
                <a:cubicBezTo>
                  <a:pt x="18003" y="6729"/>
                  <a:pt x="18003" y="6729"/>
                  <a:pt x="18003" y="6729"/>
                </a:cubicBezTo>
                <a:close/>
                <a:moveTo>
                  <a:pt x="15761" y="7344"/>
                </a:moveTo>
                <a:cubicBezTo>
                  <a:pt x="15665" y="7405"/>
                  <a:pt x="15528" y="7434"/>
                  <a:pt x="15338" y="7434"/>
                </a:cubicBezTo>
                <a:lnTo>
                  <a:pt x="14490" y="7434"/>
                </a:lnTo>
                <a:lnTo>
                  <a:pt x="14490" y="6707"/>
                </a:lnTo>
                <a:lnTo>
                  <a:pt x="15366" y="6707"/>
                </a:lnTo>
                <a:cubicBezTo>
                  <a:pt x="15549" y="6707"/>
                  <a:pt x="15675" y="6738"/>
                  <a:pt x="15768" y="6798"/>
                </a:cubicBezTo>
                <a:cubicBezTo>
                  <a:pt x="15865" y="6857"/>
                  <a:pt x="15902" y="6950"/>
                  <a:pt x="15902" y="7070"/>
                </a:cubicBezTo>
                <a:cubicBezTo>
                  <a:pt x="15902" y="7191"/>
                  <a:pt x="15855" y="7284"/>
                  <a:pt x="15761" y="7344"/>
                </a:cubicBezTo>
                <a:cubicBezTo>
                  <a:pt x="15761" y="7344"/>
                  <a:pt x="15761" y="7344"/>
                  <a:pt x="15761" y="7344"/>
                </a:cubicBezTo>
                <a:close/>
                <a:moveTo>
                  <a:pt x="16633" y="6994"/>
                </a:moveTo>
                <a:cubicBezTo>
                  <a:pt x="16633" y="6769"/>
                  <a:pt x="16526" y="6579"/>
                  <a:pt x="16326" y="6435"/>
                </a:cubicBezTo>
                <a:cubicBezTo>
                  <a:pt x="16124" y="6299"/>
                  <a:pt x="15855" y="6230"/>
                  <a:pt x="15518" y="6230"/>
                </a:cubicBezTo>
                <a:lnTo>
                  <a:pt x="13751" y="6230"/>
                </a:lnTo>
                <a:lnTo>
                  <a:pt x="13751" y="8993"/>
                </a:lnTo>
                <a:lnTo>
                  <a:pt x="14490" y="8993"/>
                </a:lnTo>
                <a:lnTo>
                  <a:pt x="14490" y="7904"/>
                </a:lnTo>
                <a:lnTo>
                  <a:pt x="15210" y="7904"/>
                </a:lnTo>
                <a:cubicBezTo>
                  <a:pt x="15432" y="7904"/>
                  <a:pt x="15577" y="7926"/>
                  <a:pt x="15665" y="7980"/>
                </a:cubicBezTo>
                <a:cubicBezTo>
                  <a:pt x="15761" y="8032"/>
                  <a:pt x="15800" y="8122"/>
                  <a:pt x="15800" y="8245"/>
                </a:cubicBezTo>
                <a:lnTo>
                  <a:pt x="15806" y="8494"/>
                </a:lnTo>
                <a:cubicBezTo>
                  <a:pt x="15806" y="8609"/>
                  <a:pt x="15815" y="8706"/>
                  <a:pt x="15837" y="8805"/>
                </a:cubicBezTo>
                <a:cubicBezTo>
                  <a:pt x="15855" y="8895"/>
                  <a:pt x="15865" y="8963"/>
                  <a:pt x="15886" y="8987"/>
                </a:cubicBezTo>
                <a:lnTo>
                  <a:pt x="16692" y="8987"/>
                </a:lnTo>
                <a:lnTo>
                  <a:pt x="16692" y="8919"/>
                </a:lnTo>
                <a:cubicBezTo>
                  <a:pt x="16633" y="8895"/>
                  <a:pt x="16585" y="8864"/>
                  <a:pt x="16575" y="8826"/>
                </a:cubicBezTo>
                <a:cubicBezTo>
                  <a:pt x="16547" y="8788"/>
                  <a:pt x="16538" y="8720"/>
                  <a:pt x="16526" y="8638"/>
                </a:cubicBezTo>
                <a:lnTo>
                  <a:pt x="16519" y="8184"/>
                </a:lnTo>
                <a:cubicBezTo>
                  <a:pt x="16508" y="7963"/>
                  <a:pt x="16401" y="7805"/>
                  <a:pt x="16202" y="7707"/>
                </a:cubicBezTo>
                <a:cubicBezTo>
                  <a:pt x="16174" y="7691"/>
                  <a:pt x="16135" y="7685"/>
                  <a:pt x="16086" y="7661"/>
                </a:cubicBezTo>
                <a:cubicBezTo>
                  <a:pt x="16163" y="7639"/>
                  <a:pt x="16230" y="7609"/>
                  <a:pt x="16298" y="7579"/>
                </a:cubicBezTo>
                <a:cubicBezTo>
                  <a:pt x="16519" y="7456"/>
                  <a:pt x="16633" y="7260"/>
                  <a:pt x="16633" y="6994"/>
                </a:cubicBezTo>
                <a:cubicBezTo>
                  <a:pt x="16633" y="6994"/>
                  <a:pt x="16633" y="6994"/>
                  <a:pt x="16633" y="6994"/>
                </a:cubicBezTo>
                <a:close/>
                <a:moveTo>
                  <a:pt x="12311" y="8993"/>
                </a:moveTo>
                <a:lnTo>
                  <a:pt x="12311" y="7737"/>
                </a:lnTo>
                <a:lnTo>
                  <a:pt x="10936" y="7737"/>
                </a:lnTo>
                <a:lnTo>
                  <a:pt x="10936" y="8993"/>
                </a:lnTo>
                <a:lnTo>
                  <a:pt x="10200" y="8993"/>
                </a:lnTo>
                <a:lnTo>
                  <a:pt x="10200" y="6230"/>
                </a:lnTo>
                <a:lnTo>
                  <a:pt x="10936" y="6230"/>
                </a:lnTo>
                <a:lnTo>
                  <a:pt x="10936" y="7268"/>
                </a:lnTo>
                <a:lnTo>
                  <a:pt x="12311" y="7268"/>
                </a:lnTo>
                <a:lnTo>
                  <a:pt x="12311" y="6230"/>
                </a:lnTo>
                <a:lnTo>
                  <a:pt x="13033" y="6230"/>
                </a:lnTo>
                <a:lnTo>
                  <a:pt x="13033" y="8993"/>
                </a:lnTo>
                <a:cubicBezTo>
                  <a:pt x="13033" y="8993"/>
                  <a:pt x="12311" y="8993"/>
                  <a:pt x="12311" y="8993"/>
                </a:cubicBezTo>
                <a:close/>
                <a:moveTo>
                  <a:pt x="16086" y="3348"/>
                </a:moveTo>
                <a:lnTo>
                  <a:pt x="16135" y="3271"/>
                </a:lnTo>
                <a:lnTo>
                  <a:pt x="17787" y="1111"/>
                </a:lnTo>
                <a:lnTo>
                  <a:pt x="17787" y="3348"/>
                </a:lnTo>
                <a:cubicBezTo>
                  <a:pt x="17787" y="3348"/>
                  <a:pt x="16086" y="3348"/>
                  <a:pt x="16086" y="3348"/>
                </a:cubicBezTo>
                <a:close/>
                <a:moveTo>
                  <a:pt x="17787" y="5367"/>
                </a:moveTo>
                <a:lnTo>
                  <a:pt x="19104" y="5367"/>
                </a:lnTo>
                <a:lnTo>
                  <a:pt x="19104" y="4180"/>
                </a:lnTo>
                <a:lnTo>
                  <a:pt x="19868" y="4180"/>
                </a:lnTo>
                <a:lnTo>
                  <a:pt x="19868" y="3348"/>
                </a:lnTo>
                <a:lnTo>
                  <a:pt x="19104" y="3348"/>
                </a:lnTo>
                <a:lnTo>
                  <a:pt x="19104" y="0"/>
                </a:lnTo>
                <a:lnTo>
                  <a:pt x="17613" y="0"/>
                </a:lnTo>
                <a:lnTo>
                  <a:pt x="15106" y="3271"/>
                </a:lnTo>
                <a:lnTo>
                  <a:pt x="15106" y="4180"/>
                </a:lnTo>
                <a:lnTo>
                  <a:pt x="17787" y="4180"/>
                </a:lnTo>
                <a:cubicBezTo>
                  <a:pt x="17787" y="4180"/>
                  <a:pt x="17787" y="5367"/>
                  <a:pt x="17787" y="5367"/>
                </a:cubicBezTo>
                <a:close/>
                <a:moveTo>
                  <a:pt x="14415" y="5367"/>
                </a:moveTo>
                <a:lnTo>
                  <a:pt x="9776" y="5367"/>
                </a:lnTo>
                <a:lnTo>
                  <a:pt x="9776" y="5360"/>
                </a:lnTo>
                <a:cubicBezTo>
                  <a:pt x="9776" y="4876"/>
                  <a:pt x="9929" y="4451"/>
                  <a:pt x="10247" y="4095"/>
                </a:cubicBezTo>
                <a:cubicBezTo>
                  <a:pt x="10563" y="3746"/>
                  <a:pt x="11159" y="3340"/>
                  <a:pt x="12024" y="2853"/>
                </a:cubicBezTo>
                <a:cubicBezTo>
                  <a:pt x="12410" y="2643"/>
                  <a:pt x="12676" y="2443"/>
                  <a:pt x="12841" y="2271"/>
                </a:cubicBezTo>
                <a:cubicBezTo>
                  <a:pt x="13003" y="2089"/>
                  <a:pt x="13081" y="1892"/>
                  <a:pt x="13081" y="1674"/>
                </a:cubicBezTo>
                <a:cubicBezTo>
                  <a:pt x="13081" y="1440"/>
                  <a:pt x="12995" y="1243"/>
                  <a:pt x="12820" y="1106"/>
                </a:cubicBezTo>
                <a:cubicBezTo>
                  <a:pt x="12648" y="954"/>
                  <a:pt x="12416" y="885"/>
                  <a:pt x="12121" y="885"/>
                </a:cubicBezTo>
                <a:cubicBezTo>
                  <a:pt x="11824" y="885"/>
                  <a:pt x="11581" y="976"/>
                  <a:pt x="11419" y="1158"/>
                </a:cubicBezTo>
                <a:cubicBezTo>
                  <a:pt x="11235" y="1342"/>
                  <a:pt x="11159" y="1590"/>
                  <a:pt x="11169" y="1892"/>
                </a:cubicBezTo>
                <a:lnTo>
                  <a:pt x="9863" y="1892"/>
                </a:lnTo>
                <a:cubicBezTo>
                  <a:pt x="9842" y="1317"/>
                  <a:pt x="10038" y="855"/>
                  <a:pt x="10449" y="514"/>
                </a:cubicBezTo>
                <a:cubicBezTo>
                  <a:pt x="10851" y="175"/>
                  <a:pt x="11419" y="0"/>
                  <a:pt x="12139" y="0"/>
                </a:cubicBezTo>
                <a:cubicBezTo>
                  <a:pt x="12801" y="0"/>
                  <a:pt x="13348" y="159"/>
                  <a:pt x="13779" y="470"/>
                </a:cubicBezTo>
                <a:cubicBezTo>
                  <a:pt x="14194" y="786"/>
                  <a:pt x="14415" y="1188"/>
                  <a:pt x="14415" y="1679"/>
                </a:cubicBezTo>
                <a:cubicBezTo>
                  <a:pt x="14415" y="2089"/>
                  <a:pt x="14290" y="2430"/>
                  <a:pt x="14051" y="2695"/>
                </a:cubicBezTo>
                <a:cubicBezTo>
                  <a:pt x="13810" y="2960"/>
                  <a:pt x="13358" y="3263"/>
                  <a:pt x="12697" y="3595"/>
                </a:cubicBezTo>
                <a:cubicBezTo>
                  <a:pt x="12080" y="3907"/>
                  <a:pt x="11668" y="4180"/>
                  <a:pt x="11438" y="4429"/>
                </a:cubicBezTo>
                <a:lnTo>
                  <a:pt x="11438" y="4437"/>
                </a:lnTo>
                <a:lnTo>
                  <a:pt x="14415" y="4437"/>
                </a:lnTo>
                <a:cubicBezTo>
                  <a:pt x="14415" y="4437"/>
                  <a:pt x="14415" y="5367"/>
                  <a:pt x="14415" y="5367"/>
                </a:cubicBezTo>
                <a:close/>
                <a:moveTo>
                  <a:pt x="11045" y="20298"/>
                </a:moveTo>
                <a:cubicBezTo>
                  <a:pt x="11045" y="21008"/>
                  <a:pt x="10314" y="21600"/>
                  <a:pt x="9403" y="21600"/>
                </a:cubicBezTo>
                <a:cubicBezTo>
                  <a:pt x="8489" y="21600"/>
                  <a:pt x="7750" y="21008"/>
                  <a:pt x="7750" y="20298"/>
                </a:cubicBezTo>
                <a:cubicBezTo>
                  <a:pt x="7750" y="19577"/>
                  <a:pt x="8489" y="18995"/>
                  <a:pt x="9403" y="18995"/>
                </a:cubicBezTo>
                <a:cubicBezTo>
                  <a:pt x="10314" y="18995"/>
                  <a:pt x="11045" y="19577"/>
                  <a:pt x="11045" y="20298"/>
                </a:cubicBezTo>
                <a:cubicBezTo>
                  <a:pt x="11045" y="20298"/>
                  <a:pt x="11045" y="20298"/>
                  <a:pt x="11045" y="20298"/>
                </a:cubicBezTo>
                <a:close/>
                <a:moveTo>
                  <a:pt x="5175" y="20298"/>
                </a:moveTo>
                <a:cubicBezTo>
                  <a:pt x="5175" y="21008"/>
                  <a:pt x="4448" y="21600"/>
                  <a:pt x="3541" y="21600"/>
                </a:cubicBezTo>
                <a:cubicBezTo>
                  <a:pt x="2625" y="21600"/>
                  <a:pt x="1882" y="21008"/>
                  <a:pt x="1882" y="20298"/>
                </a:cubicBezTo>
                <a:cubicBezTo>
                  <a:pt x="1882" y="19577"/>
                  <a:pt x="2625" y="18995"/>
                  <a:pt x="3541" y="18995"/>
                </a:cubicBezTo>
                <a:cubicBezTo>
                  <a:pt x="4448" y="18995"/>
                  <a:pt x="5175" y="19577"/>
                  <a:pt x="5175" y="20298"/>
                </a:cubicBezTo>
                <a:cubicBezTo>
                  <a:pt x="5175" y="20298"/>
                  <a:pt x="5175" y="20298"/>
                  <a:pt x="5175" y="20298"/>
                </a:cubicBezTo>
                <a:close/>
                <a:moveTo>
                  <a:pt x="21600" y="12006"/>
                </a:moveTo>
                <a:cubicBezTo>
                  <a:pt x="21600" y="12259"/>
                  <a:pt x="21339" y="12460"/>
                  <a:pt x="21021" y="12460"/>
                </a:cubicBezTo>
                <a:lnTo>
                  <a:pt x="16990" y="12460"/>
                </a:lnTo>
                <a:lnTo>
                  <a:pt x="13714" y="18359"/>
                </a:lnTo>
                <a:cubicBezTo>
                  <a:pt x="13627" y="18526"/>
                  <a:pt x="13417" y="18624"/>
                  <a:pt x="13184" y="18624"/>
                </a:cubicBezTo>
                <a:lnTo>
                  <a:pt x="847" y="18624"/>
                </a:lnTo>
                <a:cubicBezTo>
                  <a:pt x="523" y="18624"/>
                  <a:pt x="264" y="18428"/>
                  <a:pt x="264" y="18177"/>
                </a:cubicBezTo>
                <a:cubicBezTo>
                  <a:pt x="264" y="17928"/>
                  <a:pt x="523" y="17723"/>
                  <a:pt x="847" y="17723"/>
                </a:cubicBezTo>
                <a:lnTo>
                  <a:pt x="12810" y="17723"/>
                </a:lnTo>
                <a:lnTo>
                  <a:pt x="16086" y="11824"/>
                </a:lnTo>
                <a:cubicBezTo>
                  <a:pt x="16174" y="11657"/>
                  <a:pt x="16384" y="11554"/>
                  <a:pt x="16613" y="11554"/>
                </a:cubicBezTo>
                <a:lnTo>
                  <a:pt x="21021" y="11554"/>
                </a:lnTo>
                <a:cubicBezTo>
                  <a:pt x="21339" y="11554"/>
                  <a:pt x="21600" y="11758"/>
                  <a:pt x="21600" y="12006"/>
                </a:cubicBezTo>
                <a:cubicBezTo>
                  <a:pt x="21600" y="12006"/>
                  <a:pt x="21600" y="12006"/>
                  <a:pt x="21600" y="12006"/>
                </a:cubicBezTo>
                <a:close/>
                <a:moveTo>
                  <a:pt x="3650" y="4466"/>
                </a:moveTo>
                <a:cubicBezTo>
                  <a:pt x="5034" y="4466"/>
                  <a:pt x="6147" y="5345"/>
                  <a:pt x="6147" y="6435"/>
                </a:cubicBezTo>
                <a:lnTo>
                  <a:pt x="6147" y="9675"/>
                </a:lnTo>
                <a:lnTo>
                  <a:pt x="1158" y="9675"/>
                </a:lnTo>
                <a:lnTo>
                  <a:pt x="1158" y="6435"/>
                </a:lnTo>
                <a:cubicBezTo>
                  <a:pt x="1158" y="5345"/>
                  <a:pt x="2273" y="4466"/>
                  <a:pt x="3650" y="4466"/>
                </a:cubicBezTo>
                <a:cubicBezTo>
                  <a:pt x="3650" y="4466"/>
                  <a:pt x="3650" y="4466"/>
                  <a:pt x="3650" y="4466"/>
                </a:cubicBezTo>
                <a:close/>
                <a:moveTo>
                  <a:pt x="10936" y="11113"/>
                </a:moveTo>
                <a:lnTo>
                  <a:pt x="5982" y="15080"/>
                </a:lnTo>
                <a:cubicBezTo>
                  <a:pt x="4963" y="13984"/>
                  <a:pt x="5059" y="12430"/>
                  <a:pt x="6310" y="11431"/>
                </a:cubicBezTo>
                <a:cubicBezTo>
                  <a:pt x="6992" y="10888"/>
                  <a:pt x="7903" y="10585"/>
                  <a:pt x="8872" y="10585"/>
                </a:cubicBezTo>
                <a:cubicBezTo>
                  <a:pt x="9620" y="10590"/>
                  <a:pt x="10341" y="10772"/>
                  <a:pt x="10936" y="11113"/>
                </a:cubicBezTo>
                <a:cubicBezTo>
                  <a:pt x="10936" y="11113"/>
                  <a:pt x="10936" y="11113"/>
                  <a:pt x="10936" y="11113"/>
                </a:cubicBezTo>
                <a:close/>
                <a:moveTo>
                  <a:pt x="11438" y="15405"/>
                </a:moveTo>
                <a:cubicBezTo>
                  <a:pt x="10228" y="16366"/>
                  <a:pt x="8201" y="16481"/>
                  <a:pt x="6809" y="15716"/>
                </a:cubicBezTo>
                <a:lnTo>
                  <a:pt x="11765" y="11750"/>
                </a:lnTo>
                <a:cubicBezTo>
                  <a:pt x="12784" y="12856"/>
                  <a:pt x="12685" y="14398"/>
                  <a:pt x="11438" y="15405"/>
                </a:cubicBezTo>
                <a:cubicBezTo>
                  <a:pt x="11438" y="15405"/>
                  <a:pt x="11438" y="15405"/>
                  <a:pt x="11438" y="15405"/>
                </a:cubicBezTo>
                <a:close/>
                <a:moveTo>
                  <a:pt x="1158" y="14082"/>
                </a:moveTo>
                <a:lnTo>
                  <a:pt x="1158" y="10585"/>
                </a:lnTo>
                <a:lnTo>
                  <a:pt x="5811" y="10585"/>
                </a:lnTo>
                <a:cubicBezTo>
                  <a:pt x="5704" y="10652"/>
                  <a:pt x="5590" y="10720"/>
                  <a:pt x="5493" y="10794"/>
                </a:cubicBezTo>
                <a:cubicBezTo>
                  <a:pt x="3821" y="12135"/>
                  <a:pt x="3713" y="14218"/>
                  <a:pt x="5109" y="15670"/>
                </a:cubicBezTo>
                <a:cubicBezTo>
                  <a:pt x="4686" y="15913"/>
                  <a:pt x="4187" y="16050"/>
                  <a:pt x="3650" y="16050"/>
                </a:cubicBezTo>
                <a:cubicBezTo>
                  <a:pt x="2273" y="16050"/>
                  <a:pt x="1158" y="15170"/>
                  <a:pt x="1158" y="14082"/>
                </a:cubicBezTo>
                <a:cubicBezTo>
                  <a:pt x="1158" y="14082"/>
                  <a:pt x="1158" y="14082"/>
                  <a:pt x="1158" y="14082"/>
                </a:cubicBezTo>
                <a:close/>
                <a:moveTo>
                  <a:pt x="3650" y="16958"/>
                </a:moveTo>
                <a:cubicBezTo>
                  <a:pt x="4485" y="16958"/>
                  <a:pt x="5271" y="16732"/>
                  <a:pt x="5916" y="16323"/>
                </a:cubicBezTo>
                <a:cubicBezTo>
                  <a:pt x="6761" y="16852"/>
                  <a:pt x="7778" y="17155"/>
                  <a:pt x="8872" y="17155"/>
                </a:cubicBezTo>
                <a:cubicBezTo>
                  <a:pt x="10151" y="17155"/>
                  <a:pt x="11360" y="16761"/>
                  <a:pt x="12252" y="16041"/>
                </a:cubicBezTo>
                <a:cubicBezTo>
                  <a:pt x="14088" y="14573"/>
                  <a:pt x="14067" y="12195"/>
                  <a:pt x="12204" y="10750"/>
                </a:cubicBezTo>
                <a:cubicBezTo>
                  <a:pt x="11304" y="10059"/>
                  <a:pt x="10123" y="9675"/>
                  <a:pt x="8872" y="9675"/>
                </a:cubicBezTo>
                <a:cubicBezTo>
                  <a:pt x="8326" y="9675"/>
                  <a:pt x="7799" y="9764"/>
                  <a:pt x="7297" y="9902"/>
                </a:cubicBezTo>
                <a:lnTo>
                  <a:pt x="7297" y="6435"/>
                </a:lnTo>
                <a:cubicBezTo>
                  <a:pt x="7297" y="4846"/>
                  <a:pt x="5667" y="3557"/>
                  <a:pt x="3650" y="3557"/>
                </a:cubicBezTo>
                <a:cubicBezTo>
                  <a:pt x="1639" y="3557"/>
                  <a:pt x="0" y="4846"/>
                  <a:pt x="0" y="6435"/>
                </a:cubicBezTo>
                <a:lnTo>
                  <a:pt x="0" y="14082"/>
                </a:lnTo>
                <a:cubicBezTo>
                  <a:pt x="0" y="15670"/>
                  <a:pt x="1639" y="16958"/>
                  <a:pt x="3650" y="16958"/>
                </a:cubicBezTo>
                <a:cubicBezTo>
                  <a:pt x="3650" y="16958"/>
                  <a:pt x="3650" y="16958"/>
                  <a:pt x="3650" y="16958"/>
                </a:cubicBezTo>
                <a:close/>
              </a:path>
            </a:pathLst>
          </a:custGeom>
          <a:solidFill>
            <a:srgbClr val="2292FA"/>
          </a:solidFill>
          <a:ln w="12700" cap="flat">
            <a:noFill/>
            <a:miter lim="400000"/>
          </a:ln>
          <a:effectLst/>
        </p:spPr>
        <p:txBody>
          <a:bodyPr anchor="ctr"/>
          <a:lstStyle/>
          <a:p>
            <a:pPr algn="ctr"/>
            <a:endParaRPr dirty="0">
              <a:ea typeface="字魂59号-创粗黑" panose="00000500000000000000" pitchFamily="2" charset="-122"/>
            </a:endParaRPr>
          </a:p>
        </p:txBody>
      </p:sp>
      <p:grpSp>
        <p:nvGrpSpPr>
          <p:cNvPr id="62" name="组合 61"/>
          <p:cNvGrpSpPr/>
          <p:nvPr/>
        </p:nvGrpSpPr>
        <p:grpSpPr>
          <a:xfrm>
            <a:off x="-1345274" y="-788979"/>
            <a:ext cx="14733028" cy="8629318"/>
            <a:chOff x="-1345274" y="-788979"/>
            <a:chExt cx="14733028" cy="8629318"/>
          </a:xfrm>
        </p:grpSpPr>
        <p:sp>
          <p:nvSpPr>
            <p:cNvPr id="63" name="淘宝-想搞设计PPT(倒卖必究)-63"/>
            <p:cNvSpPr/>
            <p:nvPr/>
          </p:nvSpPr>
          <p:spPr>
            <a:xfrm rot="2329959">
              <a:off x="10691148" y="5333761"/>
              <a:ext cx="2696606" cy="2506578"/>
            </a:xfrm>
            <a:custGeom>
              <a:avLst/>
              <a:gdLst>
                <a:gd name="connsiteX0" fmla="*/ 820615 w 2461845"/>
                <a:gd name="connsiteY0" fmla="*/ 0 h 2396685"/>
                <a:gd name="connsiteX1" fmla="*/ 1400878 w 2461845"/>
                <a:gd name="connsiteY1" fmla="*/ 240353 h 2396685"/>
                <a:gd name="connsiteX2" fmla="*/ 1418212 w 2461845"/>
                <a:gd name="connsiteY2" fmla="*/ 261362 h 2396685"/>
                <a:gd name="connsiteX3" fmla="*/ 1475848 w 2461845"/>
                <a:gd name="connsiteY3" fmla="*/ 246542 h 2396685"/>
                <a:gd name="connsiteX4" fmla="*/ 1641230 w 2461845"/>
                <a:gd name="connsiteY4" fmla="*/ 229870 h 2396685"/>
                <a:gd name="connsiteX5" fmla="*/ 2461845 w 2461845"/>
                <a:gd name="connsiteY5" fmla="*/ 1050485 h 2396685"/>
                <a:gd name="connsiteX6" fmla="*/ 2100044 w 2461845"/>
                <a:gd name="connsiteY6" fmla="*/ 1730952 h 2396685"/>
                <a:gd name="connsiteX7" fmla="*/ 2031973 w 2461845"/>
                <a:gd name="connsiteY7" fmla="*/ 1767900 h 2396685"/>
                <a:gd name="connsiteX8" fmla="*/ 2018552 w 2461845"/>
                <a:gd name="connsiteY8" fmla="*/ 1820096 h 2396685"/>
                <a:gd name="connsiteX9" fmla="*/ 1234830 w 2461845"/>
                <a:gd name="connsiteY9" fmla="*/ 2396685 h 2396685"/>
                <a:gd name="connsiteX10" fmla="*/ 414215 w 2461845"/>
                <a:gd name="connsiteY10" fmla="*/ 1576070 h 2396685"/>
                <a:gd name="connsiteX11" fmla="*/ 416502 w 2461845"/>
                <a:gd name="connsiteY11" fmla="*/ 1530773 h 2396685"/>
                <a:gd name="connsiteX12" fmla="*/ 361802 w 2461845"/>
                <a:gd name="connsiteY12" fmla="*/ 1501082 h 2396685"/>
                <a:gd name="connsiteX13" fmla="*/ 0 w 2461845"/>
                <a:gd name="connsiteY13" fmla="*/ 820615 h 2396685"/>
                <a:gd name="connsiteX14" fmla="*/ 820615 w 2461845"/>
                <a:gd name="connsiteY14" fmla="*/ 0 h 2396685"/>
                <a:gd name="connsiteX0-1" fmla="*/ 820615 w 2461845"/>
                <a:gd name="connsiteY0-2" fmla="*/ 0 h 2396685"/>
                <a:gd name="connsiteX1-3" fmla="*/ 1400878 w 2461845"/>
                <a:gd name="connsiteY1-4" fmla="*/ 240353 h 2396685"/>
                <a:gd name="connsiteX2-5" fmla="*/ 1418212 w 2461845"/>
                <a:gd name="connsiteY2-6" fmla="*/ 261362 h 2396685"/>
                <a:gd name="connsiteX3-7" fmla="*/ 1475848 w 2461845"/>
                <a:gd name="connsiteY3-8" fmla="*/ 246542 h 2396685"/>
                <a:gd name="connsiteX4-9" fmla="*/ 1641230 w 2461845"/>
                <a:gd name="connsiteY4-10" fmla="*/ 229870 h 2396685"/>
                <a:gd name="connsiteX5-11" fmla="*/ 2461845 w 2461845"/>
                <a:gd name="connsiteY5-12" fmla="*/ 1050485 h 2396685"/>
                <a:gd name="connsiteX6-13" fmla="*/ 2100044 w 2461845"/>
                <a:gd name="connsiteY6-14" fmla="*/ 1730952 h 2396685"/>
                <a:gd name="connsiteX7-15" fmla="*/ 2031973 w 2461845"/>
                <a:gd name="connsiteY7-16" fmla="*/ 1767900 h 2396685"/>
                <a:gd name="connsiteX8-17" fmla="*/ 2018552 w 2461845"/>
                <a:gd name="connsiteY8-18" fmla="*/ 1820096 h 2396685"/>
                <a:gd name="connsiteX9-19" fmla="*/ 1234830 w 2461845"/>
                <a:gd name="connsiteY9-20" fmla="*/ 2396685 h 2396685"/>
                <a:gd name="connsiteX10-21" fmla="*/ 414215 w 2461845"/>
                <a:gd name="connsiteY10-22" fmla="*/ 1576070 h 2396685"/>
                <a:gd name="connsiteX11-23" fmla="*/ 416502 w 2461845"/>
                <a:gd name="connsiteY11-24" fmla="*/ 1530773 h 2396685"/>
                <a:gd name="connsiteX12-25" fmla="*/ 361802 w 2461845"/>
                <a:gd name="connsiteY12-26" fmla="*/ 1501082 h 2396685"/>
                <a:gd name="connsiteX13-27" fmla="*/ 0 w 2461845"/>
                <a:gd name="connsiteY13-28" fmla="*/ 820615 h 2396685"/>
                <a:gd name="connsiteX14-29" fmla="*/ 820615 w 2461845"/>
                <a:gd name="connsiteY14-30" fmla="*/ 0 h 2396685"/>
                <a:gd name="connsiteX0-31" fmla="*/ 911445 w 2552675"/>
                <a:gd name="connsiteY0-32" fmla="*/ 0 h 2396685"/>
                <a:gd name="connsiteX1-33" fmla="*/ 1491708 w 2552675"/>
                <a:gd name="connsiteY1-34" fmla="*/ 240353 h 2396685"/>
                <a:gd name="connsiteX2-35" fmla="*/ 1509042 w 2552675"/>
                <a:gd name="connsiteY2-36" fmla="*/ 261362 h 2396685"/>
                <a:gd name="connsiteX3-37" fmla="*/ 1566678 w 2552675"/>
                <a:gd name="connsiteY3-38" fmla="*/ 246542 h 2396685"/>
                <a:gd name="connsiteX4-39" fmla="*/ 1732060 w 2552675"/>
                <a:gd name="connsiteY4-40" fmla="*/ 229870 h 2396685"/>
                <a:gd name="connsiteX5-41" fmla="*/ 2552675 w 2552675"/>
                <a:gd name="connsiteY5-42" fmla="*/ 1050485 h 2396685"/>
                <a:gd name="connsiteX6-43" fmla="*/ 2190874 w 2552675"/>
                <a:gd name="connsiteY6-44" fmla="*/ 1730952 h 2396685"/>
                <a:gd name="connsiteX7-45" fmla="*/ 2122803 w 2552675"/>
                <a:gd name="connsiteY7-46" fmla="*/ 1767900 h 2396685"/>
                <a:gd name="connsiteX8-47" fmla="*/ 2109382 w 2552675"/>
                <a:gd name="connsiteY8-48" fmla="*/ 1820096 h 2396685"/>
                <a:gd name="connsiteX9-49" fmla="*/ 1325660 w 2552675"/>
                <a:gd name="connsiteY9-50" fmla="*/ 2396685 h 2396685"/>
                <a:gd name="connsiteX10-51" fmla="*/ 505045 w 2552675"/>
                <a:gd name="connsiteY10-52" fmla="*/ 1576070 h 2396685"/>
                <a:gd name="connsiteX11-53" fmla="*/ 507332 w 2552675"/>
                <a:gd name="connsiteY11-54" fmla="*/ 1530773 h 2396685"/>
                <a:gd name="connsiteX12-55" fmla="*/ 452632 w 2552675"/>
                <a:gd name="connsiteY12-56" fmla="*/ 1501082 h 2396685"/>
                <a:gd name="connsiteX13-57" fmla="*/ 90830 w 2552675"/>
                <a:gd name="connsiteY13-58" fmla="*/ 820615 h 2396685"/>
                <a:gd name="connsiteX14-59" fmla="*/ 911445 w 2552675"/>
                <a:gd name="connsiteY14-60" fmla="*/ 0 h 2396685"/>
                <a:gd name="connsiteX0-61" fmla="*/ 911445 w 2552675"/>
                <a:gd name="connsiteY0-62" fmla="*/ 0 h 2396685"/>
                <a:gd name="connsiteX1-63" fmla="*/ 1491708 w 2552675"/>
                <a:gd name="connsiteY1-64" fmla="*/ 240353 h 2396685"/>
                <a:gd name="connsiteX2-65" fmla="*/ 1509042 w 2552675"/>
                <a:gd name="connsiteY2-66" fmla="*/ 261362 h 2396685"/>
                <a:gd name="connsiteX3-67" fmla="*/ 1566678 w 2552675"/>
                <a:gd name="connsiteY3-68" fmla="*/ 246542 h 2396685"/>
                <a:gd name="connsiteX4-69" fmla="*/ 1732060 w 2552675"/>
                <a:gd name="connsiteY4-70" fmla="*/ 229870 h 2396685"/>
                <a:gd name="connsiteX5-71" fmla="*/ 2552675 w 2552675"/>
                <a:gd name="connsiteY5-72" fmla="*/ 1050485 h 2396685"/>
                <a:gd name="connsiteX6-73" fmla="*/ 2190874 w 2552675"/>
                <a:gd name="connsiteY6-74" fmla="*/ 1730952 h 2396685"/>
                <a:gd name="connsiteX7-75" fmla="*/ 2122803 w 2552675"/>
                <a:gd name="connsiteY7-76" fmla="*/ 1767900 h 2396685"/>
                <a:gd name="connsiteX8-77" fmla="*/ 2109382 w 2552675"/>
                <a:gd name="connsiteY8-78" fmla="*/ 1820096 h 2396685"/>
                <a:gd name="connsiteX9-79" fmla="*/ 1325660 w 2552675"/>
                <a:gd name="connsiteY9-80" fmla="*/ 2396685 h 2396685"/>
                <a:gd name="connsiteX10-81" fmla="*/ 505045 w 2552675"/>
                <a:gd name="connsiteY10-82" fmla="*/ 1576070 h 2396685"/>
                <a:gd name="connsiteX11-83" fmla="*/ 507332 w 2552675"/>
                <a:gd name="connsiteY11-84" fmla="*/ 1530773 h 2396685"/>
                <a:gd name="connsiteX12-85" fmla="*/ 452632 w 2552675"/>
                <a:gd name="connsiteY12-86" fmla="*/ 1501082 h 2396685"/>
                <a:gd name="connsiteX13-87" fmla="*/ 90830 w 2552675"/>
                <a:gd name="connsiteY13-88" fmla="*/ 820615 h 2396685"/>
                <a:gd name="connsiteX14-89" fmla="*/ 911445 w 2552675"/>
                <a:gd name="connsiteY14-90" fmla="*/ 0 h 2396685"/>
                <a:gd name="connsiteX0-91" fmla="*/ 1081174 w 2722404"/>
                <a:gd name="connsiteY0-92" fmla="*/ 0 h 2396685"/>
                <a:gd name="connsiteX1-93" fmla="*/ 1661437 w 2722404"/>
                <a:gd name="connsiteY1-94" fmla="*/ 240353 h 2396685"/>
                <a:gd name="connsiteX2-95" fmla="*/ 1678771 w 2722404"/>
                <a:gd name="connsiteY2-96" fmla="*/ 261362 h 2396685"/>
                <a:gd name="connsiteX3-97" fmla="*/ 1736407 w 2722404"/>
                <a:gd name="connsiteY3-98" fmla="*/ 246542 h 2396685"/>
                <a:gd name="connsiteX4-99" fmla="*/ 1901789 w 2722404"/>
                <a:gd name="connsiteY4-100" fmla="*/ 229870 h 2396685"/>
                <a:gd name="connsiteX5-101" fmla="*/ 2722404 w 2722404"/>
                <a:gd name="connsiteY5-102" fmla="*/ 1050485 h 2396685"/>
                <a:gd name="connsiteX6-103" fmla="*/ 2360603 w 2722404"/>
                <a:gd name="connsiteY6-104" fmla="*/ 1730952 h 2396685"/>
                <a:gd name="connsiteX7-105" fmla="*/ 2292532 w 2722404"/>
                <a:gd name="connsiteY7-106" fmla="*/ 1767900 h 2396685"/>
                <a:gd name="connsiteX8-107" fmla="*/ 2279111 w 2722404"/>
                <a:gd name="connsiteY8-108" fmla="*/ 1820096 h 2396685"/>
                <a:gd name="connsiteX9-109" fmla="*/ 1495389 w 2722404"/>
                <a:gd name="connsiteY9-110" fmla="*/ 2396685 h 2396685"/>
                <a:gd name="connsiteX10-111" fmla="*/ 674774 w 2722404"/>
                <a:gd name="connsiteY10-112" fmla="*/ 1576070 h 2396685"/>
                <a:gd name="connsiteX11-113" fmla="*/ 677061 w 2722404"/>
                <a:gd name="connsiteY11-114" fmla="*/ 1530773 h 2396685"/>
                <a:gd name="connsiteX12-115" fmla="*/ 44022 w 2722404"/>
                <a:gd name="connsiteY12-116" fmla="*/ 1618313 h 2396685"/>
                <a:gd name="connsiteX13-117" fmla="*/ 260559 w 2722404"/>
                <a:gd name="connsiteY13-118" fmla="*/ 820615 h 2396685"/>
                <a:gd name="connsiteX14-119" fmla="*/ 1081174 w 2722404"/>
                <a:gd name="connsiteY14-120" fmla="*/ 0 h 2396685"/>
                <a:gd name="connsiteX0-121" fmla="*/ 1081174 w 2722404"/>
                <a:gd name="connsiteY0-122" fmla="*/ 0 h 2396685"/>
                <a:gd name="connsiteX1-123" fmla="*/ 1661437 w 2722404"/>
                <a:gd name="connsiteY1-124" fmla="*/ 240353 h 2396685"/>
                <a:gd name="connsiteX2-125" fmla="*/ 1678771 w 2722404"/>
                <a:gd name="connsiteY2-126" fmla="*/ 261362 h 2396685"/>
                <a:gd name="connsiteX3-127" fmla="*/ 1736407 w 2722404"/>
                <a:gd name="connsiteY3-128" fmla="*/ 246542 h 2396685"/>
                <a:gd name="connsiteX4-129" fmla="*/ 1901789 w 2722404"/>
                <a:gd name="connsiteY4-130" fmla="*/ 229870 h 2396685"/>
                <a:gd name="connsiteX5-131" fmla="*/ 2722404 w 2722404"/>
                <a:gd name="connsiteY5-132" fmla="*/ 1050485 h 2396685"/>
                <a:gd name="connsiteX6-133" fmla="*/ 2360603 w 2722404"/>
                <a:gd name="connsiteY6-134" fmla="*/ 1730952 h 2396685"/>
                <a:gd name="connsiteX7-135" fmla="*/ 2292532 w 2722404"/>
                <a:gd name="connsiteY7-136" fmla="*/ 1767900 h 2396685"/>
                <a:gd name="connsiteX8-137" fmla="*/ 2279111 w 2722404"/>
                <a:gd name="connsiteY8-138" fmla="*/ 1820096 h 2396685"/>
                <a:gd name="connsiteX9-139" fmla="*/ 1495389 w 2722404"/>
                <a:gd name="connsiteY9-140" fmla="*/ 2396685 h 2396685"/>
                <a:gd name="connsiteX10-141" fmla="*/ 674774 w 2722404"/>
                <a:gd name="connsiteY10-142" fmla="*/ 1576070 h 2396685"/>
                <a:gd name="connsiteX11-143" fmla="*/ 309738 w 2722404"/>
                <a:gd name="connsiteY11-144" fmla="*/ 2054404 h 2396685"/>
                <a:gd name="connsiteX12-145" fmla="*/ 44022 w 2722404"/>
                <a:gd name="connsiteY12-146" fmla="*/ 1618313 h 2396685"/>
                <a:gd name="connsiteX13-147" fmla="*/ 260559 w 2722404"/>
                <a:gd name="connsiteY13-148" fmla="*/ 820615 h 2396685"/>
                <a:gd name="connsiteX14-149" fmla="*/ 1081174 w 2722404"/>
                <a:gd name="connsiteY14-150" fmla="*/ 0 h 2396685"/>
                <a:gd name="connsiteX0-151" fmla="*/ 1081174 w 2722404"/>
                <a:gd name="connsiteY0-152" fmla="*/ 0 h 2535067"/>
                <a:gd name="connsiteX1-153" fmla="*/ 1661437 w 2722404"/>
                <a:gd name="connsiteY1-154" fmla="*/ 240353 h 2535067"/>
                <a:gd name="connsiteX2-155" fmla="*/ 1678771 w 2722404"/>
                <a:gd name="connsiteY2-156" fmla="*/ 261362 h 2535067"/>
                <a:gd name="connsiteX3-157" fmla="*/ 1736407 w 2722404"/>
                <a:gd name="connsiteY3-158" fmla="*/ 246542 h 2535067"/>
                <a:gd name="connsiteX4-159" fmla="*/ 1901789 w 2722404"/>
                <a:gd name="connsiteY4-160" fmla="*/ 229870 h 2535067"/>
                <a:gd name="connsiteX5-161" fmla="*/ 2722404 w 2722404"/>
                <a:gd name="connsiteY5-162" fmla="*/ 1050485 h 2535067"/>
                <a:gd name="connsiteX6-163" fmla="*/ 2360603 w 2722404"/>
                <a:gd name="connsiteY6-164" fmla="*/ 1730952 h 2535067"/>
                <a:gd name="connsiteX7-165" fmla="*/ 2292532 w 2722404"/>
                <a:gd name="connsiteY7-166" fmla="*/ 1767900 h 2535067"/>
                <a:gd name="connsiteX8-167" fmla="*/ 2279111 w 2722404"/>
                <a:gd name="connsiteY8-168" fmla="*/ 1820096 h 2535067"/>
                <a:gd name="connsiteX9-169" fmla="*/ 1495389 w 2722404"/>
                <a:gd name="connsiteY9-170" fmla="*/ 2396685 h 2535067"/>
                <a:gd name="connsiteX10-171" fmla="*/ 1010836 w 2722404"/>
                <a:gd name="connsiteY10-172" fmla="*/ 2271639 h 2535067"/>
                <a:gd name="connsiteX11-173" fmla="*/ 309738 w 2722404"/>
                <a:gd name="connsiteY11-174" fmla="*/ 2054404 h 2535067"/>
                <a:gd name="connsiteX12-175" fmla="*/ 44022 w 2722404"/>
                <a:gd name="connsiteY12-176" fmla="*/ 1618313 h 2535067"/>
                <a:gd name="connsiteX13-177" fmla="*/ 260559 w 2722404"/>
                <a:gd name="connsiteY13-178" fmla="*/ 820615 h 2535067"/>
                <a:gd name="connsiteX14-179" fmla="*/ 1081174 w 2722404"/>
                <a:gd name="connsiteY14-180" fmla="*/ 0 h 2535067"/>
                <a:gd name="connsiteX0-181" fmla="*/ 1081174 w 2722404"/>
                <a:gd name="connsiteY0-182" fmla="*/ 0 h 2548703"/>
                <a:gd name="connsiteX1-183" fmla="*/ 1661437 w 2722404"/>
                <a:gd name="connsiteY1-184" fmla="*/ 240353 h 2548703"/>
                <a:gd name="connsiteX2-185" fmla="*/ 1678771 w 2722404"/>
                <a:gd name="connsiteY2-186" fmla="*/ 261362 h 2548703"/>
                <a:gd name="connsiteX3-187" fmla="*/ 1736407 w 2722404"/>
                <a:gd name="connsiteY3-188" fmla="*/ 246542 h 2548703"/>
                <a:gd name="connsiteX4-189" fmla="*/ 1901789 w 2722404"/>
                <a:gd name="connsiteY4-190" fmla="*/ 229870 h 2548703"/>
                <a:gd name="connsiteX5-191" fmla="*/ 2722404 w 2722404"/>
                <a:gd name="connsiteY5-192" fmla="*/ 1050485 h 2548703"/>
                <a:gd name="connsiteX6-193" fmla="*/ 2360603 w 2722404"/>
                <a:gd name="connsiteY6-194" fmla="*/ 1730952 h 2548703"/>
                <a:gd name="connsiteX7-195" fmla="*/ 2292532 w 2722404"/>
                <a:gd name="connsiteY7-196" fmla="*/ 1767900 h 2548703"/>
                <a:gd name="connsiteX8-197" fmla="*/ 2279111 w 2722404"/>
                <a:gd name="connsiteY8-198" fmla="*/ 1820096 h 2548703"/>
                <a:gd name="connsiteX9-199" fmla="*/ 1979943 w 2722404"/>
                <a:gd name="connsiteY9-200" fmla="*/ 2427946 h 2548703"/>
                <a:gd name="connsiteX10-201" fmla="*/ 1010836 w 2722404"/>
                <a:gd name="connsiteY10-202" fmla="*/ 2271639 h 2548703"/>
                <a:gd name="connsiteX11-203" fmla="*/ 309738 w 2722404"/>
                <a:gd name="connsiteY11-204" fmla="*/ 2054404 h 2548703"/>
                <a:gd name="connsiteX12-205" fmla="*/ 44022 w 2722404"/>
                <a:gd name="connsiteY12-206" fmla="*/ 1618313 h 2548703"/>
                <a:gd name="connsiteX13-207" fmla="*/ 260559 w 2722404"/>
                <a:gd name="connsiteY13-208" fmla="*/ 820615 h 2548703"/>
                <a:gd name="connsiteX14-209" fmla="*/ 1081174 w 2722404"/>
                <a:gd name="connsiteY14-210" fmla="*/ 0 h 2548703"/>
                <a:gd name="connsiteX0-211" fmla="*/ 1081174 w 2722404"/>
                <a:gd name="connsiteY0-212" fmla="*/ 0 h 2548703"/>
                <a:gd name="connsiteX1-213" fmla="*/ 1661437 w 2722404"/>
                <a:gd name="connsiteY1-214" fmla="*/ 240353 h 2548703"/>
                <a:gd name="connsiteX2-215" fmla="*/ 1678771 w 2722404"/>
                <a:gd name="connsiteY2-216" fmla="*/ 261362 h 2548703"/>
                <a:gd name="connsiteX3-217" fmla="*/ 1736407 w 2722404"/>
                <a:gd name="connsiteY3-218" fmla="*/ 246542 h 2548703"/>
                <a:gd name="connsiteX4-219" fmla="*/ 1901789 w 2722404"/>
                <a:gd name="connsiteY4-220" fmla="*/ 229870 h 2548703"/>
                <a:gd name="connsiteX5-221" fmla="*/ 2722404 w 2722404"/>
                <a:gd name="connsiteY5-222" fmla="*/ 1050485 h 2548703"/>
                <a:gd name="connsiteX6-223" fmla="*/ 2360603 w 2722404"/>
                <a:gd name="connsiteY6-224" fmla="*/ 1730952 h 2548703"/>
                <a:gd name="connsiteX7-225" fmla="*/ 2292532 w 2722404"/>
                <a:gd name="connsiteY7-226" fmla="*/ 1767900 h 2548703"/>
                <a:gd name="connsiteX8-227" fmla="*/ 2279111 w 2722404"/>
                <a:gd name="connsiteY8-228" fmla="*/ 1820096 h 2548703"/>
                <a:gd name="connsiteX9-229" fmla="*/ 1979943 w 2722404"/>
                <a:gd name="connsiteY9-230" fmla="*/ 2427946 h 2548703"/>
                <a:gd name="connsiteX10-231" fmla="*/ 1010836 w 2722404"/>
                <a:gd name="connsiteY10-232" fmla="*/ 2271639 h 2548703"/>
                <a:gd name="connsiteX11-233" fmla="*/ 411338 w 2722404"/>
                <a:gd name="connsiteY11-234" fmla="*/ 2132557 h 2548703"/>
                <a:gd name="connsiteX12-235" fmla="*/ 44022 w 2722404"/>
                <a:gd name="connsiteY12-236" fmla="*/ 1618313 h 2548703"/>
                <a:gd name="connsiteX13-237" fmla="*/ 260559 w 2722404"/>
                <a:gd name="connsiteY13-238" fmla="*/ 820615 h 2548703"/>
                <a:gd name="connsiteX14-239" fmla="*/ 1081174 w 2722404"/>
                <a:gd name="connsiteY14-240" fmla="*/ 0 h 2548703"/>
                <a:gd name="connsiteX0-241" fmla="*/ 1081174 w 2722404"/>
                <a:gd name="connsiteY0-242" fmla="*/ 0 h 2428424"/>
                <a:gd name="connsiteX1-243" fmla="*/ 1661437 w 2722404"/>
                <a:gd name="connsiteY1-244" fmla="*/ 240353 h 2428424"/>
                <a:gd name="connsiteX2-245" fmla="*/ 1678771 w 2722404"/>
                <a:gd name="connsiteY2-246" fmla="*/ 261362 h 2428424"/>
                <a:gd name="connsiteX3-247" fmla="*/ 1736407 w 2722404"/>
                <a:gd name="connsiteY3-248" fmla="*/ 246542 h 2428424"/>
                <a:gd name="connsiteX4-249" fmla="*/ 1901789 w 2722404"/>
                <a:gd name="connsiteY4-250" fmla="*/ 229870 h 2428424"/>
                <a:gd name="connsiteX5-251" fmla="*/ 2722404 w 2722404"/>
                <a:gd name="connsiteY5-252" fmla="*/ 1050485 h 2428424"/>
                <a:gd name="connsiteX6-253" fmla="*/ 2360603 w 2722404"/>
                <a:gd name="connsiteY6-254" fmla="*/ 1730952 h 2428424"/>
                <a:gd name="connsiteX7-255" fmla="*/ 2292532 w 2722404"/>
                <a:gd name="connsiteY7-256" fmla="*/ 1767900 h 2428424"/>
                <a:gd name="connsiteX8-257" fmla="*/ 2279111 w 2722404"/>
                <a:gd name="connsiteY8-258" fmla="*/ 1820096 h 2428424"/>
                <a:gd name="connsiteX9-259" fmla="*/ 1979943 w 2722404"/>
                <a:gd name="connsiteY9-260" fmla="*/ 2427946 h 2428424"/>
                <a:gd name="connsiteX10-261" fmla="*/ 1339082 w 2722404"/>
                <a:gd name="connsiteY10-262" fmla="*/ 1873054 h 2428424"/>
                <a:gd name="connsiteX11-263" fmla="*/ 411338 w 2722404"/>
                <a:gd name="connsiteY11-264" fmla="*/ 2132557 h 2428424"/>
                <a:gd name="connsiteX12-265" fmla="*/ 44022 w 2722404"/>
                <a:gd name="connsiteY12-266" fmla="*/ 1618313 h 2428424"/>
                <a:gd name="connsiteX13-267" fmla="*/ 260559 w 2722404"/>
                <a:gd name="connsiteY13-268" fmla="*/ 820615 h 2428424"/>
                <a:gd name="connsiteX14-269" fmla="*/ 1081174 w 2722404"/>
                <a:gd name="connsiteY14-270" fmla="*/ 0 h 2428424"/>
                <a:gd name="connsiteX0-271" fmla="*/ 1081174 w 2722404"/>
                <a:gd name="connsiteY0-272" fmla="*/ 0 h 2428424"/>
                <a:gd name="connsiteX1-273" fmla="*/ 1661437 w 2722404"/>
                <a:gd name="connsiteY1-274" fmla="*/ 240353 h 2428424"/>
                <a:gd name="connsiteX2-275" fmla="*/ 1678771 w 2722404"/>
                <a:gd name="connsiteY2-276" fmla="*/ 261362 h 2428424"/>
                <a:gd name="connsiteX3-277" fmla="*/ 1736407 w 2722404"/>
                <a:gd name="connsiteY3-278" fmla="*/ 246542 h 2428424"/>
                <a:gd name="connsiteX4-279" fmla="*/ 1901789 w 2722404"/>
                <a:gd name="connsiteY4-280" fmla="*/ 229870 h 2428424"/>
                <a:gd name="connsiteX5-281" fmla="*/ 2722404 w 2722404"/>
                <a:gd name="connsiteY5-282" fmla="*/ 1050485 h 2428424"/>
                <a:gd name="connsiteX6-283" fmla="*/ 2360603 w 2722404"/>
                <a:gd name="connsiteY6-284" fmla="*/ 1730952 h 2428424"/>
                <a:gd name="connsiteX7-285" fmla="*/ 2292532 w 2722404"/>
                <a:gd name="connsiteY7-286" fmla="*/ 1767900 h 2428424"/>
                <a:gd name="connsiteX8-287" fmla="*/ 2279111 w 2722404"/>
                <a:gd name="connsiteY8-288" fmla="*/ 1820096 h 2428424"/>
                <a:gd name="connsiteX9-289" fmla="*/ 1979943 w 2722404"/>
                <a:gd name="connsiteY9-290" fmla="*/ 2427946 h 2428424"/>
                <a:gd name="connsiteX10-291" fmla="*/ 1339082 w 2722404"/>
                <a:gd name="connsiteY10-292" fmla="*/ 1873054 h 2428424"/>
                <a:gd name="connsiteX11-293" fmla="*/ 411338 w 2722404"/>
                <a:gd name="connsiteY11-294" fmla="*/ 2132557 h 2428424"/>
                <a:gd name="connsiteX12-295" fmla="*/ 44022 w 2722404"/>
                <a:gd name="connsiteY12-296" fmla="*/ 1618313 h 2428424"/>
                <a:gd name="connsiteX13-297" fmla="*/ 260559 w 2722404"/>
                <a:gd name="connsiteY13-298" fmla="*/ 820615 h 2428424"/>
                <a:gd name="connsiteX14-299" fmla="*/ 1081174 w 2722404"/>
                <a:gd name="connsiteY14-300" fmla="*/ 0 h 2428424"/>
                <a:gd name="connsiteX0-301" fmla="*/ 1055376 w 2696606"/>
                <a:gd name="connsiteY0-302" fmla="*/ 0 h 2428424"/>
                <a:gd name="connsiteX1-303" fmla="*/ 1635639 w 2696606"/>
                <a:gd name="connsiteY1-304" fmla="*/ 240353 h 2428424"/>
                <a:gd name="connsiteX2-305" fmla="*/ 1652973 w 2696606"/>
                <a:gd name="connsiteY2-306" fmla="*/ 261362 h 2428424"/>
                <a:gd name="connsiteX3-307" fmla="*/ 1710609 w 2696606"/>
                <a:gd name="connsiteY3-308" fmla="*/ 246542 h 2428424"/>
                <a:gd name="connsiteX4-309" fmla="*/ 1875991 w 2696606"/>
                <a:gd name="connsiteY4-310" fmla="*/ 229870 h 2428424"/>
                <a:gd name="connsiteX5-311" fmla="*/ 2696606 w 2696606"/>
                <a:gd name="connsiteY5-312" fmla="*/ 1050485 h 2428424"/>
                <a:gd name="connsiteX6-313" fmla="*/ 2334805 w 2696606"/>
                <a:gd name="connsiteY6-314" fmla="*/ 1730952 h 2428424"/>
                <a:gd name="connsiteX7-315" fmla="*/ 2266734 w 2696606"/>
                <a:gd name="connsiteY7-316" fmla="*/ 1767900 h 2428424"/>
                <a:gd name="connsiteX8-317" fmla="*/ 2253313 w 2696606"/>
                <a:gd name="connsiteY8-318" fmla="*/ 1820096 h 2428424"/>
                <a:gd name="connsiteX9-319" fmla="*/ 1954145 w 2696606"/>
                <a:gd name="connsiteY9-320" fmla="*/ 2427946 h 2428424"/>
                <a:gd name="connsiteX10-321" fmla="*/ 1313284 w 2696606"/>
                <a:gd name="connsiteY10-322" fmla="*/ 1873054 h 2428424"/>
                <a:gd name="connsiteX11-323" fmla="*/ 385540 w 2696606"/>
                <a:gd name="connsiteY11-324" fmla="*/ 2132557 h 2428424"/>
                <a:gd name="connsiteX12-325" fmla="*/ 18224 w 2696606"/>
                <a:gd name="connsiteY12-326" fmla="*/ 1618313 h 2428424"/>
                <a:gd name="connsiteX13-327" fmla="*/ 234761 w 2696606"/>
                <a:gd name="connsiteY13-328" fmla="*/ 820615 h 2428424"/>
                <a:gd name="connsiteX14-329" fmla="*/ 1055376 w 2696606"/>
                <a:gd name="connsiteY14-330" fmla="*/ 0 h 2428424"/>
                <a:gd name="connsiteX0-331" fmla="*/ 1055376 w 2696606"/>
                <a:gd name="connsiteY0-332" fmla="*/ 0 h 2428424"/>
                <a:gd name="connsiteX1-333" fmla="*/ 1635639 w 2696606"/>
                <a:gd name="connsiteY1-334" fmla="*/ 240353 h 2428424"/>
                <a:gd name="connsiteX2-335" fmla="*/ 1652973 w 2696606"/>
                <a:gd name="connsiteY2-336" fmla="*/ 261362 h 2428424"/>
                <a:gd name="connsiteX3-337" fmla="*/ 1710609 w 2696606"/>
                <a:gd name="connsiteY3-338" fmla="*/ 246542 h 2428424"/>
                <a:gd name="connsiteX4-339" fmla="*/ 1875991 w 2696606"/>
                <a:gd name="connsiteY4-340" fmla="*/ 229870 h 2428424"/>
                <a:gd name="connsiteX5-341" fmla="*/ 2696606 w 2696606"/>
                <a:gd name="connsiteY5-342" fmla="*/ 1050485 h 2428424"/>
                <a:gd name="connsiteX6-343" fmla="*/ 2334805 w 2696606"/>
                <a:gd name="connsiteY6-344" fmla="*/ 1730952 h 2428424"/>
                <a:gd name="connsiteX7-345" fmla="*/ 2266734 w 2696606"/>
                <a:gd name="connsiteY7-346" fmla="*/ 1767900 h 2428424"/>
                <a:gd name="connsiteX8-347" fmla="*/ 2253313 w 2696606"/>
                <a:gd name="connsiteY8-348" fmla="*/ 1820096 h 2428424"/>
                <a:gd name="connsiteX9-349" fmla="*/ 1954145 w 2696606"/>
                <a:gd name="connsiteY9-350" fmla="*/ 2427946 h 2428424"/>
                <a:gd name="connsiteX10-351" fmla="*/ 1313284 w 2696606"/>
                <a:gd name="connsiteY10-352" fmla="*/ 1873054 h 2428424"/>
                <a:gd name="connsiteX11-353" fmla="*/ 385540 w 2696606"/>
                <a:gd name="connsiteY11-354" fmla="*/ 2132557 h 2428424"/>
                <a:gd name="connsiteX12-355" fmla="*/ 18224 w 2696606"/>
                <a:gd name="connsiteY12-356" fmla="*/ 1618313 h 2428424"/>
                <a:gd name="connsiteX13-357" fmla="*/ 234761 w 2696606"/>
                <a:gd name="connsiteY13-358" fmla="*/ 820615 h 2428424"/>
                <a:gd name="connsiteX14-359" fmla="*/ 1055376 w 2696606"/>
                <a:gd name="connsiteY14-360" fmla="*/ 0 h 2428424"/>
                <a:gd name="connsiteX0-361" fmla="*/ 1055376 w 2696606"/>
                <a:gd name="connsiteY0-362" fmla="*/ 0 h 2428424"/>
                <a:gd name="connsiteX1-363" fmla="*/ 1635639 w 2696606"/>
                <a:gd name="connsiteY1-364" fmla="*/ 240353 h 2428424"/>
                <a:gd name="connsiteX2-365" fmla="*/ 1652973 w 2696606"/>
                <a:gd name="connsiteY2-366" fmla="*/ 261362 h 2428424"/>
                <a:gd name="connsiteX3-367" fmla="*/ 1710609 w 2696606"/>
                <a:gd name="connsiteY3-368" fmla="*/ 246542 h 2428424"/>
                <a:gd name="connsiteX4-369" fmla="*/ 1875991 w 2696606"/>
                <a:gd name="connsiteY4-370" fmla="*/ 229870 h 2428424"/>
                <a:gd name="connsiteX5-371" fmla="*/ 2696606 w 2696606"/>
                <a:gd name="connsiteY5-372" fmla="*/ 1050485 h 2428424"/>
                <a:gd name="connsiteX6-373" fmla="*/ 2334805 w 2696606"/>
                <a:gd name="connsiteY6-374" fmla="*/ 1730952 h 2428424"/>
                <a:gd name="connsiteX7-375" fmla="*/ 2266734 w 2696606"/>
                <a:gd name="connsiteY7-376" fmla="*/ 1767900 h 2428424"/>
                <a:gd name="connsiteX8-377" fmla="*/ 2253313 w 2696606"/>
                <a:gd name="connsiteY8-378" fmla="*/ 1820096 h 2428424"/>
                <a:gd name="connsiteX9-379" fmla="*/ 1954145 w 2696606"/>
                <a:gd name="connsiteY9-380" fmla="*/ 2427946 h 2428424"/>
                <a:gd name="connsiteX10-381" fmla="*/ 1313284 w 2696606"/>
                <a:gd name="connsiteY10-382" fmla="*/ 1873054 h 2428424"/>
                <a:gd name="connsiteX11-383" fmla="*/ 385540 w 2696606"/>
                <a:gd name="connsiteY11-384" fmla="*/ 2132557 h 2428424"/>
                <a:gd name="connsiteX12-385" fmla="*/ 18224 w 2696606"/>
                <a:gd name="connsiteY12-386" fmla="*/ 1618313 h 2428424"/>
                <a:gd name="connsiteX13-387" fmla="*/ 234761 w 2696606"/>
                <a:gd name="connsiteY13-388" fmla="*/ 820615 h 2428424"/>
                <a:gd name="connsiteX14-389" fmla="*/ 1055376 w 2696606"/>
                <a:gd name="connsiteY14-390" fmla="*/ 0 h 2428424"/>
                <a:gd name="connsiteX0-391" fmla="*/ 1055376 w 2696606"/>
                <a:gd name="connsiteY0-392" fmla="*/ 0 h 2428424"/>
                <a:gd name="connsiteX1-393" fmla="*/ 1635639 w 2696606"/>
                <a:gd name="connsiteY1-394" fmla="*/ 240353 h 2428424"/>
                <a:gd name="connsiteX2-395" fmla="*/ 1652973 w 2696606"/>
                <a:gd name="connsiteY2-396" fmla="*/ 261362 h 2428424"/>
                <a:gd name="connsiteX3-397" fmla="*/ 1710609 w 2696606"/>
                <a:gd name="connsiteY3-398" fmla="*/ 246542 h 2428424"/>
                <a:gd name="connsiteX4-399" fmla="*/ 1875991 w 2696606"/>
                <a:gd name="connsiteY4-400" fmla="*/ 229870 h 2428424"/>
                <a:gd name="connsiteX5-401" fmla="*/ 2696606 w 2696606"/>
                <a:gd name="connsiteY5-402" fmla="*/ 1050485 h 2428424"/>
                <a:gd name="connsiteX6-403" fmla="*/ 2334805 w 2696606"/>
                <a:gd name="connsiteY6-404" fmla="*/ 1730952 h 2428424"/>
                <a:gd name="connsiteX7-405" fmla="*/ 2266734 w 2696606"/>
                <a:gd name="connsiteY7-406" fmla="*/ 1767900 h 2428424"/>
                <a:gd name="connsiteX8-407" fmla="*/ 2253313 w 2696606"/>
                <a:gd name="connsiteY8-408" fmla="*/ 1820096 h 2428424"/>
                <a:gd name="connsiteX9-409" fmla="*/ 1954145 w 2696606"/>
                <a:gd name="connsiteY9-410" fmla="*/ 2427946 h 2428424"/>
                <a:gd name="connsiteX10-411" fmla="*/ 1313284 w 2696606"/>
                <a:gd name="connsiteY10-412" fmla="*/ 1873054 h 2428424"/>
                <a:gd name="connsiteX11-413" fmla="*/ 385540 w 2696606"/>
                <a:gd name="connsiteY11-414" fmla="*/ 2132557 h 2428424"/>
                <a:gd name="connsiteX12-415" fmla="*/ 18224 w 2696606"/>
                <a:gd name="connsiteY12-416" fmla="*/ 1618313 h 2428424"/>
                <a:gd name="connsiteX13-417" fmla="*/ 234761 w 2696606"/>
                <a:gd name="connsiteY13-418" fmla="*/ 820615 h 2428424"/>
                <a:gd name="connsiteX14-419" fmla="*/ 1055376 w 2696606"/>
                <a:gd name="connsiteY14-420" fmla="*/ 0 h 2428424"/>
                <a:gd name="connsiteX0-421" fmla="*/ 844361 w 2696606"/>
                <a:gd name="connsiteY0-422" fmla="*/ 0 h 2506578"/>
                <a:gd name="connsiteX1-423" fmla="*/ 1635639 w 2696606"/>
                <a:gd name="connsiteY1-424" fmla="*/ 318507 h 2506578"/>
                <a:gd name="connsiteX2-425" fmla="*/ 1652973 w 2696606"/>
                <a:gd name="connsiteY2-426" fmla="*/ 339516 h 2506578"/>
                <a:gd name="connsiteX3-427" fmla="*/ 1710609 w 2696606"/>
                <a:gd name="connsiteY3-428" fmla="*/ 324696 h 2506578"/>
                <a:gd name="connsiteX4-429" fmla="*/ 1875991 w 2696606"/>
                <a:gd name="connsiteY4-430" fmla="*/ 308024 h 2506578"/>
                <a:gd name="connsiteX5-431" fmla="*/ 2696606 w 2696606"/>
                <a:gd name="connsiteY5-432" fmla="*/ 1128639 h 2506578"/>
                <a:gd name="connsiteX6-433" fmla="*/ 2334805 w 2696606"/>
                <a:gd name="connsiteY6-434" fmla="*/ 1809106 h 2506578"/>
                <a:gd name="connsiteX7-435" fmla="*/ 2266734 w 2696606"/>
                <a:gd name="connsiteY7-436" fmla="*/ 1846054 h 2506578"/>
                <a:gd name="connsiteX8-437" fmla="*/ 2253313 w 2696606"/>
                <a:gd name="connsiteY8-438" fmla="*/ 1898250 h 2506578"/>
                <a:gd name="connsiteX9-439" fmla="*/ 1954145 w 2696606"/>
                <a:gd name="connsiteY9-440" fmla="*/ 2506100 h 2506578"/>
                <a:gd name="connsiteX10-441" fmla="*/ 1313284 w 2696606"/>
                <a:gd name="connsiteY10-442" fmla="*/ 1951208 h 2506578"/>
                <a:gd name="connsiteX11-443" fmla="*/ 385540 w 2696606"/>
                <a:gd name="connsiteY11-444" fmla="*/ 2210711 h 2506578"/>
                <a:gd name="connsiteX12-445" fmla="*/ 18224 w 2696606"/>
                <a:gd name="connsiteY12-446" fmla="*/ 1696467 h 2506578"/>
                <a:gd name="connsiteX13-447" fmla="*/ 234761 w 2696606"/>
                <a:gd name="connsiteY13-448" fmla="*/ 898769 h 2506578"/>
                <a:gd name="connsiteX14-449" fmla="*/ 844361 w 2696606"/>
                <a:gd name="connsiteY14-450" fmla="*/ 0 h 2506578"/>
                <a:gd name="connsiteX0-451" fmla="*/ 844361 w 2696606"/>
                <a:gd name="connsiteY0-452" fmla="*/ 0 h 2506578"/>
                <a:gd name="connsiteX1-453" fmla="*/ 1635639 w 2696606"/>
                <a:gd name="connsiteY1-454" fmla="*/ 318507 h 2506578"/>
                <a:gd name="connsiteX2-455" fmla="*/ 1652973 w 2696606"/>
                <a:gd name="connsiteY2-456" fmla="*/ 339516 h 2506578"/>
                <a:gd name="connsiteX3-457" fmla="*/ 1710609 w 2696606"/>
                <a:gd name="connsiteY3-458" fmla="*/ 324696 h 2506578"/>
                <a:gd name="connsiteX4-459" fmla="*/ 1875991 w 2696606"/>
                <a:gd name="connsiteY4-460" fmla="*/ 308024 h 2506578"/>
                <a:gd name="connsiteX5-461" fmla="*/ 2696606 w 2696606"/>
                <a:gd name="connsiteY5-462" fmla="*/ 1128639 h 2506578"/>
                <a:gd name="connsiteX6-463" fmla="*/ 2334805 w 2696606"/>
                <a:gd name="connsiteY6-464" fmla="*/ 1809106 h 2506578"/>
                <a:gd name="connsiteX7-465" fmla="*/ 2266734 w 2696606"/>
                <a:gd name="connsiteY7-466" fmla="*/ 1846054 h 2506578"/>
                <a:gd name="connsiteX8-467" fmla="*/ 2253313 w 2696606"/>
                <a:gd name="connsiteY8-468" fmla="*/ 1898250 h 2506578"/>
                <a:gd name="connsiteX9-469" fmla="*/ 1954145 w 2696606"/>
                <a:gd name="connsiteY9-470" fmla="*/ 2506100 h 2506578"/>
                <a:gd name="connsiteX10-471" fmla="*/ 1313284 w 2696606"/>
                <a:gd name="connsiteY10-472" fmla="*/ 1951208 h 2506578"/>
                <a:gd name="connsiteX11-473" fmla="*/ 385540 w 2696606"/>
                <a:gd name="connsiteY11-474" fmla="*/ 2210711 h 2506578"/>
                <a:gd name="connsiteX12-475" fmla="*/ 18224 w 2696606"/>
                <a:gd name="connsiteY12-476" fmla="*/ 1696467 h 2506578"/>
                <a:gd name="connsiteX13-477" fmla="*/ 234761 w 2696606"/>
                <a:gd name="connsiteY13-478" fmla="*/ 898769 h 2506578"/>
                <a:gd name="connsiteX14-479" fmla="*/ 844361 w 2696606"/>
                <a:gd name="connsiteY14-480" fmla="*/ 0 h 25065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2696606" h="2506578">
                  <a:moveTo>
                    <a:pt x="844361" y="0"/>
                  </a:moveTo>
                  <a:cubicBezTo>
                    <a:pt x="2196384" y="1391139"/>
                    <a:pt x="1487137" y="170005"/>
                    <a:pt x="1635639" y="318507"/>
                  </a:cubicBezTo>
                  <a:lnTo>
                    <a:pt x="1652973" y="339516"/>
                  </a:lnTo>
                  <a:lnTo>
                    <a:pt x="1710609" y="324696"/>
                  </a:lnTo>
                  <a:cubicBezTo>
                    <a:pt x="1764029" y="313765"/>
                    <a:pt x="1819340" y="308024"/>
                    <a:pt x="1875991" y="308024"/>
                  </a:cubicBezTo>
                  <a:cubicBezTo>
                    <a:pt x="2329204" y="308024"/>
                    <a:pt x="2696606" y="675426"/>
                    <a:pt x="2696606" y="1128639"/>
                  </a:cubicBezTo>
                  <a:cubicBezTo>
                    <a:pt x="2696606" y="1411897"/>
                    <a:pt x="2553090" y="1661635"/>
                    <a:pt x="2334805" y="1809106"/>
                  </a:cubicBezTo>
                  <a:lnTo>
                    <a:pt x="2266734" y="1846054"/>
                  </a:lnTo>
                  <a:lnTo>
                    <a:pt x="2253313" y="1898250"/>
                  </a:lnTo>
                  <a:cubicBezTo>
                    <a:pt x="2149414" y="2232296"/>
                    <a:pt x="2110816" y="2497274"/>
                    <a:pt x="1954145" y="2506100"/>
                  </a:cubicBezTo>
                  <a:cubicBezTo>
                    <a:pt x="1797474" y="2514926"/>
                    <a:pt x="1313284" y="2404421"/>
                    <a:pt x="1313284" y="1951208"/>
                  </a:cubicBezTo>
                  <a:cubicBezTo>
                    <a:pt x="1314046" y="1936109"/>
                    <a:pt x="601383" y="2253168"/>
                    <a:pt x="385540" y="2210711"/>
                  </a:cubicBezTo>
                  <a:cubicBezTo>
                    <a:pt x="169697" y="2168254"/>
                    <a:pt x="-68291" y="1929907"/>
                    <a:pt x="18224" y="1696467"/>
                  </a:cubicBezTo>
                  <a:cubicBezTo>
                    <a:pt x="104739" y="1463027"/>
                    <a:pt x="477038" y="1221104"/>
                    <a:pt x="234761" y="898769"/>
                  </a:cubicBezTo>
                  <a:cubicBezTo>
                    <a:pt x="-109116" y="375217"/>
                    <a:pt x="391148" y="0"/>
                    <a:pt x="844361" y="0"/>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字魂59号-创粗黑" panose="00000500000000000000" pitchFamily="2" charset="-122"/>
              </a:endParaRPr>
            </a:p>
          </p:txBody>
        </p:sp>
        <p:sp>
          <p:nvSpPr>
            <p:cNvPr id="64" name="淘宝-想搞设计PPT(倒卖必究)-64"/>
            <p:cNvSpPr/>
            <p:nvPr/>
          </p:nvSpPr>
          <p:spPr>
            <a:xfrm rot="1151942" flipH="1">
              <a:off x="-1345274" y="-788979"/>
              <a:ext cx="2075163" cy="3313977"/>
            </a:xfrm>
            <a:custGeom>
              <a:avLst/>
              <a:gdLst>
                <a:gd name="connsiteX0" fmla="*/ 820615 w 2461845"/>
                <a:gd name="connsiteY0" fmla="*/ 0 h 2396685"/>
                <a:gd name="connsiteX1" fmla="*/ 1400878 w 2461845"/>
                <a:gd name="connsiteY1" fmla="*/ 240353 h 2396685"/>
                <a:gd name="connsiteX2" fmla="*/ 1418212 w 2461845"/>
                <a:gd name="connsiteY2" fmla="*/ 261362 h 2396685"/>
                <a:gd name="connsiteX3" fmla="*/ 1475848 w 2461845"/>
                <a:gd name="connsiteY3" fmla="*/ 246542 h 2396685"/>
                <a:gd name="connsiteX4" fmla="*/ 1641230 w 2461845"/>
                <a:gd name="connsiteY4" fmla="*/ 229870 h 2396685"/>
                <a:gd name="connsiteX5" fmla="*/ 2461845 w 2461845"/>
                <a:gd name="connsiteY5" fmla="*/ 1050485 h 2396685"/>
                <a:gd name="connsiteX6" fmla="*/ 2100044 w 2461845"/>
                <a:gd name="connsiteY6" fmla="*/ 1730952 h 2396685"/>
                <a:gd name="connsiteX7" fmla="*/ 2031973 w 2461845"/>
                <a:gd name="connsiteY7" fmla="*/ 1767900 h 2396685"/>
                <a:gd name="connsiteX8" fmla="*/ 2018552 w 2461845"/>
                <a:gd name="connsiteY8" fmla="*/ 1820096 h 2396685"/>
                <a:gd name="connsiteX9" fmla="*/ 1234830 w 2461845"/>
                <a:gd name="connsiteY9" fmla="*/ 2396685 h 2396685"/>
                <a:gd name="connsiteX10" fmla="*/ 414215 w 2461845"/>
                <a:gd name="connsiteY10" fmla="*/ 1576070 h 2396685"/>
                <a:gd name="connsiteX11" fmla="*/ 416502 w 2461845"/>
                <a:gd name="connsiteY11" fmla="*/ 1530773 h 2396685"/>
                <a:gd name="connsiteX12" fmla="*/ 361802 w 2461845"/>
                <a:gd name="connsiteY12" fmla="*/ 1501082 h 2396685"/>
                <a:gd name="connsiteX13" fmla="*/ 0 w 2461845"/>
                <a:gd name="connsiteY13" fmla="*/ 820615 h 2396685"/>
                <a:gd name="connsiteX14" fmla="*/ 820615 w 2461845"/>
                <a:gd name="connsiteY14" fmla="*/ 0 h 2396685"/>
                <a:gd name="connsiteX0-1" fmla="*/ 820615 w 2461845"/>
                <a:gd name="connsiteY0-2" fmla="*/ 0 h 2396685"/>
                <a:gd name="connsiteX1-3" fmla="*/ 1400878 w 2461845"/>
                <a:gd name="connsiteY1-4" fmla="*/ 240353 h 2396685"/>
                <a:gd name="connsiteX2-5" fmla="*/ 1418212 w 2461845"/>
                <a:gd name="connsiteY2-6" fmla="*/ 261362 h 2396685"/>
                <a:gd name="connsiteX3-7" fmla="*/ 1475848 w 2461845"/>
                <a:gd name="connsiteY3-8" fmla="*/ 246542 h 2396685"/>
                <a:gd name="connsiteX4-9" fmla="*/ 1641230 w 2461845"/>
                <a:gd name="connsiteY4-10" fmla="*/ 229870 h 2396685"/>
                <a:gd name="connsiteX5-11" fmla="*/ 2461845 w 2461845"/>
                <a:gd name="connsiteY5-12" fmla="*/ 1050485 h 2396685"/>
                <a:gd name="connsiteX6-13" fmla="*/ 2100044 w 2461845"/>
                <a:gd name="connsiteY6-14" fmla="*/ 1730952 h 2396685"/>
                <a:gd name="connsiteX7-15" fmla="*/ 2031973 w 2461845"/>
                <a:gd name="connsiteY7-16" fmla="*/ 1767900 h 2396685"/>
                <a:gd name="connsiteX8-17" fmla="*/ 2018552 w 2461845"/>
                <a:gd name="connsiteY8-18" fmla="*/ 1820096 h 2396685"/>
                <a:gd name="connsiteX9-19" fmla="*/ 1234830 w 2461845"/>
                <a:gd name="connsiteY9-20" fmla="*/ 2396685 h 2396685"/>
                <a:gd name="connsiteX10-21" fmla="*/ 414215 w 2461845"/>
                <a:gd name="connsiteY10-22" fmla="*/ 1576070 h 2396685"/>
                <a:gd name="connsiteX11-23" fmla="*/ 416502 w 2461845"/>
                <a:gd name="connsiteY11-24" fmla="*/ 1530773 h 2396685"/>
                <a:gd name="connsiteX12-25" fmla="*/ 361802 w 2461845"/>
                <a:gd name="connsiteY12-26" fmla="*/ 1501082 h 2396685"/>
                <a:gd name="connsiteX13-27" fmla="*/ 0 w 2461845"/>
                <a:gd name="connsiteY13-28" fmla="*/ 820615 h 2396685"/>
                <a:gd name="connsiteX14-29" fmla="*/ 820615 w 2461845"/>
                <a:gd name="connsiteY14-30" fmla="*/ 0 h 2396685"/>
                <a:gd name="connsiteX0-31" fmla="*/ 911445 w 2552675"/>
                <a:gd name="connsiteY0-32" fmla="*/ 0 h 2396685"/>
                <a:gd name="connsiteX1-33" fmla="*/ 1491708 w 2552675"/>
                <a:gd name="connsiteY1-34" fmla="*/ 240353 h 2396685"/>
                <a:gd name="connsiteX2-35" fmla="*/ 1509042 w 2552675"/>
                <a:gd name="connsiteY2-36" fmla="*/ 261362 h 2396685"/>
                <a:gd name="connsiteX3-37" fmla="*/ 1566678 w 2552675"/>
                <a:gd name="connsiteY3-38" fmla="*/ 246542 h 2396685"/>
                <a:gd name="connsiteX4-39" fmla="*/ 1732060 w 2552675"/>
                <a:gd name="connsiteY4-40" fmla="*/ 229870 h 2396685"/>
                <a:gd name="connsiteX5-41" fmla="*/ 2552675 w 2552675"/>
                <a:gd name="connsiteY5-42" fmla="*/ 1050485 h 2396685"/>
                <a:gd name="connsiteX6-43" fmla="*/ 2190874 w 2552675"/>
                <a:gd name="connsiteY6-44" fmla="*/ 1730952 h 2396685"/>
                <a:gd name="connsiteX7-45" fmla="*/ 2122803 w 2552675"/>
                <a:gd name="connsiteY7-46" fmla="*/ 1767900 h 2396685"/>
                <a:gd name="connsiteX8-47" fmla="*/ 2109382 w 2552675"/>
                <a:gd name="connsiteY8-48" fmla="*/ 1820096 h 2396685"/>
                <a:gd name="connsiteX9-49" fmla="*/ 1325660 w 2552675"/>
                <a:gd name="connsiteY9-50" fmla="*/ 2396685 h 2396685"/>
                <a:gd name="connsiteX10-51" fmla="*/ 505045 w 2552675"/>
                <a:gd name="connsiteY10-52" fmla="*/ 1576070 h 2396685"/>
                <a:gd name="connsiteX11-53" fmla="*/ 507332 w 2552675"/>
                <a:gd name="connsiteY11-54" fmla="*/ 1530773 h 2396685"/>
                <a:gd name="connsiteX12-55" fmla="*/ 452632 w 2552675"/>
                <a:gd name="connsiteY12-56" fmla="*/ 1501082 h 2396685"/>
                <a:gd name="connsiteX13-57" fmla="*/ 90830 w 2552675"/>
                <a:gd name="connsiteY13-58" fmla="*/ 820615 h 2396685"/>
                <a:gd name="connsiteX14-59" fmla="*/ 911445 w 2552675"/>
                <a:gd name="connsiteY14-60" fmla="*/ 0 h 2396685"/>
                <a:gd name="connsiteX0-61" fmla="*/ 911445 w 2552675"/>
                <a:gd name="connsiteY0-62" fmla="*/ 0 h 2396685"/>
                <a:gd name="connsiteX1-63" fmla="*/ 1491708 w 2552675"/>
                <a:gd name="connsiteY1-64" fmla="*/ 240353 h 2396685"/>
                <a:gd name="connsiteX2-65" fmla="*/ 1509042 w 2552675"/>
                <a:gd name="connsiteY2-66" fmla="*/ 261362 h 2396685"/>
                <a:gd name="connsiteX3-67" fmla="*/ 1566678 w 2552675"/>
                <a:gd name="connsiteY3-68" fmla="*/ 246542 h 2396685"/>
                <a:gd name="connsiteX4-69" fmla="*/ 1732060 w 2552675"/>
                <a:gd name="connsiteY4-70" fmla="*/ 229870 h 2396685"/>
                <a:gd name="connsiteX5-71" fmla="*/ 2552675 w 2552675"/>
                <a:gd name="connsiteY5-72" fmla="*/ 1050485 h 2396685"/>
                <a:gd name="connsiteX6-73" fmla="*/ 2190874 w 2552675"/>
                <a:gd name="connsiteY6-74" fmla="*/ 1730952 h 2396685"/>
                <a:gd name="connsiteX7-75" fmla="*/ 2122803 w 2552675"/>
                <a:gd name="connsiteY7-76" fmla="*/ 1767900 h 2396685"/>
                <a:gd name="connsiteX8-77" fmla="*/ 2109382 w 2552675"/>
                <a:gd name="connsiteY8-78" fmla="*/ 1820096 h 2396685"/>
                <a:gd name="connsiteX9-79" fmla="*/ 1325660 w 2552675"/>
                <a:gd name="connsiteY9-80" fmla="*/ 2396685 h 2396685"/>
                <a:gd name="connsiteX10-81" fmla="*/ 505045 w 2552675"/>
                <a:gd name="connsiteY10-82" fmla="*/ 1576070 h 2396685"/>
                <a:gd name="connsiteX11-83" fmla="*/ 507332 w 2552675"/>
                <a:gd name="connsiteY11-84" fmla="*/ 1530773 h 2396685"/>
                <a:gd name="connsiteX12-85" fmla="*/ 452632 w 2552675"/>
                <a:gd name="connsiteY12-86" fmla="*/ 1501082 h 2396685"/>
                <a:gd name="connsiteX13-87" fmla="*/ 90830 w 2552675"/>
                <a:gd name="connsiteY13-88" fmla="*/ 820615 h 2396685"/>
                <a:gd name="connsiteX14-89" fmla="*/ 911445 w 2552675"/>
                <a:gd name="connsiteY14-90" fmla="*/ 0 h 2396685"/>
                <a:gd name="connsiteX0-91" fmla="*/ 1081174 w 2722404"/>
                <a:gd name="connsiteY0-92" fmla="*/ 0 h 2396685"/>
                <a:gd name="connsiteX1-93" fmla="*/ 1661437 w 2722404"/>
                <a:gd name="connsiteY1-94" fmla="*/ 240353 h 2396685"/>
                <a:gd name="connsiteX2-95" fmla="*/ 1678771 w 2722404"/>
                <a:gd name="connsiteY2-96" fmla="*/ 261362 h 2396685"/>
                <a:gd name="connsiteX3-97" fmla="*/ 1736407 w 2722404"/>
                <a:gd name="connsiteY3-98" fmla="*/ 246542 h 2396685"/>
                <a:gd name="connsiteX4-99" fmla="*/ 1901789 w 2722404"/>
                <a:gd name="connsiteY4-100" fmla="*/ 229870 h 2396685"/>
                <a:gd name="connsiteX5-101" fmla="*/ 2722404 w 2722404"/>
                <a:gd name="connsiteY5-102" fmla="*/ 1050485 h 2396685"/>
                <a:gd name="connsiteX6-103" fmla="*/ 2360603 w 2722404"/>
                <a:gd name="connsiteY6-104" fmla="*/ 1730952 h 2396685"/>
                <a:gd name="connsiteX7-105" fmla="*/ 2292532 w 2722404"/>
                <a:gd name="connsiteY7-106" fmla="*/ 1767900 h 2396685"/>
                <a:gd name="connsiteX8-107" fmla="*/ 2279111 w 2722404"/>
                <a:gd name="connsiteY8-108" fmla="*/ 1820096 h 2396685"/>
                <a:gd name="connsiteX9-109" fmla="*/ 1495389 w 2722404"/>
                <a:gd name="connsiteY9-110" fmla="*/ 2396685 h 2396685"/>
                <a:gd name="connsiteX10-111" fmla="*/ 674774 w 2722404"/>
                <a:gd name="connsiteY10-112" fmla="*/ 1576070 h 2396685"/>
                <a:gd name="connsiteX11-113" fmla="*/ 677061 w 2722404"/>
                <a:gd name="connsiteY11-114" fmla="*/ 1530773 h 2396685"/>
                <a:gd name="connsiteX12-115" fmla="*/ 44022 w 2722404"/>
                <a:gd name="connsiteY12-116" fmla="*/ 1618313 h 2396685"/>
                <a:gd name="connsiteX13-117" fmla="*/ 260559 w 2722404"/>
                <a:gd name="connsiteY13-118" fmla="*/ 820615 h 2396685"/>
                <a:gd name="connsiteX14-119" fmla="*/ 1081174 w 2722404"/>
                <a:gd name="connsiteY14-120" fmla="*/ 0 h 2396685"/>
                <a:gd name="connsiteX0-121" fmla="*/ 1081174 w 2722404"/>
                <a:gd name="connsiteY0-122" fmla="*/ 0 h 2396685"/>
                <a:gd name="connsiteX1-123" fmla="*/ 1661437 w 2722404"/>
                <a:gd name="connsiteY1-124" fmla="*/ 240353 h 2396685"/>
                <a:gd name="connsiteX2-125" fmla="*/ 1678771 w 2722404"/>
                <a:gd name="connsiteY2-126" fmla="*/ 261362 h 2396685"/>
                <a:gd name="connsiteX3-127" fmla="*/ 1736407 w 2722404"/>
                <a:gd name="connsiteY3-128" fmla="*/ 246542 h 2396685"/>
                <a:gd name="connsiteX4-129" fmla="*/ 1901789 w 2722404"/>
                <a:gd name="connsiteY4-130" fmla="*/ 229870 h 2396685"/>
                <a:gd name="connsiteX5-131" fmla="*/ 2722404 w 2722404"/>
                <a:gd name="connsiteY5-132" fmla="*/ 1050485 h 2396685"/>
                <a:gd name="connsiteX6-133" fmla="*/ 2360603 w 2722404"/>
                <a:gd name="connsiteY6-134" fmla="*/ 1730952 h 2396685"/>
                <a:gd name="connsiteX7-135" fmla="*/ 2292532 w 2722404"/>
                <a:gd name="connsiteY7-136" fmla="*/ 1767900 h 2396685"/>
                <a:gd name="connsiteX8-137" fmla="*/ 2279111 w 2722404"/>
                <a:gd name="connsiteY8-138" fmla="*/ 1820096 h 2396685"/>
                <a:gd name="connsiteX9-139" fmla="*/ 1495389 w 2722404"/>
                <a:gd name="connsiteY9-140" fmla="*/ 2396685 h 2396685"/>
                <a:gd name="connsiteX10-141" fmla="*/ 674774 w 2722404"/>
                <a:gd name="connsiteY10-142" fmla="*/ 1576070 h 2396685"/>
                <a:gd name="connsiteX11-143" fmla="*/ 309738 w 2722404"/>
                <a:gd name="connsiteY11-144" fmla="*/ 2054404 h 2396685"/>
                <a:gd name="connsiteX12-145" fmla="*/ 44022 w 2722404"/>
                <a:gd name="connsiteY12-146" fmla="*/ 1618313 h 2396685"/>
                <a:gd name="connsiteX13-147" fmla="*/ 260559 w 2722404"/>
                <a:gd name="connsiteY13-148" fmla="*/ 820615 h 2396685"/>
                <a:gd name="connsiteX14-149" fmla="*/ 1081174 w 2722404"/>
                <a:gd name="connsiteY14-150" fmla="*/ 0 h 2396685"/>
                <a:gd name="connsiteX0-151" fmla="*/ 1081174 w 2722404"/>
                <a:gd name="connsiteY0-152" fmla="*/ 0 h 2535067"/>
                <a:gd name="connsiteX1-153" fmla="*/ 1661437 w 2722404"/>
                <a:gd name="connsiteY1-154" fmla="*/ 240353 h 2535067"/>
                <a:gd name="connsiteX2-155" fmla="*/ 1678771 w 2722404"/>
                <a:gd name="connsiteY2-156" fmla="*/ 261362 h 2535067"/>
                <a:gd name="connsiteX3-157" fmla="*/ 1736407 w 2722404"/>
                <a:gd name="connsiteY3-158" fmla="*/ 246542 h 2535067"/>
                <a:gd name="connsiteX4-159" fmla="*/ 1901789 w 2722404"/>
                <a:gd name="connsiteY4-160" fmla="*/ 229870 h 2535067"/>
                <a:gd name="connsiteX5-161" fmla="*/ 2722404 w 2722404"/>
                <a:gd name="connsiteY5-162" fmla="*/ 1050485 h 2535067"/>
                <a:gd name="connsiteX6-163" fmla="*/ 2360603 w 2722404"/>
                <a:gd name="connsiteY6-164" fmla="*/ 1730952 h 2535067"/>
                <a:gd name="connsiteX7-165" fmla="*/ 2292532 w 2722404"/>
                <a:gd name="connsiteY7-166" fmla="*/ 1767900 h 2535067"/>
                <a:gd name="connsiteX8-167" fmla="*/ 2279111 w 2722404"/>
                <a:gd name="connsiteY8-168" fmla="*/ 1820096 h 2535067"/>
                <a:gd name="connsiteX9-169" fmla="*/ 1495389 w 2722404"/>
                <a:gd name="connsiteY9-170" fmla="*/ 2396685 h 2535067"/>
                <a:gd name="connsiteX10-171" fmla="*/ 1010836 w 2722404"/>
                <a:gd name="connsiteY10-172" fmla="*/ 2271639 h 2535067"/>
                <a:gd name="connsiteX11-173" fmla="*/ 309738 w 2722404"/>
                <a:gd name="connsiteY11-174" fmla="*/ 2054404 h 2535067"/>
                <a:gd name="connsiteX12-175" fmla="*/ 44022 w 2722404"/>
                <a:gd name="connsiteY12-176" fmla="*/ 1618313 h 2535067"/>
                <a:gd name="connsiteX13-177" fmla="*/ 260559 w 2722404"/>
                <a:gd name="connsiteY13-178" fmla="*/ 820615 h 2535067"/>
                <a:gd name="connsiteX14-179" fmla="*/ 1081174 w 2722404"/>
                <a:gd name="connsiteY14-180" fmla="*/ 0 h 2535067"/>
                <a:gd name="connsiteX0-181" fmla="*/ 1081174 w 2722404"/>
                <a:gd name="connsiteY0-182" fmla="*/ 0 h 2548703"/>
                <a:gd name="connsiteX1-183" fmla="*/ 1661437 w 2722404"/>
                <a:gd name="connsiteY1-184" fmla="*/ 240353 h 2548703"/>
                <a:gd name="connsiteX2-185" fmla="*/ 1678771 w 2722404"/>
                <a:gd name="connsiteY2-186" fmla="*/ 261362 h 2548703"/>
                <a:gd name="connsiteX3-187" fmla="*/ 1736407 w 2722404"/>
                <a:gd name="connsiteY3-188" fmla="*/ 246542 h 2548703"/>
                <a:gd name="connsiteX4-189" fmla="*/ 1901789 w 2722404"/>
                <a:gd name="connsiteY4-190" fmla="*/ 229870 h 2548703"/>
                <a:gd name="connsiteX5-191" fmla="*/ 2722404 w 2722404"/>
                <a:gd name="connsiteY5-192" fmla="*/ 1050485 h 2548703"/>
                <a:gd name="connsiteX6-193" fmla="*/ 2360603 w 2722404"/>
                <a:gd name="connsiteY6-194" fmla="*/ 1730952 h 2548703"/>
                <a:gd name="connsiteX7-195" fmla="*/ 2292532 w 2722404"/>
                <a:gd name="connsiteY7-196" fmla="*/ 1767900 h 2548703"/>
                <a:gd name="connsiteX8-197" fmla="*/ 2279111 w 2722404"/>
                <a:gd name="connsiteY8-198" fmla="*/ 1820096 h 2548703"/>
                <a:gd name="connsiteX9-199" fmla="*/ 1979943 w 2722404"/>
                <a:gd name="connsiteY9-200" fmla="*/ 2427946 h 2548703"/>
                <a:gd name="connsiteX10-201" fmla="*/ 1010836 w 2722404"/>
                <a:gd name="connsiteY10-202" fmla="*/ 2271639 h 2548703"/>
                <a:gd name="connsiteX11-203" fmla="*/ 309738 w 2722404"/>
                <a:gd name="connsiteY11-204" fmla="*/ 2054404 h 2548703"/>
                <a:gd name="connsiteX12-205" fmla="*/ 44022 w 2722404"/>
                <a:gd name="connsiteY12-206" fmla="*/ 1618313 h 2548703"/>
                <a:gd name="connsiteX13-207" fmla="*/ 260559 w 2722404"/>
                <a:gd name="connsiteY13-208" fmla="*/ 820615 h 2548703"/>
                <a:gd name="connsiteX14-209" fmla="*/ 1081174 w 2722404"/>
                <a:gd name="connsiteY14-210" fmla="*/ 0 h 2548703"/>
                <a:gd name="connsiteX0-211" fmla="*/ 1081174 w 2722404"/>
                <a:gd name="connsiteY0-212" fmla="*/ 0 h 2548703"/>
                <a:gd name="connsiteX1-213" fmla="*/ 1661437 w 2722404"/>
                <a:gd name="connsiteY1-214" fmla="*/ 240353 h 2548703"/>
                <a:gd name="connsiteX2-215" fmla="*/ 1678771 w 2722404"/>
                <a:gd name="connsiteY2-216" fmla="*/ 261362 h 2548703"/>
                <a:gd name="connsiteX3-217" fmla="*/ 1736407 w 2722404"/>
                <a:gd name="connsiteY3-218" fmla="*/ 246542 h 2548703"/>
                <a:gd name="connsiteX4-219" fmla="*/ 1901789 w 2722404"/>
                <a:gd name="connsiteY4-220" fmla="*/ 229870 h 2548703"/>
                <a:gd name="connsiteX5-221" fmla="*/ 2722404 w 2722404"/>
                <a:gd name="connsiteY5-222" fmla="*/ 1050485 h 2548703"/>
                <a:gd name="connsiteX6-223" fmla="*/ 2360603 w 2722404"/>
                <a:gd name="connsiteY6-224" fmla="*/ 1730952 h 2548703"/>
                <a:gd name="connsiteX7-225" fmla="*/ 2292532 w 2722404"/>
                <a:gd name="connsiteY7-226" fmla="*/ 1767900 h 2548703"/>
                <a:gd name="connsiteX8-227" fmla="*/ 2279111 w 2722404"/>
                <a:gd name="connsiteY8-228" fmla="*/ 1820096 h 2548703"/>
                <a:gd name="connsiteX9-229" fmla="*/ 1979943 w 2722404"/>
                <a:gd name="connsiteY9-230" fmla="*/ 2427946 h 2548703"/>
                <a:gd name="connsiteX10-231" fmla="*/ 1010836 w 2722404"/>
                <a:gd name="connsiteY10-232" fmla="*/ 2271639 h 2548703"/>
                <a:gd name="connsiteX11-233" fmla="*/ 411338 w 2722404"/>
                <a:gd name="connsiteY11-234" fmla="*/ 2132557 h 2548703"/>
                <a:gd name="connsiteX12-235" fmla="*/ 44022 w 2722404"/>
                <a:gd name="connsiteY12-236" fmla="*/ 1618313 h 2548703"/>
                <a:gd name="connsiteX13-237" fmla="*/ 260559 w 2722404"/>
                <a:gd name="connsiteY13-238" fmla="*/ 820615 h 2548703"/>
                <a:gd name="connsiteX14-239" fmla="*/ 1081174 w 2722404"/>
                <a:gd name="connsiteY14-240" fmla="*/ 0 h 2548703"/>
                <a:gd name="connsiteX0-241" fmla="*/ 1081174 w 2722404"/>
                <a:gd name="connsiteY0-242" fmla="*/ 0 h 2428424"/>
                <a:gd name="connsiteX1-243" fmla="*/ 1661437 w 2722404"/>
                <a:gd name="connsiteY1-244" fmla="*/ 240353 h 2428424"/>
                <a:gd name="connsiteX2-245" fmla="*/ 1678771 w 2722404"/>
                <a:gd name="connsiteY2-246" fmla="*/ 261362 h 2428424"/>
                <a:gd name="connsiteX3-247" fmla="*/ 1736407 w 2722404"/>
                <a:gd name="connsiteY3-248" fmla="*/ 246542 h 2428424"/>
                <a:gd name="connsiteX4-249" fmla="*/ 1901789 w 2722404"/>
                <a:gd name="connsiteY4-250" fmla="*/ 229870 h 2428424"/>
                <a:gd name="connsiteX5-251" fmla="*/ 2722404 w 2722404"/>
                <a:gd name="connsiteY5-252" fmla="*/ 1050485 h 2428424"/>
                <a:gd name="connsiteX6-253" fmla="*/ 2360603 w 2722404"/>
                <a:gd name="connsiteY6-254" fmla="*/ 1730952 h 2428424"/>
                <a:gd name="connsiteX7-255" fmla="*/ 2292532 w 2722404"/>
                <a:gd name="connsiteY7-256" fmla="*/ 1767900 h 2428424"/>
                <a:gd name="connsiteX8-257" fmla="*/ 2279111 w 2722404"/>
                <a:gd name="connsiteY8-258" fmla="*/ 1820096 h 2428424"/>
                <a:gd name="connsiteX9-259" fmla="*/ 1979943 w 2722404"/>
                <a:gd name="connsiteY9-260" fmla="*/ 2427946 h 2428424"/>
                <a:gd name="connsiteX10-261" fmla="*/ 1339082 w 2722404"/>
                <a:gd name="connsiteY10-262" fmla="*/ 1873054 h 2428424"/>
                <a:gd name="connsiteX11-263" fmla="*/ 411338 w 2722404"/>
                <a:gd name="connsiteY11-264" fmla="*/ 2132557 h 2428424"/>
                <a:gd name="connsiteX12-265" fmla="*/ 44022 w 2722404"/>
                <a:gd name="connsiteY12-266" fmla="*/ 1618313 h 2428424"/>
                <a:gd name="connsiteX13-267" fmla="*/ 260559 w 2722404"/>
                <a:gd name="connsiteY13-268" fmla="*/ 820615 h 2428424"/>
                <a:gd name="connsiteX14-269" fmla="*/ 1081174 w 2722404"/>
                <a:gd name="connsiteY14-270" fmla="*/ 0 h 2428424"/>
                <a:gd name="connsiteX0-271" fmla="*/ 1081174 w 2722404"/>
                <a:gd name="connsiteY0-272" fmla="*/ 0 h 2428424"/>
                <a:gd name="connsiteX1-273" fmla="*/ 1661437 w 2722404"/>
                <a:gd name="connsiteY1-274" fmla="*/ 240353 h 2428424"/>
                <a:gd name="connsiteX2-275" fmla="*/ 1678771 w 2722404"/>
                <a:gd name="connsiteY2-276" fmla="*/ 261362 h 2428424"/>
                <a:gd name="connsiteX3-277" fmla="*/ 1736407 w 2722404"/>
                <a:gd name="connsiteY3-278" fmla="*/ 246542 h 2428424"/>
                <a:gd name="connsiteX4-279" fmla="*/ 1901789 w 2722404"/>
                <a:gd name="connsiteY4-280" fmla="*/ 229870 h 2428424"/>
                <a:gd name="connsiteX5-281" fmla="*/ 2722404 w 2722404"/>
                <a:gd name="connsiteY5-282" fmla="*/ 1050485 h 2428424"/>
                <a:gd name="connsiteX6-283" fmla="*/ 2360603 w 2722404"/>
                <a:gd name="connsiteY6-284" fmla="*/ 1730952 h 2428424"/>
                <a:gd name="connsiteX7-285" fmla="*/ 2292532 w 2722404"/>
                <a:gd name="connsiteY7-286" fmla="*/ 1767900 h 2428424"/>
                <a:gd name="connsiteX8-287" fmla="*/ 2279111 w 2722404"/>
                <a:gd name="connsiteY8-288" fmla="*/ 1820096 h 2428424"/>
                <a:gd name="connsiteX9-289" fmla="*/ 1979943 w 2722404"/>
                <a:gd name="connsiteY9-290" fmla="*/ 2427946 h 2428424"/>
                <a:gd name="connsiteX10-291" fmla="*/ 1339082 w 2722404"/>
                <a:gd name="connsiteY10-292" fmla="*/ 1873054 h 2428424"/>
                <a:gd name="connsiteX11-293" fmla="*/ 411338 w 2722404"/>
                <a:gd name="connsiteY11-294" fmla="*/ 2132557 h 2428424"/>
                <a:gd name="connsiteX12-295" fmla="*/ 44022 w 2722404"/>
                <a:gd name="connsiteY12-296" fmla="*/ 1618313 h 2428424"/>
                <a:gd name="connsiteX13-297" fmla="*/ 260559 w 2722404"/>
                <a:gd name="connsiteY13-298" fmla="*/ 820615 h 2428424"/>
                <a:gd name="connsiteX14-299" fmla="*/ 1081174 w 2722404"/>
                <a:gd name="connsiteY14-300" fmla="*/ 0 h 2428424"/>
                <a:gd name="connsiteX0-301" fmla="*/ 1055376 w 2696606"/>
                <a:gd name="connsiteY0-302" fmla="*/ 0 h 2428424"/>
                <a:gd name="connsiteX1-303" fmla="*/ 1635639 w 2696606"/>
                <a:gd name="connsiteY1-304" fmla="*/ 240353 h 2428424"/>
                <a:gd name="connsiteX2-305" fmla="*/ 1652973 w 2696606"/>
                <a:gd name="connsiteY2-306" fmla="*/ 261362 h 2428424"/>
                <a:gd name="connsiteX3-307" fmla="*/ 1710609 w 2696606"/>
                <a:gd name="connsiteY3-308" fmla="*/ 246542 h 2428424"/>
                <a:gd name="connsiteX4-309" fmla="*/ 1875991 w 2696606"/>
                <a:gd name="connsiteY4-310" fmla="*/ 229870 h 2428424"/>
                <a:gd name="connsiteX5-311" fmla="*/ 2696606 w 2696606"/>
                <a:gd name="connsiteY5-312" fmla="*/ 1050485 h 2428424"/>
                <a:gd name="connsiteX6-313" fmla="*/ 2334805 w 2696606"/>
                <a:gd name="connsiteY6-314" fmla="*/ 1730952 h 2428424"/>
                <a:gd name="connsiteX7-315" fmla="*/ 2266734 w 2696606"/>
                <a:gd name="connsiteY7-316" fmla="*/ 1767900 h 2428424"/>
                <a:gd name="connsiteX8-317" fmla="*/ 2253313 w 2696606"/>
                <a:gd name="connsiteY8-318" fmla="*/ 1820096 h 2428424"/>
                <a:gd name="connsiteX9-319" fmla="*/ 1954145 w 2696606"/>
                <a:gd name="connsiteY9-320" fmla="*/ 2427946 h 2428424"/>
                <a:gd name="connsiteX10-321" fmla="*/ 1313284 w 2696606"/>
                <a:gd name="connsiteY10-322" fmla="*/ 1873054 h 2428424"/>
                <a:gd name="connsiteX11-323" fmla="*/ 385540 w 2696606"/>
                <a:gd name="connsiteY11-324" fmla="*/ 2132557 h 2428424"/>
                <a:gd name="connsiteX12-325" fmla="*/ 18224 w 2696606"/>
                <a:gd name="connsiteY12-326" fmla="*/ 1618313 h 2428424"/>
                <a:gd name="connsiteX13-327" fmla="*/ 234761 w 2696606"/>
                <a:gd name="connsiteY13-328" fmla="*/ 820615 h 2428424"/>
                <a:gd name="connsiteX14-329" fmla="*/ 1055376 w 2696606"/>
                <a:gd name="connsiteY14-330" fmla="*/ 0 h 2428424"/>
                <a:gd name="connsiteX0-331" fmla="*/ 1055376 w 2696606"/>
                <a:gd name="connsiteY0-332" fmla="*/ 0 h 2428424"/>
                <a:gd name="connsiteX1-333" fmla="*/ 1635639 w 2696606"/>
                <a:gd name="connsiteY1-334" fmla="*/ 240353 h 2428424"/>
                <a:gd name="connsiteX2-335" fmla="*/ 1652973 w 2696606"/>
                <a:gd name="connsiteY2-336" fmla="*/ 261362 h 2428424"/>
                <a:gd name="connsiteX3-337" fmla="*/ 1710609 w 2696606"/>
                <a:gd name="connsiteY3-338" fmla="*/ 246542 h 2428424"/>
                <a:gd name="connsiteX4-339" fmla="*/ 1875991 w 2696606"/>
                <a:gd name="connsiteY4-340" fmla="*/ 229870 h 2428424"/>
                <a:gd name="connsiteX5-341" fmla="*/ 2696606 w 2696606"/>
                <a:gd name="connsiteY5-342" fmla="*/ 1050485 h 2428424"/>
                <a:gd name="connsiteX6-343" fmla="*/ 2334805 w 2696606"/>
                <a:gd name="connsiteY6-344" fmla="*/ 1730952 h 2428424"/>
                <a:gd name="connsiteX7-345" fmla="*/ 2266734 w 2696606"/>
                <a:gd name="connsiteY7-346" fmla="*/ 1767900 h 2428424"/>
                <a:gd name="connsiteX8-347" fmla="*/ 2253313 w 2696606"/>
                <a:gd name="connsiteY8-348" fmla="*/ 1820096 h 2428424"/>
                <a:gd name="connsiteX9-349" fmla="*/ 1954145 w 2696606"/>
                <a:gd name="connsiteY9-350" fmla="*/ 2427946 h 2428424"/>
                <a:gd name="connsiteX10-351" fmla="*/ 1313284 w 2696606"/>
                <a:gd name="connsiteY10-352" fmla="*/ 1873054 h 2428424"/>
                <a:gd name="connsiteX11-353" fmla="*/ 385540 w 2696606"/>
                <a:gd name="connsiteY11-354" fmla="*/ 2132557 h 2428424"/>
                <a:gd name="connsiteX12-355" fmla="*/ 18224 w 2696606"/>
                <a:gd name="connsiteY12-356" fmla="*/ 1618313 h 2428424"/>
                <a:gd name="connsiteX13-357" fmla="*/ 234761 w 2696606"/>
                <a:gd name="connsiteY13-358" fmla="*/ 820615 h 2428424"/>
                <a:gd name="connsiteX14-359" fmla="*/ 1055376 w 2696606"/>
                <a:gd name="connsiteY14-360" fmla="*/ 0 h 2428424"/>
                <a:gd name="connsiteX0-361" fmla="*/ 1055376 w 2696606"/>
                <a:gd name="connsiteY0-362" fmla="*/ 0 h 2428424"/>
                <a:gd name="connsiteX1-363" fmla="*/ 1635639 w 2696606"/>
                <a:gd name="connsiteY1-364" fmla="*/ 240353 h 2428424"/>
                <a:gd name="connsiteX2-365" fmla="*/ 1652973 w 2696606"/>
                <a:gd name="connsiteY2-366" fmla="*/ 261362 h 2428424"/>
                <a:gd name="connsiteX3-367" fmla="*/ 1710609 w 2696606"/>
                <a:gd name="connsiteY3-368" fmla="*/ 246542 h 2428424"/>
                <a:gd name="connsiteX4-369" fmla="*/ 1875991 w 2696606"/>
                <a:gd name="connsiteY4-370" fmla="*/ 229870 h 2428424"/>
                <a:gd name="connsiteX5-371" fmla="*/ 2696606 w 2696606"/>
                <a:gd name="connsiteY5-372" fmla="*/ 1050485 h 2428424"/>
                <a:gd name="connsiteX6-373" fmla="*/ 2334805 w 2696606"/>
                <a:gd name="connsiteY6-374" fmla="*/ 1730952 h 2428424"/>
                <a:gd name="connsiteX7-375" fmla="*/ 2266734 w 2696606"/>
                <a:gd name="connsiteY7-376" fmla="*/ 1767900 h 2428424"/>
                <a:gd name="connsiteX8-377" fmla="*/ 2253313 w 2696606"/>
                <a:gd name="connsiteY8-378" fmla="*/ 1820096 h 2428424"/>
                <a:gd name="connsiteX9-379" fmla="*/ 1954145 w 2696606"/>
                <a:gd name="connsiteY9-380" fmla="*/ 2427946 h 2428424"/>
                <a:gd name="connsiteX10-381" fmla="*/ 1313284 w 2696606"/>
                <a:gd name="connsiteY10-382" fmla="*/ 1873054 h 2428424"/>
                <a:gd name="connsiteX11-383" fmla="*/ 385540 w 2696606"/>
                <a:gd name="connsiteY11-384" fmla="*/ 2132557 h 2428424"/>
                <a:gd name="connsiteX12-385" fmla="*/ 18224 w 2696606"/>
                <a:gd name="connsiteY12-386" fmla="*/ 1618313 h 2428424"/>
                <a:gd name="connsiteX13-387" fmla="*/ 234761 w 2696606"/>
                <a:gd name="connsiteY13-388" fmla="*/ 820615 h 2428424"/>
                <a:gd name="connsiteX14-389" fmla="*/ 1055376 w 2696606"/>
                <a:gd name="connsiteY14-390" fmla="*/ 0 h 2428424"/>
                <a:gd name="connsiteX0-391" fmla="*/ 1055376 w 2696606"/>
                <a:gd name="connsiteY0-392" fmla="*/ 0 h 2428424"/>
                <a:gd name="connsiteX1-393" fmla="*/ 1635639 w 2696606"/>
                <a:gd name="connsiteY1-394" fmla="*/ 240353 h 2428424"/>
                <a:gd name="connsiteX2-395" fmla="*/ 1652973 w 2696606"/>
                <a:gd name="connsiteY2-396" fmla="*/ 261362 h 2428424"/>
                <a:gd name="connsiteX3-397" fmla="*/ 1710609 w 2696606"/>
                <a:gd name="connsiteY3-398" fmla="*/ 246542 h 2428424"/>
                <a:gd name="connsiteX4-399" fmla="*/ 1875991 w 2696606"/>
                <a:gd name="connsiteY4-400" fmla="*/ 229870 h 2428424"/>
                <a:gd name="connsiteX5-401" fmla="*/ 2696606 w 2696606"/>
                <a:gd name="connsiteY5-402" fmla="*/ 1050485 h 2428424"/>
                <a:gd name="connsiteX6-403" fmla="*/ 2334805 w 2696606"/>
                <a:gd name="connsiteY6-404" fmla="*/ 1730952 h 2428424"/>
                <a:gd name="connsiteX7-405" fmla="*/ 2266734 w 2696606"/>
                <a:gd name="connsiteY7-406" fmla="*/ 1767900 h 2428424"/>
                <a:gd name="connsiteX8-407" fmla="*/ 2253313 w 2696606"/>
                <a:gd name="connsiteY8-408" fmla="*/ 1820096 h 2428424"/>
                <a:gd name="connsiteX9-409" fmla="*/ 1954145 w 2696606"/>
                <a:gd name="connsiteY9-410" fmla="*/ 2427946 h 2428424"/>
                <a:gd name="connsiteX10-411" fmla="*/ 1313284 w 2696606"/>
                <a:gd name="connsiteY10-412" fmla="*/ 1873054 h 2428424"/>
                <a:gd name="connsiteX11-413" fmla="*/ 385540 w 2696606"/>
                <a:gd name="connsiteY11-414" fmla="*/ 2132557 h 2428424"/>
                <a:gd name="connsiteX12-415" fmla="*/ 18224 w 2696606"/>
                <a:gd name="connsiteY12-416" fmla="*/ 1618313 h 2428424"/>
                <a:gd name="connsiteX13-417" fmla="*/ 234761 w 2696606"/>
                <a:gd name="connsiteY13-418" fmla="*/ 820615 h 2428424"/>
                <a:gd name="connsiteX14-419" fmla="*/ 1055376 w 2696606"/>
                <a:gd name="connsiteY14-420" fmla="*/ 0 h 2428424"/>
                <a:gd name="connsiteX0-421" fmla="*/ 844361 w 2696606"/>
                <a:gd name="connsiteY0-422" fmla="*/ 0 h 2506578"/>
                <a:gd name="connsiteX1-423" fmla="*/ 1635639 w 2696606"/>
                <a:gd name="connsiteY1-424" fmla="*/ 318507 h 2506578"/>
                <a:gd name="connsiteX2-425" fmla="*/ 1652973 w 2696606"/>
                <a:gd name="connsiteY2-426" fmla="*/ 339516 h 2506578"/>
                <a:gd name="connsiteX3-427" fmla="*/ 1710609 w 2696606"/>
                <a:gd name="connsiteY3-428" fmla="*/ 324696 h 2506578"/>
                <a:gd name="connsiteX4-429" fmla="*/ 1875991 w 2696606"/>
                <a:gd name="connsiteY4-430" fmla="*/ 308024 h 2506578"/>
                <a:gd name="connsiteX5-431" fmla="*/ 2696606 w 2696606"/>
                <a:gd name="connsiteY5-432" fmla="*/ 1128639 h 2506578"/>
                <a:gd name="connsiteX6-433" fmla="*/ 2334805 w 2696606"/>
                <a:gd name="connsiteY6-434" fmla="*/ 1809106 h 2506578"/>
                <a:gd name="connsiteX7-435" fmla="*/ 2266734 w 2696606"/>
                <a:gd name="connsiteY7-436" fmla="*/ 1846054 h 2506578"/>
                <a:gd name="connsiteX8-437" fmla="*/ 2253313 w 2696606"/>
                <a:gd name="connsiteY8-438" fmla="*/ 1898250 h 2506578"/>
                <a:gd name="connsiteX9-439" fmla="*/ 1954145 w 2696606"/>
                <a:gd name="connsiteY9-440" fmla="*/ 2506100 h 2506578"/>
                <a:gd name="connsiteX10-441" fmla="*/ 1313284 w 2696606"/>
                <a:gd name="connsiteY10-442" fmla="*/ 1951208 h 2506578"/>
                <a:gd name="connsiteX11-443" fmla="*/ 385540 w 2696606"/>
                <a:gd name="connsiteY11-444" fmla="*/ 2210711 h 2506578"/>
                <a:gd name="connsiteX12-445" fmla="*/ 18224 w 2696606"/>
                <a:gd name="connsiteY12-446" fmla="*/ 1696467 h 2506578"/>
                <a:gd name="connsiteX13-447" fmla="*/ 234761 w 2696606"/>
                <a:gd name="connsiteY13-448" fmla="*/ 898769 h 2506578"/>
                <a:gd name="connsiteX14-449" fmla="*/ 844361 w 2696606"/>
                <a:gd name="connsiteY14-450" fmla="*/ 0 h 2506578"/>
                <a:gd name="connsiteX0-451" fmla="*/ 844361 w 2696606"/>
                <a:gd name="connsiteY0-452" fmla="*/ 0 h 2506578"/>
                <a:gd name="connsiteX1-453" fmla="*/ 1635639 w 2696606"/>
                <a:gd name="connsiteY1-454" fmla="*/ 318507 h 2506578"/>
                <a:gd name="connsiteX2-455" fmla="*/ 1652973 w 2696606"/>
                <a:gd name="connsiteY2-456" fmla="*/ 339516 h 2506578"/>
                <a:gd name="connsiteX3-457" fmla="*/ 1710609 w 2696606"/>
                <a:gd name="connsiteY3-458" fmla="*/ 324696 h 2506578"/>
                <a:gd name="connsiteX4-459" fmla="*/ 1875991 w 2696606"/>
                <a:gd name="connsiteY4-460" fmla="*/ 308024 h 2506578"/>
                <a:gd name="connsiteX5-461" fmla="*/ 2696606 w 2696606"/>
                <a:gd name="connsiteY5-462" fmla="*/ 1128639 h 2506578"/>
                <a:gd name="connsiteX6-463" fmla="*/ 2334805 w 2696606"/>
                <a:gd name="connsiteY6-464" fmla="*/ 1809106 h 2506578"/>
                <a:gd name="connsiteX7-465" fmla="*/ 2266734 w 2696606"/>
                <a:gd name="connsiteY7-466" fmla="*/ 1846054 h 2506578"/>
                <a:gd name="connsiteX8-467" fmla="*/ 2253313 w 2696606"/>
                <a:gd name="connsiteY8-468" fmla="*/ 1898250 h 2506578"/>
                <a:gd name="connsiteX9-469" fmla="*/ 1954145 w 2696606"/>
                <a:gd name="connsiteY9-470" fmla="*/ 2506100 h 2506578"/>
                <a:gd name="connsiteX10-471" fmla="*/ 1313284 w 2696606"/>
                <a:gd name="connsiteY10-472" fmla="*/ 1951208 h 2506578"/>
                <a:gd name="connsiteX11-473" fmla="*/ 385540 w 2696606"/>
                <a:gd name="connsiteY11-474" fmla="*/ 2210711 h 2506578"/>
                <a:gd name="connsiteX12-475" fmla="*/ 18224 w 2696606"/>
                <a:gd name="connsiteY12-476" fmla="*/ 1696467 h 2506578"/>
                <a:gd name="connsiteX13-477" fmla="*/ 234761 w 2696606"/>
                <a:gd name="connsiteY13-478" fmla="*/ 898769 h 2506578"/>
                <a:gd name="connsiteX14-479" fmla="*/ 844361 w 2696606"/>
                <a:gd name="connsiteY14-480" fmla="*/ 0 h 25065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Lst>
              <a:rect l="l" t="t" r="r" b="b"/>
              <a:pathLst>
                <a:path w="2696606" h="2506578">
                  <a:moveTo>
                    <a:pt x="844361" y="0"/>
                  </a:moveTo>
                  <a:cubicBezTo>
                    <a:pt x="2196384" y="1391139"/>
                    <a:pt x="1487137" y="170005"/>
                    <a:pt x="1635639" y="318507"/>
                  </a:cubicBezTo>
                  <a:lnTo>
                    <a:pt x="1652973" y="339516"/>
                  </a:lnTo>
                  <a:lnTo>
                    <a:pt x="1710609" y="324696"/>
                  </a:lnTo>
                  <a:cubicBezTo>
                    <a:pt x="1764029" y="313765"/>
                    <a:pt x="1819340" y="308024"/>
                    <a:pt x="1875991" y="308024"/>
                  </a:cubicBezTo>
                  <a:cubicBezTo>
                    <a:pt x="2329204" y="308024"/>
                    <a:pt x="2696606" y="675426"/>
                    <a:pt x="2696606" y="1128639"/>
                  </a:cubicBezTo>
                  <a:cubicBezTo>
                    <a:pt x="2696606" y="1411897"/>
                    <a:pt x="2553090" y="1661635"/>
                    <a:pt x="2334805" y="1809106"/>
                  </a:cubicBezTo>
                  <a:lnTo>
                    <a:pt x="2266734" y="1846054"/>
                  </a:lnTo>
                  <a:lnTo>
                    <a:pt x="2253313" y="1898250"/>
                  </a:lnTo>
                  <a:cubicBezTo>
                    <a:pt x="2149414" y="2232296"/>
                    <a:pt x="2110816" y="2497274"/>
                    <a:pt x="1954145" y="2506100"/>
                  </a:cubicBezTo>
                  <a:cubicBezTo>
                    <a:pt x="1797474" y="2514926"/>
                    <a:pt x="1313284" y="2404421"/>
                    <a:pt x="1313284" y="1951208"/>
                  </a:cubicBezTo>
                  <a:cubicBezTo>
                    <a:pt x="1314046" y="1936109"/>
                    <a:pt x="601383" y="2253168"/>
                    <a:pt x="385540" y="2210711"/>
                  </a:cubicBezTo>
                  <a:cubicBezTo>
                    <a:pt x="169697" y="2168254"/>
                    <a:pt x="-68291" y="1929907"/>
                    <a:pt x="18224" y="1696467"/>
                  </a:cubicBezTo>
                  <a:cubicBezTo>
                    <a:pt x="104739" y="1463027"/>
                    <a:pt x="477038" y="1221104"/>
                    <a:pt x="234761" y="898769"/>
                  </a:cubicBezTo>
                  <a:cubicBezTo>
                    <a:pt x="-109116" y="375217"/>
                    <a:pt x="391148" y="0"/>
                    <a:pt x="844361" y="0"/>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字魂59号-创粗黑" panose="00000500000000000000" pitchFamily="2" charset="-122"/>
              </a:endParaRPr>
            </a:p>
          </p:txBody>
        </p:sp>
      </p:grpSp>
      <p:pic>
        <p:nvPicPr>
          <p:cNvPr id="66" name="Picture 65" descr="河南大学.png"/>
          <p:cNvPicPr>
            <a:picLocks noChangeAspect="1"/>
          </p:cNvPicPr>
          <p:nvPr/>
        </p:nvPicPr>
        <p:blipFill>
          <a:blip r:embed="rId17"/>
          <a:stretch>
            <a:fillRect/>
          </a:stretch>
        </p:blipFill>
        <p:spPr>
          <a:xfrm>
            <a:off x="10282827" y="172834"/>
            <a:ext cx="1756624" cy="47907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timing>
    <p:tnLst>
      <p:par>
        <p:cTn id="1" dur="indefinite" restart="never" nodeType="tmRoot"/>
      </p:par>
    </p:tnLst>
    <p:bldLst>
      <p:bldP spid="60" grpId="0" animBg="1"/>
      <p:bldP spid="6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6674578fa81f4d16e80c01e9.jpg"/>
          <p:cNvPicPr>
            <a:picLocks noChangeAspect="1"/>
          </p:cNvPicPr>
          <p:nvPr/>
        </p:nvPicPr>
        <p:blipFill>
          <a:blip r:embed="rId1"/>
          <a:stretch>
            <a:fillRect/>
          </a:stretch>
        </p:blipFill>
        <p:spPr>
          <a:xfrm>
            <a:off x="3695536" y="-12877"/>
            <a:ext cx="10993403" cy="6870876"/>
          </a:xfrm>
          <a:prstGeom prst="rect">
            <a:avLst/>
          </a:prstGeom>
        </p:spPr>
      </p:pic>
      <p:sp>
        <p:nvSpPr>
          <p:cNvPr id="11" name="淘宝-想搞设计PPT(倒卖必究)-11"/>
          <p:cNvSpPr/>
          <p:nvPr/>
        </p:nvSpPr>
        <p:spPr>
          <a:xfrm>
            <a:off x="0" y="0"/>
            <a:ext cx="8186080" cy="6858000"/>
          </a:xfrm>
          <a:custGeom>
            <a:avLst/>
            <a:gdLst>
              <a:gd name="connsiteX0" fmla="*/ 0 w 8186080"/>
              <a:gd name="connsiteY0" fmla="*/ 0 h 6858000"/>
              <a:gd name="connsiteX1" fmla="*/ 8186080 w 8186080"/>
              <a:gd name="connsiteY1" fmla="*/ 0 h 6858000"/>
              <a:gd name="connsiteX2" fmla="*/ 8167328 w 8186080"/>
              <a:gd name="connsiteY2" fmla="*/ 130526 h 6858000"/>
              <a:gd name="connsiteX3" fmla="*/ 6267937 w 8186080"/>
              <a:gd name="connsiteY3" fmla="*/ 1926156 h 6858000"/>
              <a:gd name="connsiteX4" fmla="*/ 6791566 w 8186080"/>
              <a:gd name="connsiteY4" fmla="*/ 4322570 h 6858000"/>
              <a:gd name="connsiteX5" fmla="*/ 4768410 w 8186080"/>
              <a:gd name="connsiteY5" fmla="*/ 6848508 h 6858000"/>
              <a:gd name="connsiteX6" fmla="*/ 4772321 w 8186080"/>
              <a:gd name="connsiteY6" fmla="*/ 6858000 h 6858000"/>
              <a:gd name="connsiteX7" fmla="*/ 0 w 818608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86080" h="6858000">
                <a:moveTo>
                  <a:pt x="0" y="0"/>
                </a:moveTo>
                <a:lnTo>
                  <a:pt x="8186080" y="0"/>
                </a:lnTo>
                <a:lnTo>
                  <a:pt x="8167328" y="130526"/>
                </a:lnTo>
                <a:cubicBezTo>
                  <a:pt x="7899244" y="1733300"/>
                  <a:pt x="6766372" y="1339326"/>
                  <a:pt x="6267937" y="1926156"/>
                </a:cubicBezTo>
                <a:cubicBezTo>
                  <a:pt x="5753424" y="2531916"/>
                  <a:pt x="5753423" y="2928656"/>
                  <a:pt x="6791566" y="4322570"/>
                </a:cubicBezTo>
                <a:cubicBezTo>
                  <a:pt x="7732383" y="5585805"/>
                  <a:pt x="4691474" y="6382698"/>
                  <a:pt x="4768410" y="6848508"/>
                </a:cubicBezTo>
                <a:lnTo>
                  <a:pt x="4772321" y="6858000"/>
                </a:lnTo>
                <a:lnTo>
                  <a:pt x="0" y="6858000"/>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淘宝-想搞设计PPT(倒卖必究)-2"/>
          <p:cNvSpPr txBox="1"/>
          <p:nvPr/>
        </p:nvSpPr>
        <p:spPr>
          <a:xfrm>
            <a:off x="391160" y="3268980"/>
            <a:ext cx="5507355" cy="706755"/>
          </a:xfrm>
          <a:prstGeom prst="rect">
            <a:avLst/>
          </a:prstGeom>
          <a:noFill/>
        </p:spPr>
        <p:txBody>
          <a:bodyPr wrap="square" rtlCol="0">
            <a:spAutoFit/>
            <a:scene3d>
              <a:camera prst="orthographicFront"/>
              <a:lightRig rig="threePt" dir="t"/>
            </a:scene3d>
            <a:sp3d contourW="12700"/>
          </a:bodyPr>
          <a:lstStyle/>
          <a:p>
            <a:pPr lvl="0" algn="dist">
              <a:defRPr/>
            </a:pPr>
            <a:r>
              <a:rPr lang="zh-CN" altLang="en-US" sz="4000" b="1" dirty="0">
                <a:solidFill>
                  <a:schemeClr val="tx1">
                    <a:lumMod val="75000"/>
                    <a:lumOff val="25000"/>
                  </a:schemeClr>
                </a:solidFill>
                <a:ea typeface="字魂59号-创粗黑" panose="00000500000000000000" pitchFamily="2" charset="-122"/>
              </a:rPr>
              <a:t>恳请各位老师批评指正！</a:t>
            </a:r>
            <a:endParaRPr lang="zh-CN" altLang="en-US" sz="4000" b="1" dirty="0">
              <a:solidFill>
                <a:schemeClr val="tx1">
                  <a:lumMod val="75000"/>
                  <a:lumOff val="25000"/>
                </a:schemeClr>
              </a:solidFill>
              <a:ea typeface="字魂59号-创粗黑" panose="00000500000000000000" pitchFamily="2" charset="-122"/>
            </a:endParaRPr>
          </a:p>
        </p:txBody>
      </p:sp>
      <p:sp>
        <p:nvSpPr>
          <p:cNvPr id="18" name="淘宝-想搞设计PPT(倒卖必究)-18"/>
          <p:cNvSpPr/>
          <p:nvPr/>
        </p:nvSpPr>
        <p:spPr>
          <a:xfrm>
            <a:off x="4766972" y="-46890"/>
            <a:ext cx="7307795" cy="7221414"/>
          </a:xfrm>
          <a:custGeom>
            <a:avLst/>
            <a:gdLst>
              <a:gd name="connsiteX0" fmla="*/ 7307795 w 7307795"/>
              <a:gd name="connsiteY0" fmla="*/ 0 h 7221414"/>
              <a:gd name="connsiteX1" fmla="*/ 7307795 w 7307795"/>
              <a:gd name="connsiteY1" fmla="*/ 1543 h 7221414"/>
              <a:gd name="connsiteX2" fmla="*/ 3798687 w 7307795"/>
              <a:gd name="connsiteY2" fmla="*/ 15975 h 7221414"/>
              <a:gd name="connsiteX3" fmla="*/ 1876103 w 7307795"/>
              <a:gd name="connsiteY3" fmla="*/ 1973046 h 7221414"/>
              <a:gd name="connsiteX4" fmla="*/ 2399732 w 7307795"/>
              <a:gd name="connsiteY4" fmla="*/ 4369460 h 7221414"/>
              <a:gd name="connsiteX5" fmla="*/ 508409 w 7307795"/>
              <a:gd name="connsiteY5" fmla="*/ 7029480 h 7221414"/>
              <a:gd name="connsiteX6" fmla="*/ 1867637 w 7307795"/>
              <a:gd name="connsiteY6" fmla="*/ 7218557 h 7221414"/>
              <a:gd name="connsiteX7" fmla="*/ 1999012 w 7307795"/>
              <a:gd name="connsiteY7" fmla="*/ 7220162 h 7221414"/>
              <a:gd name="connsiteX8" fmla="*/ 1928457 w 7307795"/>
              <a:gd name="connsiteY8" fmla="*/ 7220989 h 7221414"/>
              <a:gd name="connsiteX9" fmla="*/ 133271 w 7307795"/>
              <a:gd name="connsiteY9" fmla="*/ 7029480 h 7221414"/>
              <a:gd name="connsiteX10" fmla="*/ 2024594 w 7307795"/>
              <a:gd name="connsiteY10" fmla="*/ 4369460 h 7221414"/>
              <a:gd name="connsiteX11" fmla="*/ 1500965 w 7307795"/>
              <a:gd name="connsiteY11" fmla="*/ 1973046 h 7221414"/>
              <a:gd name="connsiteX12" fmla="*/ 3423549 w 7307795"/>
              <a:gd name="connsiteY12" fmla="*/ 15975 h 7221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07795" h="7221414">
                <a:moveTo>
                  <a:pt x="7307795" y="0"/>
                </a:moveTo>
                <a:lnTo>
                  <a:pt x="7307795" y="1543"/>
                </a:lnTo>
                <a:lnTo>
                  <a:pt x="3798687" y="15975"/>
                </a:lnTo>
                <a:cubicBezTo>
                  <a:pt x="3581158" y="1806628"/>
                  <a:pt x="2390616" y="1367286"/>
                  <a:pt x="1876103" y="1973046"/>
                </a:cubicBezTo>
                <a:cubicBezTo>
                  <a:pt x="1361590" y="2578806"/>
                  <a:pt x="1361589" y="2975546"/>
                  <a:pt x="2399732" y="4369460"/>
                </a:cubicBezTo>
                <a:cubicBezTo>
                  <a:pt x="3437875" y="5763374"/>
                  <a:pt x="-372125" y="6589472"/>
                  <a:pt x="508409" y="7029480"/>
                </a:cubicBezTo>
                <a:cubicBezTo>
                  <a:pt x="756060" y="7153232"/>
                  <a:pt x="1242751" y="7206321"/>
                  <a:pt x="1867637" y="7218557"/>
                </a:cubicBezTo>
                <a:lnTo>
                  <a:pt x="1999012" y="7220162"/>
                </a:lnTo>
                <a:lnTo>
                  <a:pt x="1928457" y="7220989"/>
                </a:lnTo>
                <a:cubicBezTo>
                  <a:pt x="1095724" y="7226426"/>
                  <a:pt x="435955" y="7180733"/>
                  <a:pt x="133271" y="7029480"/>
                </a:cubicBezTo>
                <a:cubicBezTo>
                  <a:pt x="-747263" y="6589472"/>
                  <a:pt x="3062737" y="5763374"/>
                  <a:pt x="2024594" y="4369460"/>
                </a:cubicBezTo>
                <a:cubicBezTo>
                  <a:pt x="986451" y="2975546"/>
                  <a:pt x="986452" y="2578806"/>
                  <a:pt x="1500965" y="1973046"/>
                </a:cubicBezTo>
                <a:cubicBezTo>
                  <a:pt x="2015478" y="1367286"/>
                  <a:pt x="3206020" y="1806628"/>
                  <a:pt x="3423549" y="15975"/>
                </a:cubicBezTo>
                <a:close/>
              </a:path>
            </a:pathLst>
          </a:custGeom>
          <a:gradFill>
            <a:gsLst>
              <a:gs pos="0">
                <a:srgbClr val="024A86"/>
              </a:gs>
              <a:gs pos="100000">
                <a:srgbClr val="0487F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ea typeface="字魂59号-创粗黑" panose="00000500000000000000" pitchFamily="2" charset="-122"/>
            </a:endParaRPr>
          </a:p>
        </p:txBody>
      </p:sp>
      <p:pic>
        <p:nvPicPr>
          <p:cNvPr id="22" name="Picture 21" descr="河南大学.png"/>
          <p:cNvPicPr>
            <a:picLocks noChangeAspect="1"/>
          </p:cNvPicPr>
          <p:nvPr/>
        </p:nvPicPr>
        <p:blipFill>
          <a:blip r:embed="rId2"/>
          <a:stretch>
            <a:fillRect/>
          </a:stretch>
        </p:blipFill>
        <p:spPr>
          <a:xfrm>
            <a:off x="701089" y="1425616"/>
            <a:ext cx="4636331" cy="1264453"/>
          </a:xfrm>
          <a:prstGeom prst="rect">
            <a:avLst/>
          </a:prstGeom>
        </p:spPr>
      </p:pic>
      <p:sp>
        <p:nvSpPr>
          <p:cNvPr id="9" name="淘宝-想搞设计PPT(倒卖必究)-9"/>
          <p:cNvSpPr txBox="1"/>
          <p:nvPr/>
        </p:nvSpPr>
        <p:spPr>
          <a:xfrm>
            <a:off x="91957" y="4902670"/>
            <a:ext cx="1783080" cy="368300"/>
          </a:xfrm>
          <a:prstGeom prst="rect">
            <a:avLst/>
          </a:prstGeom>
          <a:noFill/>
        </p:spPr>
        <p:txBody>
          <a:bodyPr wrap="square" rtlCol="0">
            <a:spAutoFit/>
            <a:scene3d>
              <a:camera prst="orthographicFront"/>
              <a:lightRig rig="threePt" dir="t"/>
            </a:scene3d>
            <a:sp3d contourW="12700"/>
          </a:bodyPr>
          <a:lstStyle/>
          <a:p>
            <a:pPr lvl="0">
              <a:defRPr/>
            </a:pPr>
            <a:r>
              <a:rPr lang="zh-CN" altLang="en-US" dirty="0">
                <a:solidFill>
                  <a:srgbClr val="0663B9"/>
                </a:solidFill>
                <a:ea typeface="字魂59号-创粗黑" panose="00000500000000000000" pitchFamily="2" charset="-122"/>
              </a:rPr>
              <a:t>汇报人：张国利</a:t>
            </a:r>
            <a:endParaRPr lang="zh-CN" altLang="en-US" dirty="0">
              <a:solidFill>
                <a:srgbClr val="0663B9"/>
              </a:solidFill>
              <a:ea typeface="字魂59号-创粗黑" panose="00000500000000000000" pitchFamily="2" charset="-122"/>
            </a:endParaRPr>
          </a:p>
        </p:txBody>
      </p:sp>
      <p:sp>
        <p:nvSpPr>
          <p:cNvPr id="3" name="淘宝-想搞设计PPT(倒卖必究)-9"/>
          <p:cNvSpPr txBox="1"/>
          <p:nvPr/>
        </p:nvSpPr>
        <p:spPr>
          <a:xfrm>
            <a:off x="4943992" y="4902670"/>
            <a:ext cx="2011680" cy="368300"/>
          </a:xfrm>
          <a:prstGeom prst="rect">
            <a:avLst/>
          </a:prstGeom>
          <a:noFill/>
        </p:spPr>
        <p:txBody>
          <a:bodyPr wrap="square" rtlCol="0">
            <a:spAutoFit/>
            <a:scene3d>
              <a:camera prst="orthographicFront"/>
              <a:lightRig rig="threePt" dir="t"/>
            </a:scene3d>
            <a:sp3d contourW="12700"/>
          </a:bodyPr>
          <a:p>
            <a:pPr lvl="0">
              <a:defRPr/>
            </a:pPr>
            <a:r>
              <a:rPr lang="zh-CN" altLang="en-US" dirty="0">
                <a:solidFill>
                  <a:srgbClr val="0663B9"/>
                </a:solidFill>
                <a:ea typeface="字魂59号-创粗黑" panose="00000500000000000000" pitchFamily="2" charset="-122"/>
              </a:rPr>
              <a:t>时间：2026.10.15</a:t>
            </a:r>
            <a:endParaRPr lang="en-US" altLang="zh-CN" dirty="0">
              <a:solidFill>
                <a:srgbClr val="0663B9"/>
              </a:solidFill>
              <a:ea typeface="字魂59号-创粗黑" panose="00000500000000000000" pitchFamily="2" charset="-122"/>
            </a:endParaRPr>
          </a:p>
        </p:txBody>
      </p:sp>
      <p:sp>
        <p:nvSpPr>
          <p:cNvPr id="4" name="淘宝-想搞设计PPT(倒卖必究)-9"/>
          <p:cNvSpPr txBox="1"/>
          <p:nvPr/>
        </p:nvSpPr>
        <p:spPr>
          <a:xfrm>
            <a:off x="2562107" y="4902670"/>
            <a:ext cx="1783080" cy="368300"/>
          </a:xfrm>
          <a:prstGeom prst="rect">
            <a:avLst/>
          </a:prstGeom>
          <a:noFill/>
        </p:spPr>
        <p:txBody>
          <a:bodyPr wrap="square" rtlCol="0">
            <a:spAutoFit/>
            <a:scene3d>
              <a:camera prst="orthographicFront"/>
              <a:lightRig rig="threePt" dir="t"/>
            </a:scene3d>
            <a:sp3d contourW="12700"/>
          </a:bodyPr>
          <a:lstStyle/>
          <a:p>
            <a:pPr lvl="0">
              <a:defRPr/>
            </a:pPr>
            <a:r>
              <a:rPr lang="zh-CN" altLang="en-US" dirty="0">
                <a:solidFill>
                  <a:srgbClr val="0663B9"/>
                </a:solidFill>
                <a:ea typeface="字魂59号-创粗黑" panose="00000500000000000000" pitchFamily="2" charset="-122"/>
              </a:rPr>
              <a:t>指导老师：王伟</a:t>
            </a:r>
            <a:endParaRPr lang="zh-CN" altLang="en-US" dirty="0">
              <a:solidFill>
                <a:srgbClr val="0663B9"/>
              </a:solidFill>
              <a:ea typeface="字魂59号-创粗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timing>
    <p:tnLst>
      <p:par>
        <p:cTn id="1" dur="indefinite" restart="never" nodeType="tmRoot"/>
      </p:par>
    </p:tnLst>
    <p:bldLst>
      <p:bldP spid="2" grpId="0"/>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diagram"/>
  <p:tag name="KSO_WM_TEMPLATE_INDEX" val="20230945"/>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UNIT_TEXT_LAYER_COUNT" val="1"/>
  <p:tag name="KSO_WM_TEMPLATE_CATEGORY" val="diagram"/>
  <p:tag name="KSO_WM_TEMPLATE_INDEX" val="20230945"/>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0.xml><?xml version="1.0" encoding="utf-8"?>
<p:tagLst xmlns:p="http://schemas.openxmlformats.org/presentationml/2006/main">
  <p:tag name="KSO_WM_TEMPLATE_SUBCATEGORY" val="0"/>
  <p:tag name="KSO_WM_TEMPLATE_MASTER_TYPE" val="0"/>
  <p:tag name="KSO_WM_TEMPLATE_COLOR_TYPE" val="0"/>
  <p:tag name="KSO_WM_TAG_VERSION" val="3.0"/>
  <p:tag name="KSO_WM_BEAUTIFY_FLAG" val="#wm#"/>
  <p:tag name="KSO_WM_TEMPLATE_CATEGORY" val="diagram"/>
  <p:tag name="KSO_WM_TEMPLATE_INDEX" val="20230945"/>
  <p:tag name="KSO_WM_SPECIAL_SOURCE" val="bdnull"/>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diagram"/>
  <p:tag name="KSO_WM_TEMPLATE_INDEX" val="20234417"/>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diagram"/>
  <p:tag name="KSO_WM_TEMPLATE_INDEX" val="20234417"/>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0.xml><?xml version="1.0" encoding="utf-8"?>
<p:tagLst xmlns:p="http://schemas.openxmlformats.org/presentationml/2006/main">
  <p:tag name="KSO_WM_TEMPLATE_SUBCATEGORY" val="0"/>
  <p:tag name="KSO_WM_TEMPLATE_MASTER_TYPE" val="0"/>
  <p:tag name="KSO_WM_TEMPLATE_COLOR_TYPE" val="0"/>
  <p:tag name="KSO_WM_TAG_VERSION" val="3.0"/>
  <p:tag name="KSO_WM_BEAUTIFY_FLAG" val="#wm#"/>
  <p:tag name="KSO_WM_TEMPLATE_CATEGORY" val="diagram"/>
  <p:tag name="KSO_WM_TEMPLATE_INDEX" val="20234417"/>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diagram"/>
  <p:tag name="KSO_WM_TEMPLATE_INDEX" val="20232454"/>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diagram"/>
  <p:tag name="KSO_WM_TEMPLATE_INDEX" val="20232454"/>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30.xml><?xml version="1.0" encoding="utf-8"?>
<p:tagLst xmlns:p="http://schemas.openxmlformats.org/presentationml/2006/main">
  <p:tag name="KSO_WM_TEMPLATE_SUBCATEGORY" val="0"/>
  <p:tag name="KSO_WM_TEMPLATE_MASTER_TYPE" val="0"/>
  <p:tag name="KSO_WM_TEMPLATE_COLOR_TYPE" val="0"/>
  <p:tag name="KSO_WM_TAG_VERSION" val="3.0"/>
  <p:tag name="KSO_WM_BEAUTIFY_FLAG" val="#wm#"/>
  <p:tag name="KSO_WM_TEMPLATE_CATEGORY" val="diagram"/>
  <p:tag name="KSO_WM_TEMPLATE_INDEX" val="20232454"/>
  <p:tag name="KSO_WM_SPECIAL_SOURCE" val="bdnull"/>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UNIT_TEXT_LAYER_COUNT" val="1"/>
  <p:tag name="KSO_WM_TEMPLATE_CATEGORY" val="custom"/>
  <p:tag name="KSO_WM_TEMPLATE_INDEX" val="20231729"/>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1729"/>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8.xml><?xml version="1.0" encoding="utf-8"?>
<p:tagLst xmlns:p="http://schemas.openxmlformats.org/presentationml/2006/main">
  <p:tag name="KSO_WM_TEMPLATE_SUBCATEGORY" val="0"/>
  <p:tag name="KSO_WM_TEMPLATE_MASTER_TYPE" val="0"/>
  <p:tag name="KSO_WM_TEMPLATE_COLOR_TYPE" val="0"/>
  <p:tag name="KSO_WM_TAG_VERSION" val="3.0"/>
  <p:tag name="KSO_WM_BEAUTIFY_FLAG" val="#wm#"/>
  <p:tag name="KSO_WM_TEMPLATE_CATEGORY" val="custom"/>
  <p:tag name="KSO_WM_TEMPLATE_INDEX" val="20231729"/>
  <p:tag name="KSO_WM_SPECIAL_SOURCE" val="bdnull"/>
</p:tagLst>
</file>

<file path=ppt/tags/tag49.xml><?xml version="1.0" encoding="utf-8"?>
<p:tagLst xmlns:p="http://schemas.openxmlformats.org/presentationml/2006/main">
  <p:tag name="KSO_WM_DIAGRAM_VIRTUALLY_FRAME" val="{&quot;height&quot;:404.7,&quot;left&quot;:375.4,&quot;top&quot;:109.4,&quot;width&quot;:557.9501574803149}"/>
</p:tagLst>
</file>

<file path=ppt/tags/tag50.xml><?xml version="1.0" encoding="utf-8"?>
<p:tagLst xmlns:p="http://schemas.openxmlformats.org/presentationml/2006/main">
  <p:tag name="KSO_WM_DIAGRAM_VIRTUALLY_FRAME" val="{&quot;height&quot;:404.7,&quot;left&quot;:375.4,&quot;top&quot;:109.4,&quot;width&quot;:557.9501574803149}"/>
</p:tagLst>
</file>

<file path=ppt/tags/tag51.xml><?xml version="1.0" encoding="utf-8"?>
<p:tagLst xmlns:p="http://schemas.openxmlformats.org/presentationml/2006/main">
  <p:tag name="KSO_WM_DIAGRAM_VIRTUALLY_FRAME" val="{&quot;height&quot;:404.7,&quot;left&quot;:375.4,&quot;top&quot;:109.4,&quot;width&quot;:557.9501574803149}"/>
</p:tagLst>
</file>

<file path=ppt/tags/tag52.xml><?xml version="1.0" encoding="utf-8"?>
<p:tagLst xmlns:p="http://schemas.openxmlformats.org/presentationml/2006/main">
  <p:tag name="KSO_WM_DIAGRAM_VIRTUALLY_FRAME" val="{&quot;height&quot;:404.7,&quot;left&quot;:375.4,&quot;top&quot;:109.4,&quot;width&quot;:557.9501574803149}"/>
</p:tagLst>
</file>

<file path=ppt/tags/tag53.xml><?xml version="1.0" encoding="utf-8"?>
<p:tagLst xmlns:p="http://schemas.openxmlformats.org/presentationml/2006/main">
  <p:tag name="KSO_WM_DIAGRAM_VIRTUALLY_FRAME" val="{&quot;height&quot;:404.7,&quot;left&quot;:375.4,&quot;top&quot;:109.4,&quot;width&quot;:557.9501574803149}"/>
</p:tagLst>
</file>

<file path=ppt/tags/tag54.xml><?xml version="1.0" encoding="utf-8"?>
<p:tagLst xmlns:p="http://schemas.openxmlformats.org/presentationml/2006/main">
  <p:tag name="KSO_WM_DIAGRAM_VIRTUALLY_FRAME" val="{&quot;height&quot;:404.7,&quot;left&quot;:375.4,&quot;top&quot;:109.4,&quot;width&quot;:557.9501574803149}"/>
</p:tagLst>
</file>

<file path=ppt/tags/tag55.xml><?xml version="1.0" encoding="utf-8"?>
<p:tagLst xmlns:p="http://schemas.openxmlformats.org/presentationml/2006/main">
  <p:tag name="KSO_WM_DIAGRAM_VIRTUALLY_FRAME" val="{&quot;height&quot;:404.7,&quot;left&quot;:375.4,&quot;top&quot;:109.4,&quot;width&quot;:557.9501574803149}"/>
</p:tagLst>
</file>

<file path=ppt/tags/tag56.xml><?xml version="1.0" encoding="utf-8"?>
<p:tagLst xmlns:p="http://schemas.openxmlformats.org/presentationml/2006/main">
  <p:tag name="KSO_WM_DIAGRAM_VIRTUALLY_FRAME" val="{&quot;height&quot;:404.7,&quot;left&quot;:375.4,&quot;top&quot;:109.4,&quot;width&quot;:557.9501574803149}"/>
</p:tagLst>
</file>

<file path=ppt/tags/tag57.xml><?xml version="1.0" encoding="utf-8"?>
<p:tagLst xmlns:p="http://schemas.openxmlformats.org/presentationml/2006/main">
  <p:tag name="KSO_WM_DIAGRAM_VIRTUALLY_FRAME" val="{&quot;height&quot;:404.7,&quot;left&quot;:375.4,&quot;top&quot;:109.4,&quot;width&quot;:557.9501574803149}"/>
</p:tagLst>
</file>

<file path=ppt/tags/tag58.xml><?xml version="1.0" encoding="utf-8"?>
<p:tagLst xmlns:p="http://schemas.openxmlformats.org/presentationml/2006/main">
  <p:tag name="KSO_WM_DIAGRAM_VIRTUALLY_FRAME" val="{&quot;height&quot;:404.7,&quot;left&quot;:375.4,&quot;top&quot;:109.4,&quot;width&quot;:557.9501574803149}"/>
</p:tagLst>
</file>

<file path=ppt/tags/tag59.xml><?xml version="1.0" encoding="utf-8"?>
<p:tagLst xmlns:p="http://schemas.openxmlformats.org/presentationml/2006/main">
  <p:tag name="KSO_WM_DIAGRAM_VIRTUALLY_FRAME" val="{&quot;height&quot;:404.7,&quot;left&quot;:375.4,&quot;top&quot;:109.4,&quot;width&quot;:557.9501574803149}"/>
</p:tagLst>
</file>

<file path=ppt/tags/tag60.xml><?xml version="1.0" encoding="utf-8"?>
<p:tagLst xmlns:p="http://schemas.openxmlformats.org/presentationml/2006/main">
  <p:tag name="KSO_WM_DIAGRAM_VIRTUALLY_FRAME" val="{&quot;height&quot;:404.7,&quot;left&quot;:375.4,&quot;top&quot;:109.4,&quot;width&quot;:557.9501574803149}"/>
</p:tagLst>
</file>

<file path=ppt/tags/tag61.xml><?xml version="1.0" encoding="utf-8"?>
<p:tagLst xmlns:p="http://schemas.openxmlformats.org/presentationml/2006/main">
  <p:tag name="KSO_WM_DIAGRAM_VIRTUALLY_FRAME" val="{&quot;height&quot;:404.7,&quot;left&quot;:375.4,&quot;top&quot;:109.4,&quot;width&quot;:557.9501574803149}"/>
</p:tagLst>
</file>

<file path=ppt/tags/tag62.xml><?xml version="1.0" encoding="utf-8"?>
<p:tagLst xmlns:p="http://schemas.openxmlformats.org/presentationml/2006/main">
  <p:tag name="KSO_WM_DIAGRAM_VIRTUALLY_FRAME" val="{&quot;height&quot;:404.7,&quot;left&quot;:375.4,&quot;top&quot;:109.4,&quot;width&quot;:557.9501574803149}"/>
</p:tagLst>
</file>

<file path=ppt/tags/tag63.xml><?xml version="1.0" encoding="utf-8"?>
<p:tagLst xmlns:p="http://schemas.openxmlformats.org/presentationml/2006/main">
  <p:tag name="KSO_WM_DIAGRAM_VIRTUALLY_FRAME" val="{&quot;height&quot;:404.7,&quot;left&quot;:375.4,&quot;top&quot;:109.4,&quot;width&quot;:557.9501574803149}"/>
</p:tagLst>
</file>

<file path=ppt/tags/tag64.xml><?xml version="1.0" encoding="utf-8"?>
<p:tagLst xmlns:p="http://schemas.openxmlformats.org/presentationml/2006/main">
  <p:tag name="KSO_WM_DIAGRAM_VIRTUALLY_FRAME" val="{&quot;height&quot;:404.7,&quot;left&quot;:375.4,&quot;top&quot;:109.4,&quot;width&quot;:557.9501574803149}"/>
</p:tagLst>
</file>

<file path=ppt/tags/tag6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0945_1*n_h_h_a*1_2_2_1"/>
  <p:tag name="KSO_WM_TEMPLATE_CATEGORY" val="diagram"/>
  <p:tag name="KSO_WM_TEMPLATE_INDEX" val="20230945"/>
  <p:tag name="KSO_WM_UNIT_LAYERLEVEL" val="1_1_1_1"/>
  <p:tag name="KSO_WM_TAG_VERSION" val="3.0"/>
  <p:tag name="KSO_WM_BEAUTIFY_FLAG" val="#wm#"/>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88.3464660644531,&quot;left&quot;:77.174539669968,&quot;top&quot;:114.76353862131673,&quot;width&quot;:807.4968261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1"/>
</p:tagLst>
</file>

<file path=ppt/tags/tag6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0945_1*n_h_h_a*1_2_1_1"/>
  <p:tag name="KSO_WM_TEMPLATE_CATEGORY" val="diagram"/>
  <p:tag name="KSO_WM_TEMPLATE_INDEX" val="20230945"/>
  <p:tag name="KSO_WM_UNIT_LAYERLEVEL" val="1_1_1_1"/>
  <p:tag name="KSO_WM_TAG_VERSION" val="3.0"/>
  <p:tag name="KSO_WM_BEAUTIFY_FLAG" val="#wm#"/>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88.3464660644531,&quot;left&quot;:77.174539669968,&quot;top&quot;:114.76353862131673,&quot;width&quot;:807.4968261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1"/>
</p:tagLst>
</file>

<file path=ppt/tags/tag6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945_1*n_h_h_f*1_2_1_1"/>
  <p:tag name="KSO_WM_TEMPLATE_CATEGORY" val="diagram"/>
  <p:tag name="KSO_WM_TEMPLATE_INDEX" val="20230945"/>
  <p:tag name="KSO_WM_UNIT_LAYERLEVEL" val="1_1_1_1"/>
  <p:tag name="KSO_WM_TAG_VERSION" val="3.0"/>
  <p:tag name="KSO_WM_BEAUTIFY_FLAG" val="#wm#"/>
  <p:tag name="KSO_WM_UNIT_TEXT_FILL_FORE_SCHEMECOLOR_INDEX_BRIGHTNESS" val="0.15"/>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88.3464660644531,&quot;left&quot;:77.174539669968,&quot;top&quot;:114.76353862131673,&quot;width&quot;:807.4968261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智能图形项正文，文字是您思想的提炼，请尽量言简意赅的阐述观点。单击此处输入你的智能图形项正文，文字是您思想的提炼，请尽量言简意赅的阐述观点。单击此处输入你的智能图形项正文，文字是您思想的提炼。"/>
  <p:tag name="KSO_WM_UNIT_TEXT_FILL_FORE_SCHEMECOLOR_INDEX" val="1"/>
  <p:tag name="KSO_WM_UNIT_TEXT_FILL_TYPE" val="1"/>
  <p:tag name="KSO_WM_UNIT_USESOURCEFORMAT_APPLY" val="1"/>
</p:tagLst>
</file>

<file path=ppt/tags/tag6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0945_1*n_h_h_f*1_2_2_1"/>
  <p:tag name="KSO_WM_TEMPLATE_CATEGORY" val="diagram"/>
  <p:tag name="KSO_WM_TEMPLATE_INDEX" val="20230945"/>
  <p:tag name="KSO_WM_UNIT_LAYERLEVEL" val="1_1_1_1"/>
  <p:tag name="KSO_WM_TAG_VERSION" val="3.0"/>
  <p:tag name="KSO_WM_BEAUTIFY_FLAG" val="#wm#"/>
  <p:tag name="KSO_WM_UNIT_TEXT_FILL_FORE_SCHEMECOLOR_INDEX_BRIGHTNESS" val="0.15"/>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388.3464660644531,&quot;left&quot;:77.174539669968,&quot;top&quot;:114.76353862131673,&quot;width&quot;:807.4968261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智能图形项正文，文字是您思想的提炼，请尽量言简意赅的阐述观点。单击此处输入你的智能图形项正文，文字是您思想的提炼，请尽量言简意赅的阐述观点。单击此处输入你的智能图形项正文，文字是您思想的提炼。"/>
  <p:tag name="KSO_WM_UNIT_TEXT_FILL_FORE_SCHEMECOLOR_INDEX" val="1"/>
  <p:tag name="KSO_WM_UNIT_TEXT_FILL_TYPE" val="1"/>
  <p:tag name="KSO_WM_UNIT_USESOURCEFORMAT_APPLY" val="1"/>
</p:tagLst>
</file>

<file path=ppt/tags/tag69.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FILL_TYPE" val="3"/>
  <p:tag name="KSO_WM_UNIT_TEXT_FILL_FORE_SCHEMECOLOR_INDEX_BRIGHTNESS" val="0"/>
  <p:tag name="KSO_WM_UNIT_TEXT_FILL_TYPE" val="1"/>
  <p:tag name="KSO_WM_UNIT_LINE_FORE_SCHEMECOLOR_INDEX_1_BRIGHTNESS" val="0"/>
  <p:tag name="KSO_WM_UNIT_LINE_FORE_SCHEMECOLOR_INDEX_1" val="5"/>
  <p:tag name="KSO_WM_UNIT_LINE_FORE_SCHEMECOLOR_INDEX_1_POS" val="0"/>
  <p:tag name="KSO_WM_UNIT_LINE_FORE_SCHEMECOLOR_INDEX_1_TRANS" val="1"/>
  <p:tag name="KSO_WM_UNIT_LINE_FORE_SCHEMECOLOR_INDEX_2_BRIGHTNESS" val="0"/>
  <p:tag name="KSO_WM_UNIT_LINE_FORE_SCHEMECOLOR_INDEX_2" val="5"/>
  <p:tag name="KSO_WM_UNIT_LINE_FORE_SCHEMECOLOR_INDEX_2_POS" val="0.64"/>
  <p:tag name="KSO_WM_UNIT_LINE_FORE_SCHEMECOLOR_INDEX_2_TRANS" val="0"/>
  <p:tag name="KSO_WM_UNIT_LINE_FORE_SCHEMECOLOR_INDEX_3_BRIGHTNESS" val="0.8"/>
  <p:tag name="KSO_WM_UNIT_LINE_FORE_SCHEMECOLOR_INDEX_3" val="15"/>
  <p:tag name="KSO_WM_UNIT_LINE_FORE_SCHEMECOLOR_INDEX_3_POS" val="0.9"/>
  <p:tag name="KSO_WM_UNIT_LINE_FORE_SCHEMECOLOR_INDEX_3_TRANS" val="0.53"/>
  <p:tag name="KSO_WM_UNIT_LINE_FORE_SCHEMECOLOR_INDEX_4_BRIGHTNESS" val="0.8"/>
  <p:tag name="KSO_WM_UNIT_LINE_FORE_SCHEMECOLOR_INDEX_4" val="15"/>
  <p:tag name="KSO_WM_UNIT_LINE_FORE_SCHEMECOLOR_INDEX_4_POS" val="0.95"/>
  <p:tag name="KSO_WM_UNIT_LINE_FORE_SCHEMECOLOR_INDEX_4_TRANS" val="0"/>
  <p:tag name="KSO_WM_UNIT_LINE_FORE_SCHEMECOLOR_INDEX_5_BRIGHTNESS" val="0.8"/>
  <p:tag name="KSO_WM_UNIT_LINE_FORE_SCHEMECOLOR_INDEX_5" val="15"/>
  <p:tag name="KSO_WM_UNIT_LINE_FORE_SCHEMECOLOR_INDEX_5_POS" val="1"/>
  <p:tag name="KSO_WM_UNIT_LINE_FORE_SCHEMECOLOR_INDEX_5_TRANS" val="0.9"/>
  <p:tag name="KSO_WM_UNIT_LINE_GRADIENT_TYPE" val="0"/>
  <p:tag name="KSO_WM_UNIT_LINE_GRADIENT_ANGLE" val="0"/>
  <p:tag name="KSO_WM_UNIT_LINE_GRADIENT_DIRECTION" val="3"/>
  <p:tag name="KSO_WM_UNIT_LINE_FILL_TYPE" val="5"/>
  <p:tag name="KSO_WM_BEAUTIFY_FLAG" val="#wm#"/>
  <p:tag name="KSO_WM_UNIT_HIGHLIGHT" val="0"/>
  <p:tag name="KSO_WM_UNIT_COMPATIBLE" val="0"/>
  <p:tag name="KSO_WM_UNIT_DIAGRAM_ISNUMVISUAL" val="0"/>
  <p:tag name="KSO_WM_UNIT_DIAGRAM_ISREFERUNIT" val="0"/>
  <p:tag name="KSO_WM_UNIT_ID" val="diagram20230945_1*n_h_i*1_2_1"/>
  <p:tag name="KSO_WM_TEMPLATE_CATEGORY" val="diagram"/>
  <p:tag name="KSO_WM_TEMPLATE_INDEX" val="20230945"/>
  <p:tag name="KSO_WM_UNIT_LAYERLEVEL" val="1_1_1"/>
  <p:tag name="KSO_WM_TAG_VERSION" val="3.0"/>
  <p:tag name="KSO_WM_DIAGRAM_VERSION" val="3"/>
  <p:tag name="KSO_WM_DIAGRAM_COLOR_TRICK" val="3"/>
  <p:tag name="KSO_WM_DIAGRAM_COLOR_TEXT_CAN_REMOVE" val="n"/>
  <p:tag name="KSO_WM_DIAGRAM_GROUP_CODE" val="n1-1"/>
  <p:tag name="KSO_WM_UNIT_TYPE" val="n_h_i"/>
  <p:tag name="KSO_WM_UNIT_INDEX" val="1_2_1"/>
  <p:tag name="KSO_WM_DIAGRAM_MAX_ITEMCNT" val="4"/>
  <p:tag name="KSO_WM_DIAGRAM_MIN_ITEMCNT" val="2"/>
  <p:tag name="KSO_WM_DIAGRAM_VIRTUALLY_FRAME" val="{&quot;height&quot;:388.3464660644531,&quot;left&quot;:77.174539669968,&quot;top&quot;:114.76353862131673,&quot;width&quot;:807.496826171875}"/>
  <p:tag name="KSO_WM_DIAGRAM_COLOR_MATCH_VALUE" val="{&quot;shape&quot;:{&quot;fill&quot;:{&quot;type&quot;:0},&quot;glow&quot;:{&quot;colorType&quot;:0},&quot;line&quot;:{&quot;gradient&quot;:[{&quot;brightness&quot;:0.5,&quot;colorType&quot;:1,&quot;foreColorIndex&quot;:13,&quot;pos&quot;:1,&quot;transparency&quot;:0.699999988079071},{&quot;brightness&quot;:0.800000011920929,&quot;colorType&quot;:2,&quot;pos&quot;:0.15000000596046448,&quot;rgb&quot;:&quot;#ffffff&quot;,&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70.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945_1*n_h_a*1_1_1"/>
  <p:tag name="KSO_WM_TEMPLATE_CATEGORY" val="diagram"/>
  <p:tag name="KSO_WM_TEMPLATE_INDEX" val="20230945"/>
  <p:tag name="KSO_WM_UNIT_LAYERLEVEL" val="1_1_1"/>
  <p:tag name="KSO_WM_TAG_VERSION" val="3.0"/>
  <p:tag name="KSO_WM_DIAGRAM_VERSION" val="3"/>
  <p:tag name="KSO_WM_DIAGRAM_COLOR_TRICK" val="3"/>
  <p:tag name="KSO_WM_DIAGRAM_COLOR_TEXT_CAN_REMOVE" val="n"/>
  <p:tag name="KSO_WM_UNIT_ISCONTENTSTITLE" val="0"/>
  <p:tag name="KSO_WM_UNIT_ISNUMDGMTITLE" val="0"/>
  <p:tag name="KSO_WM_UNIT_NOCLEAR" val="0"/>
  <p:tag name="KSO_WM_UNIT_VALUE" val="30"/>
  <p:tag name="KSO_WM_DIAGRAM_GROUP_CODE" val="n1-1"/>
  <p:tag name="KSO_WM_UNIT_TYPE" val="n_h_a"/>
  <p:tag name="KSO_WM_UNIT_INDEX" val="1_1_1"/>
  <p:tag name="KSO_WM_DIAGRAM_MAX_ITEMCNT" val="4"/>
  <p:tag name="KSO_WM_DIAGRAM_MIN_ITEMCNT" val="2"/>
  <p:tag name="KSO_WM_DIAGRAM_VIRTUALLY_FRAME" val="{&quot;height&quot;:388.3464660644531,&quot;left&quot;:77.174539669968,&quot;top&quot;:114.76353862131673,&quot;width&quot;:807.496826171875}"/>
  <p:tag name="KSO_WM_DIAGRAM_COLOR_MATCH_VALUE" val="{&quot;shape&quot;:{&quot;fill&quot;:{&quot;solid&quot;:{&quot;brightness&quot;:0,&quot;colorType&quot;:1,&quot;foreColorIndex&quot;:5,&quot;transparency&quot;:0},&quot;type&quot;:1},&quot;glow&quot;:{&quot;colorType&quot;:0},&quot;line&quot;:{&quot;gradient&quot;:[{&quot;brightness&quot;:0,&quot;colorType&quot;:2,&quot;pos&quot;:0.3700000047683716,&quot;rgb&quot;:&quot;#ffffff&quot;,&quot;transparency&quot;:0},{&quot;brightness&quot;:0.550000011920929,&quot;colorType&quot;:1,&quot;foreColorIndex&quot;:5,&quot;pos&quot;:0,&quot;transparency&quot;:0},{&quot;brightness&quot;:0,&quot;colorType&quot;:2,&quot;pos&quot;:1,&quot;rgb&quot;:&quot;#ffffff&quot;,&quot;transparency&quot;:0},{&quot;brightness&quot;:0.699999988079071,&quot;colorType&quot;:1,&quot;foreColorIndex&quot;:5,&quot;pos&quot;:0.7099999785423279,&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PRESET_TEXT" val="单击添加&#10;项标题"/>
  <p:tag name="KSO_WM_UNIT_FILL_TYPE" val="1"/>
  <p:tag name="KSO_WM_UNIT_FILL_FORE_SCHEMECOLOR_INDEX" val="5"/>
  <p:tag name="KSO_WM_UNIT_FILL_FORE_SCHEMECOLOR_INDEX_BRIGHTNESS" val="0"/>
  <p:tag name="KSO_WM_UNIT_LINE_FORE_SCHEMECOLOR_INDEX" val="5"/>
  <p:tag name="KSO_WM_UNIT_USESOURCEFORMAT_APPLY" val="1"/>
</p:tagLst>
</file>

<file path=ppt/tags/tag71.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945_1*n_h_h_i*1_2_2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UNIT_SUBTYPE" val="d"/>
  <p:tag name="KSO_WM_UNIT_TYPE" val="n_h_h_i"/>
  <p:tag name="KSO_WM_UNIT_INDEX" val="1_2_2_1"/>
  <p:tag name="KSO_WM_DIAGRAM_MAX_ITEMCNT" val="4"/>
  <p:tag name="KSO_WM_DIAGRAM_MIN_ITEMCNT" val="2"/>
  <p:tag name="KSO_WM_DIAGRAM_VIRTUALLY_FRAME" val="{&quot;height&quot;:388.3464660644531,&quot;left&quot;:77.174539669968,&quot;top&quot;:114.76353862131673,&quot;width&quot;:807.496826171875}"/>
  <p:tag name="KSO_WM_DIAGRAM_COLOR_MATCH_VALUE" val="{&quot;shape&quot;:{&quot;fill&quot;:{&quot;solid&quot;:{&quot;brightness&quot;:0,&quot;colorType&quot;:1,&quot;foreColorIndex&quot;:6,&quot;transparency&quot;:0},&quot;type&quot;:1},&quot;glow&quot;:{&quot;colorType&quot;:0},&quot;line&quot;:{&quot;gradient&quot;:[{&quot;brightness&quot;:0,&quot;colorType&quot;:2,&quot;pos&quot;:0.3700000047683716,&quot;rgb&quot;:&quot;#ffffff&quot;,&quot;transparency&quot;:0},{&quot;brightness&quot;:0.800000011920929,&quot;colorType&quot;:1,&quot;foreColorIndex&quot;:6,&quot;pos&quot;:0,&quot;transparency&quot;:0},{&quot;brightness&quot;:0,&quot;colorType&quot;:2,&quot;pos&quot;:1,&quot;rgb&quot;:&quot;#ffffff&quot;,&quot;transparency&quot;:0},{&quot;brightness&quot;:0.800000011920929,&quot;colorType&quot;:1,&quot;foreColorIndex&quot;:6,&quot;pos&quot;:0.7099999785423279,&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1"/>
  <p:tag name="KSO_WM_UNIT_FILL_FORE_SCHEMECOLOR_INDEX" val="6"/>
  <p:tag name="KSO_WM_UNIT_FILL_FORE_SCHEMECOLOR_INDEX_BRIGHTNESS" val="0"/>
  <p:tag name="KSO_WM_UNIT_LINE_FORE_SCHEMECOLOR_INDEX" val="6"/>
  <p:tag name="KSO_WM_UNIT_USESOURCEFORMAT_APPLY" val="1"/>
</p:tagLst>
</file>

<file path=ppt/tags/tag72.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LINE_FORE_SCHEMECOLOR_INDEX_1_BRIGHTNESS" val="0.95"/>
  <p:tag name="KSO_WM_UNIT_LINE_FORE_SCHEMECOLOR_INDEX_1" val="5"/>
  <p:tag name="KSO_WM_UNIT_LINE_FORE_SCHEMECOLOR_INDEX_1_POS" val="0.09"/>
  <p:tag name="KSO_WM_UNIT_LINE_FORE_SCHEMECOLOR_INDEX_1_TRANS" val="0.3"/>
  <p:tag name="KSO_WM_BEAUTIFY_FLAG" val="#wm#"/>
  <p:tag name="KSO_WM_UNIT_HIGHLIGHT" val="0"/>
  <p:tag name="KSO_WM_UNIT_COMPATIBLE" val="0"/>
  <p:tag name="KSO_WM_UNIT_DIAGRAM_ISNUMVISUAL" val="0"/>
  <p:tag name="KSO_WM_UNIT_DIAGRAM_ISREFERUNIT" val="0"/>
  <p:tag name="KSO_WM_UNIT_ID" val="diagram20230945_1*n_h_h_i*1_2_1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UNIT_SUBTYPE" val="d"/>
  <p:tag name="KSO_WM_UNIT_TYPE" val="n_h_h_i"/>
  <p:tag name="KSO_WM_UNIT_INDEX" val="1_2_1_1"/>
  <p:tag name="KSO_WM_DIAGRAM_MAX_ITEMCNT" val="4"/>
  <p:tag name="KSO_WM_DIAGRAM_MIN_ITEMCNT" val="2"/>
  <p:tag name="KSO_WM_DIAGRAM_VIRTUALLY_FRAME" val="{&quot;height&quot;:388.3464660644531,&quot;left&quot;:77.174539669968,&quot;top&quot;:114.76353862131673,&quot;width&quot;:807.496826171875}"/>
  <p:tag name="KSO_WM_DIAGRAM_COLOR_MATCH_VALUE" val="{&quot;shape&quot;:{&quot;fill&quot;:{&quot;solid&quot;:{&quot;brightness&quot;:0,&quot;colorType&quot;:1,&quot;foreColorIndex&quot;:5,&quot;transparency&quot;:0},&quot;type&quot;:1},&quot;glow&quot;:{&quot;colorType&quot;:0},&quot;line&quot;:{&quot;gradient&quot;:[{&quot;brightness&quot;:0,&quot;colorType&quot;:2,&quot;pos&quot;:0.3700000047683716,&quot;rgb&quot;:&quot;#ffffff&quot;,&quot;transparency&quot;:0},{&quot;brightness&quot;:0.800000011920929,&quot;colorType&quot;:1,&quot;foreColorIndex&quot;:5,&quot;pos&quot;:0,&quot;transparency&quot;:0},{&quot;brightness&quot;:0,&quot;colorType&quot;:2,&quot;pos&quot;:1,&quot;rgb&quot;:&quot;#ffffff&quot;,&quot;transparency&quot;:0},{&quot;brightness&quot;:0.800000011920929,&quot;colorType&quot;:1,&quot;foreColorIndex&quot;:5,&quot;pos&quot;:0.7099999785423279,&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1"/>
  <p:tag name="KSO_WM_UNIT_FILL_FORE_SCHEMECOLOR_INDEX" val="5"/>
  <p:tag name="KSO_WM_UNIT_FILL_FORE_SCHEMECOLOR_INDEX_BRIGHTNESS" val="0"/>
  <p:tag name="KSO_WM_UNIT_LINE_FORE_SCHEMECOLOR_INDEX" val="5"/>
  <p:tag name="KSO_WM_UNIT_USESOURCEFORMAT_APPLY" val="1"/>
</p:tagLst>
</file>

<file path=ppt/tags/tag73.xml><?xml version="1.0" encoding="utf-8"?>
<p:tagLst xmlns:p="http://schemas.openxmlformats.org/presentationml/2006/main">
  <p:tag name="KSO_WM_SLIDE_ID" val="diagram20230945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0945"/>
  <p:tag name="KSO_WM_SLIDE_TYPE" val="text"/>
  <p:tag name="KSO_WM_SLIDE_SUBTYPE" val="diag"/>
  <p:tag name="KSO_WM_SLIDE_SIZE" val="807.497*366.898"/>
  <p:tag name="KSO_WM_SLIDE_POSITION" val="77.1747*136.212"/>
  <p:tag name="KSO_WM_SLIDE_LAYOUT" val="a_n"/>
  <p:tag name="KSO_WM_SLIDE_LAYOUT_CNT" val="1_1"/>
  <p:tag name="KSO_WM_SPECIAL_SOURCE" val="bdnull"/>
  <p:tag name="KSO_WM_DIAGRAM_GROUP_CODE" val="n1-1"/>
  <p:tag name="KSO_WM_SLIDE_DIAGTYPE" val="n"/>
</p:tagLst>
</file>

<file path=ppt/tags/tag74.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75.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76.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77.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78.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79.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80.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81.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82.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83.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84.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85.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86.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87.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88.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89.xml><?xml version="1.0" encoding="utf-8"?>
<p:tagLst xmlns:p="http://schemas.openxmlformats.org/presentationml/2006/main">
  <p:tag name="KSO_WM_DIAGRAM_VIRTUALLY_FRAME" val="{&quot;height&quot;:295.6585826771653,&quot;left&quot;:90.18070866141733,&quot;top&quot;:171.44456692913386,&quot;width&quot;:779.8125196850393}"/>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f*1_1_1"/>
  <p:tag name="KSO_WM_TEMPLATE_CATEGORY" val="diagram"/>
  <p:tag name="KSO_WM_TEMPLATE_INDEX" val="20234417"/>
  <p:tag name="KSO_WM_UNIT_LAYERLEVEL" val="1_1_1"/>
  <p:tag name="KSO_WM_TAG_VERSION" val="3.0"/>
  <p:tag name="KSO_WM_UNIT_SUBTYPE" val="a"/>
  <p:tag name="KSO_WM_UNIT_NOCLEAR" val="0"/>
  <p:tag name="KSO_WM_UNIT_VALUE" val="64"/>
  <p:tag name="KSO_WM_DIAGRAM_GROUP_CODE" val="m1-1"/>
  <p:tag name="KSO_WM_UNIT_TYPE" val="m_h_f"/>
  <p:tag name="KSO_WM_UNIT_INDEX" val="1_1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简明扼要地阐述您的观点。根据需要您可酌情增减文字，以便观者准确地理解您传达思想"/>
  <p:tag name="KSO_WM_UNIT_TEXT_FILL_FORE_SCHEMECOLOR_INDEX" val="1"/>
  <p:tag name="KSO_WM_UNIT_TEXT_FILL_TYPE" val="1"/>
  <p:tag name="KSO_WM_UNIT_TEXT_TYPE" val="1"/>
  <p:tag name="KSO_WM_UNIT_USESOURCEFORMAT_APPLY" val="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i*1_1_1"/>
  <p:tag name="KSO_WM_TEMPLATE_CATEGORY" val="diagram"/>
  <p:tag name="KSO_WM_TEMPLATE_INDEX" val="20234417"/>
  <p:tag name="KSO_WM_UNIT_LAYERLEVEL" val="1_1_1"/>
  <p:tag name="KSO_WM_TAG_VERSION" val="3.0"/>
  <p:tag name="KSO_WM_DIAGRAM_GROUP_CODE" val="m1-1"/>
  <p:tag name="KSO_WM_UNIT_SUBTYPE" val="d"/>
  <p:tag name="KSO_WM_UNIT_TYPE" val="m_h_i"/>
  <p:tag name="KSO_WM_UNIT_INDEX" val="1_1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f*1_3_1"/>
  <p:tag name="KSO_WM_TEMPLATE_CATEGORY" val="diagram"/>
  <p:tag name="KSO_WM_TEMPLATE_INDEX" val="20234417"/>
  <p:tag name="KSO_WM_UNIT_LAYERLEVEL" val="1_1_1"/>
  <p:tag name="KSO_WM_TAG_VERSION" val="3.0"/>
  <p:tag name="KSO_WM_UNIT_SUBTYPE" val="a"/>
  <p:tag name="KSO_WM_UNIT_NOCLEAR" val="0"/>
  <p:tag name="KSO_WM_UNIT_VALUE" val="64"/>
  <p:tag name="KSO_WM_DIAGRAM_GROUP_CODE" val="m1-1"/>
  <p:tag name="KSO_WM_UNIT_TYPE" val="m_h_f"/>
  <p:tag name="KSO_WM_UNIT_INDEX" val="1_3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简明扼要地阐述您的观点。根据需要您可酌情增减文字，以便观者准确地理解您传达思想"/>
  <p:tag name="KSO_WM_UNIT_TEXT_FILL_FORE_SCHEMECOLOR_INDEX" val="1"/>
  <p:tag name="KSO_WM_UNIT_TEXT_FILL_TYPE" val="1"/>
  <p:tag name="KSO_WM_UNIT_TEXT_TYPE" val="1"/>
  <p:tag name="KSO_WM_UNIT_USESOURCEFORMAT_APPLY" val="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i*1_3_1"/>
  <p:tag name="KSO_WM_TEMPLATE_CATEGORY" val="diagram"/>
  <p:tag name="KSO_WM_TEMPLATE_INDEX" val="20234417"/>
  <p:tag name="KSO_WM_UNIT_LAYERLEVEL" val="1_1_1"/>
  <p:tag name="KSO_WM_TAG_VERSION" val="3.0"/>
  <p:tag name="KSO_WM_DIAGRAM_GROUP_CODE" val="m1-1"/>
  <p:tag name="KSO_WM_UNIT_SUBTYPE" val="d"/>
  <p:tag name="KSO_WM_UNIT_TYPE" val="m_h_i"/>
  <p:tag name="KSO_WM_UNIT_INDEX" val="1_3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f*1_5_1"/>
  <p:tag name="KSO_WM_TEMPLATE_CATEGORY" val="diagram"/>
  <p:tag name="KSO_WM_TEMPLATE_INDEX" val="20234417"/>
  <p:tag name="KSO_WM_UNIT_LAYERLEVEL" val="1_1_1"/>
  <p:tag name="KSO_WM_TAG_VERSION" val="3.0"/>
  <p:tag name="KSO_WM_UNIT_SUBTYPE" val="a"/>
  <p:tag name="KSO_WM_UNIT_NOCLEAR" val="0"/>
  <p:tag name="KSO_WM_UNIT_VALUE" val="64"/>
  <p:tag name="KSO_WM_DIAGRAM_GROUP_CODE" val="m1-1"/>
  <p:tag name="KSO_WM_UNIT_TYPE" val="m_h_f"/>
  <p:tag name="KSO_WM_UNIT_INDEX" val="1_5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简明扼要地阐述您的观点。根据需要您可酌情增减文字，以便观者准确地理解您传达思想"/>
  <p:tag name="KSO_WM_UNIT_TEXT_FILL_FORE_SCHEMECOLOR_INDEX" val="1"/>
  <p:tag name="KSO_WM_UNIT_TEXT_FILL_TYPE" val="1"/>
  <p:tag name="KSO_WM_UNIT_TEXT_TYPE" val="1"/>
  <p:tag name="KSO_WM_UNIT_USESOURCEFORMAT_APPLY" val="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i*1_5_1"/>
  <p:tag name="KSO_WM_TEMPLATE_CATEGORY" val="diagram"/>
  <p:tag name="KSO_WM_TEMPLATE_INDEX" val="20234417"/>
  <p:tag name="KSO_WM_UNIT_LAYERLEVEL" val="1_1_1"/>
  <p:tag name="KSO_WM_TAG_VERSION" val="3.0"/>
  <p:tag name="KSO_WM_DIAGRAM_GROUP_CODE" val="m1-1"/>
  <p:tag name="KSO_WM_UNIT_SUBTYPE" val="d"/>
  <p:tag name="KSO_WM_UNIT_TYPE" val="m_h_i"/>
  <p:tag name="KSO_WM_UNIT_INDEX" val="1_5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1"/>
  <p:tag name="KSO_WM_TEMPLATE_CATEGORY" val="diagram"/>
  <p:tag name="KSO_WM_TEMPLATE_INDEX" val="20234417"/>
  <p:tag name="KSO_WM_UNIT_LAYERLEVEL" val="1_1"/>
  <p:tag name="KSO_WM_TAG_VERSION" val="3.0"/>
  <p:tag name="KSO_WM_DIAGRAM_GROUP_CODE" val="m1-1"/>
  <p:tag name="KSO_WM_UNIT_TYPE" val="m_i"/>
  <p:tag name="KSO_WM_UNIT_INDEX" val="1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solid&quot;:{&quot;brightness&quot;:0.9300000071525574,&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93"/>
  <p:tag name="KSO_WM_UNIT_TEXT_FILL_FORE_SCHEMECOLOR_INDEX" val="2"/>
  <p:tag name="KSO_WM_UNIT_TEXT_FILL_TYPE" val="1"/>
  <p:tag name="KSO_WM_UNIT_USESOURCEFORMAT_APPLY" val="1"/>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2"/>
  <p:tag name="KSO_WM_TEMPLATE_CATEGORY" val="diagram"/>
  <p:tag name="KSO_WM_TEMPLATE_INDEX" val="20234417"/>
  <p:tag name="KSO_WM_UNIT_LAYERLEVEL" val="1_1"/>
  <p:tag name="KSO_WM_TAG_VERSION" val="3.0"/>
  <p:tag name="KSO_WM_DIAGRAM_GROUP_CODE" val="m1-1"/>
  <p:tag name="KSO_WM_UNIT_TYPE" val="m_i"/>
  <p:tag name="KSO_WM_UNIT_INDEX" val="1_2"/>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3"/>
  <p:tag name="KSO_WM_TEMPLATE_CATEGORY" val="diagram"/>
  <p:tag name="KSO_WM_TEMPLATE_INDEX" val="20234417"/>
  <p:tag name="KSO_WM_UNIT_LAYERLEVEL" val="1_1"/>
  <p:tag name="KSO_WM_TAG_VERSION" val="3.0"/>
  <p:tag name="KSO_WM_DIAGRAM_GROUP_CODE" val="m1-1"/>
  <p:tag name="KSO_WM_UNIT_TYPE" val="m_i"/>
  <p:tag name="KSO_WM_UNIT_INDEX" val="1_3"/>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solidLine&quot;:{&quot;brightness&quot;:0.8999999761581421,&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13"/>
  <p:tag name="KSO_WM_UNIT_LINE_FILL_TYPE" val="2"/>
  <p:tag name="KSO_WM_UNIT_TEXT_FILL_FORE_SCHEMECOLOR_INDEX" val="2"/>
  <p:tag name="KSO_WM_UNIT_TEXT_FILL_TYPE" val="1"/>
  <p:tag name="KSO_WM_UNIT_USESOURCEFORMAT_APPLY" val="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4"/>
  <p:tag name="KSO_WM_TEMPLATE_CATEGORY" val="diagram"/>
  <p:tag name="KSO_WM_TEMPLATE_INDEX" val="20234417"/>
  <p:tag name="KSO_WM_UNIT_LAYERLEVEL" val="1_1"/>
  <p:tag name="KSO_WM_TAG_VERSION" val="3.0"/>
  <p:tag name="KSO_WM_DIAGRAM_GROUP_CODE" val="m1-1"/>
  <p:tag name="KSO_WM_UNIT_TYPE" val="m_i"/>
  <p:tag name="KSO_WM_UNIT_INDEX" val="1_4"/>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LINE_FILL_TYPE" val="2"/>
  <p:tag name="KSO_WM_UNIT_TEXT_FILL_FORE_SCHEMECOLOR_INDEX" val="2"/>
  <p:tag name="KSO_WM_UNIT_TEXT_FILL_TYPE" val="1"/>
  <p:tag name="KSO_WM_UNIT_USESOURCEFORMAT_APPLY" val="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5"/>
  <p:tag name="KSO_WM_TEMPLATE_CATEGORY" val="diagram"/>
  <p:tag name="KSO_WM_TEMPLATE_INDEX" val="20234417"/>
  <p:tag name="KSO_WM_UNIT_LAYERLEVEL" val="1_1"/>
  <p:tag name="KSO_WM_TAG_VERSION" val="3.0"/>
  <p:tag name="KSO_WM_DIAGRAM_GROUP_CODE" val="m1-1"/>
  <p:tag name="KSO_WM_UNIT_TYPE" val="m_i"/>
  <p:tag name="KSO_WM_UNIT_INDEX" val="1_5"/>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solidLine&quot;:{&quot;brightness&quot;:0.800000011920929,&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13"/>
  <p:tag name="KSO_WM_UNIT_LINE_FILL_TYPE" val="2"/>
  <p:tag name="KSO_WM_UNIT_TEXT_FILL_FORE_SCHEMECOLOR_INDEX" val="2"/>
  <p:tag name="KSO_WM_UNIT_TEXT_FILL_TYPE" val="1"/>
  <p:tag name="KSO_WM_UNIT_USESOURCEFORMAT_APPLY" val="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6"/>
  <p:tag name="KSO_WM_TEMPLATE_CATEGORY" val="diagram"/>
  <p:tag name="KSO_WM_TEMPLATE_INDEX" val="20234417"/>
  <p:tag name="KSO_WM_UNIT_LAYERLEVEL" val="1_1"/>
  <p:tag name="KSO_WM_TAG_VERSION" val="3.0"/>
  <p:tag name="KSO_WM_DIAGRAM_GROUP_CODE" val="m1-1"/>
  <p:tag name="KSO_WM_UNIT_TYPE" val="m_i"/>
  <p:tag name="KSO_WM_UNIT_INDEX" val="1_6"/>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solidLine&quot;:{&quot;brightness&quot;:0.800000011920929,&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13"/>
  <p:tag name="KSO_WM_UNIT_LINE_FILL_TYPE" val="2"/>
  <p:tag name="KSO_WM_UNIT_TEXT_FILL_FORE_SCHEMECOLOR_INDEX" val="2"/>
  <p:tag name="KSO_WM_UNIT_TEXT_FILL_TYPE" val="1"/>
  <p:tag name="KSO_WM_UNIT_USESOURCEFORMAT_APPLY" val="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7"/>
  <p:tag name="KSO_WM_TEMPLATE_CATEGORY" val="diagram"/>
  <p:tag name="KSO_WM_TEMPLATE_INDEX" val="20234417"/>
  <p:tag name="KSO_WM_UNIT_LAYERLEVEL" val="1_1"/>
  <p:tag name="KSO_WM_TAG_VERSION" val="3.0"/>
  <p:tag name="KSO_WM_DIAGRAM_GROUP_CODE" val="m1-1"/>
  <p:tag name="KSO_WM_UNIT_TYPE" val="m_i"/>
  <p:tag name="KSO_WM_UNIT_INDEX" val="1_7"/>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solidLine&quot;:{&quot;brightness&quot;:0.800000011920929,&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13"/>
  <p:tag name="KSO_WM_UNIT_LINE_FILL_TYPE" val="2"/>
  <p:tag name="KSO_WM_UNIT_TEXT_FILL_FORE_SCHEMECOLOR_INDEX" val="2"/>
  <p:tag name="KSO_WM_UNIT_TEXT_FILL_TYPE" val="1"/>
  <p:tag name="KSO_WM_UNIT_USESOURCEFORMAT_APPLY" val="1"/>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8"/>
  <p:tag name="KSO_WM_TEMPLATE_CATEGORY" val="diagram"/>
  <p:tag name="KSO_WM_TEMPLATE_INDEX" val="20234417"/>
  <p:tag name="KSO_WM_UNIT_LAYERLEVEL" val="1_1"/>
  <p:tag name="KSO_WM_TAG_VERSION" val="3.0"/>
  <p:tag name="KSO_WM_DIAGRAM_GROUP_CODE" val="m1-1"/>
  <p:tag name="KSO_WM_UNIT_TYPE" val="m_i"/>
  <p:tag name="KSO_WM_UNIT_INDEX" val="1_8"/>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13"/>
  <p:tag name="KSO_WM_UNIT_TEXT_FILL_TYPE" val="1"/>
  <p:tag name="KSO_WM_UNIT_USESOURCEFORMAT_APPLY" val="1"/>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9"/>
  <p:tag name="KSO_WM_TEMPLATE_CATEGORY" val="diagram"/>
  <p:tag name="KSO_WM_TEMPLATE_INDEX" val="20234417"/>
  <p:tag name="KSO_WM_UNIT_LAYERLEVEL" val="1_1"/>
  <p:tag name="KSO_WM_TAG_VERSION" val="3.0"/>
  <p:tag name="KSO_WM_DIAGRAM_GROUP_CODE" val="m1-1"/>
  <p:tag name="KSO_WM_UNIT_TYPE" val="m_i"/>
  <p:tag name="KSO_WM_UNIT_INDEX" val="1_9"/>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solid&quot;:{&quot;brightness&quot;:0.800000011920929,&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8"/>
  <p:tag name="KSO_WM_UNIT_TEXT_FILL_FORE_SCHEMECOLOR_INDEX" val="13"/>
  <p:tag name="KSO_WM_UNIT_TEXT_FILL_TYPE" val="1"/>
  <p:tag name="KSO_WM_UNIT_USESOURCEFORMAT_APPLY" val="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10"/>
  <p:tag name="KSO_WM_TEMPLATE_CATEGORY" val="diagram"/>
  <p:tag name="KSO_WM_TEMPLATE_INDEX" val="20234417"/>
  <p:tag name="KSO_WM_UNIT_LAYERLEVEL" val="1_1"/>
  <p:tag name="KSO_WM_TAG_VERSION" val="3.0"/>
  <p:tag name="KSO_WM_DIAGRAM_GROUP_CODE" val="m1-1"/>
  <p:tag name="KSO_WM_UNIT_TYPE" val="m_i"/>
  <p:tag name="KSO_WM_UNIT_INDEX" val="1_10"/>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solid&quot;:{&quot;brightness&quot;:0.800000011920929,&quot;colorType&quot;:1,&quot;foreColorIndex&quot;:13,&quot;transparency&quot;:0},&quot;type&quot;:1},&quot;glow&quot;:{&quot;colorType&quot;:0},&quot;line&quot;:{&quot;solidLine&quot;:{&quot;brightness&quot;:0.8999999761581421,&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8"/>
  <p:tag name="KSO_WM_UNIT_LINE_FORE_SCHEMECOLOR_INDEX" val="13"/>
  <p:tag name="KSO_WM_UNIT_LINE_FILL_TYPE" val="2"/>
  <p:tag name="KSO_WM_UNIT_TEXT_FILL_FORE_SCHEMECOLOR_INDEX" val="2"/>
  <p:tag name="KSO_WM_UNIT_TEXT_FILL_TYPE" val="1"/>
  <p:tag name="KSO_WM_UNIT_USESOURCEFORMAT_APPLY" val="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11"/>
  <p:tag name="KSO_WM_TEMPLATE_CATEGORY" val="diagram"/>
  <p:tag name="KSO_WM_TEMPLATE_INDEX" val="20234417"/>
  <p:tag name="KSO_WM_UNIT_LAYERLEVEL" val="1_1"/>
  <p:tag name="KSO_WM_TAG_VERSION" val="3.0"/>
  <p:tag name="KSO_WM_DIAGRAM_GROUP_CODE" val="m1-1"/>
  <p:tag name="KSO_WM_UNIT_TYPE" val="m_i"/>
  <p:tag name="KSO_WM_UNIT_INDEX" val="1_1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12"/>
  <p:tag name="KSO_WM_TEMPLATE_CATEGORY" val="diagram"/>
  <p:tag name="KSO_WM_TEMPLATE_INDEX" val="20234417"/>
  <p:tag name="KSO_WM_UNIT_LAYERLEVEL" val="1_1"/>
  <p:tag name="KSO_WM_TAG_VERSION" val="3.0"/>
  <p:tag name="KSO_WM_DIAGRAM_GROUP_CODE" val="m1-1"/>
  <p:tag name="KSO_WM_UNIT_TYPE" val="m_i"/>
  <p:tag name="KSO_WM_UNIT_INDEX" val="1_12"/>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solid&quot;:{&quot;brightness&quot;:0.9300000071525574,&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93"/>
  <p:tag name="KSO_WM_UNIT_TEXT_FILL_FORE_SCHEMECOLOR_INDEX" val="2"/>
  <p:tag name="KSO_WM_UNIT_TEXT_FILL_TYPE" val="1"/>
  <p:tag name="KSO_WM_UNIT_USESOURCEFORMAT_APPLY" val="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i*1_13"/>
  <p:tag name="KSO_WM_TEMPLATE_CATEGORY" val="diagram"/>
  <p:tag name="KSO_WM_TEMPLATE_INDEX" val="20234417"/>
  <p:tag name="KSO_WM_UNIT_LAYERLEVEL" val="1_1"/>
  <p:tag name="KSO_WM_TAG_VERSION" val="3.0"/>
  <p:tag name="KSO_WM_DIAGRAM_GROUP_CODE" val="m1-1"/>
  <p:tag name="KSO_WM_UNIT_TYPE" val="m_i"/>
  <p:tag name="KSO_WM_UNIT_INDEX" val="1_13"/>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f*1_2_1"/>
  <p:tag name="KSO_WM_TEMPLATE_CATEGORY" val="diagram"/>
  <p:tag name="KSO_WM_TEMPLATE_INDEX" val="20234417"/>
  <p:tag name="KSO_WM_UNIT_LAYERLEVEL" val="1_1_1"/>
  <p:tag name="KSO_WM_TAG_VERSION" val="3.0"/>
  <p:tag name="KSO_WM_UNIT_SUBTYPE" val="a"/>
  <p:tag name="KSO_WM_UNIT_NOCLEAR" val="0"/>
  <p:tag name="KSO_WM_UNIT_VALUE" val="64"/>
  <p:tag name="KSO_WM_DIAGRAM_GROUP_CODE" val="m1-1"/>
  <p:tag name="KSO_WM_UNIT_TYPE" val="m_h_f"/>
  <p:tag name="KSO_WM_UNIT_INDEX" val="1_2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简明扼要地阐述您的观点。根据需要您可酌情增减文字，以便观者准确地理解您传达思想"/>
  <p:tag name="KSO_WM_UNIT_TEXT_FILL_FORE_SCHEMECOLOR_INDEX" val="1"/>
  <p:tag name="KSO_WM_UNIT_TEXT_FILL_TYPE" val="1"/>
  <p:tag name="KSO_WM_UNIT_TEXT_TYPE" val="1"/>
  <p:tag name="KSO_WM_UNIT_USESOURCEFORMAT_APPLY" val="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i*1_2_1"/>
  <p:tag name="KSO_WM_TEMPLATE_CATEGORY" val="diagram"/>
  <p:tag name="KSO_WM_TEMPLATE_INDEX" val="20234417"/>
  <p:tag name="KSO_WM_UNIT_LAYERLEVEL" val="1_1_1"/>
  <p:tag name="KSO_WM_TAG_VERSION" val="3.0"/>
  <p:tag name="KSO_WM_DIAGRAM_GROUP_CODE" val="m1-1"/>
  <p:tag name="KSO_WM_UNIT_SUBTYPE" val="d"/>
  <p:tag name="KSO_WM_UNIT_TYPE" val="m_h_i"/>
  <p:tag name="KSO_WM_UNIT_INDEX" val="1_2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f*1_4_1"/>
  <p:tag name="KSO_WM_TEMPLATE_CATEGORY" val="diagram"/>
  <p:tag name="KSO_WM_TEMPLATE_INDEX" val="20234417"/>
  <p:tag name="KSO_WM_UNIT_LAYERLEVEL" val="1_1_1"/>
  <p:tag name="KSO_WM_TAG_VERSION" val="3.0"/>
  <p:tag name="KSO_WM_UNIT_SUBTYPE" val="a"/>
  <p:tag name="KSO_WM_UNIT_NOCLEAR" val="0"/>
  <p:tag name="KSO_WM_UNIT_VALUE" val="64"/>
  <p:tag name="KSO_WM_DIAGRAM_GROUP_CODE" val="m1-1"/>
  <p:tag name="KSO_WM_UNIT_TYPE" val="m_h_f"/>
  <p:tag name="KSO_WM_UNIT_INDEX" val="1_4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简明扼要地阐述您的观点。根据需要您可酌情增减文字，以便观者准确地理解您传达思想"/>
  <p:tag name="KSO_WM_UNIT_TEXT_FILL_FORE_SCHEMECOLOR_INDEX" val="1"/>
  <p:tag name="KSO_WM_UNIT_TEXT_FILL_TYPE" val="1"/>
  <p:tag name="KSO_WM_UNIT_TEXT_TYPE" val="1"/>
  <p:tag name="KSO_WM_UNIT_USESOURCEFORMAT_APPLY" val="1"/>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i*1_4_1"/>
  <p:tag name="KSO_WM_TEMPLATE_CATEGORY" val="diagram"/>
  <p:tag name="KSO_WM_TEMPLATE_INDEX" val="20234417"/>
  <p:tag name="KSO_WM_UNIT_LAYERLEVEL" val="1_1_1"/>
  <p:tag name="KSO_WM_TAG_VERSION" val="3.0"/>
  <p:tag name="KSO_WM_DIAGRAM_GROUP_CODE" val="m1-1"/>
  <p:tag name="KSO_WM_UNIT_SUBTYPE" val="d"/>
  <p:tag name="KSO_WM_UNIT_TYPE" val="m_h_i"/>
  <p:tag name="KSO_WM_UNIT_INDEX" val="1_4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f*1_6_1"/>
  <p:tag name="KSO_WM_TEMPLATE_CATEGORY" val="diagram"/>
  <p:tag name="KSO_WM_TEMPLATE_INDEX" val="20234417"/>
  <p:tag name="KSO_WM_UNIT_LAYERLEVEL" val="1_1_1"/>
  <p:tag name="KSO_WM_TAG_VERSION" val="3.0"/>
  <p:tag name="KSO_WM_UNIT_SUBTYPE" val="a"/>
  <p:tag name="KSO_WM_UNIT_NOCLEAR" val="0"/>
  <p:tag name="KSO_WM_UNIT_VALUE" val="64"/>
  <p:tag name="KSO_WM_DIAGRAM_GROUP_CODE" val="m1-1"/>
  <p:tag name="KSO_WM_UNIT_TYPE" val="m_h_f"/>
  <p:tag name="KSO_WM_UNIT_INDEX" val="1_6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简明扼要地阐述您的观点。根据需要您可酌情增减文字，以便观者准确地理解您传达思想"/>
  <p:tag name="KSO_WM_UNIT_TEXT_FILL_FORE_SCHEMECOLOR_INDEX" val="1"/>
  <p:tag name="KSO_WM_UNIT_TEXT_FILL_TYPE" val="1"/>
  <p:tag name="KSO_WM_UNIT_TEXT_TYPE" val="1"/>
  <p:tag name="KSO_WM_UNIT_USESOURCEFORMAT_APPLY" val="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4417_5*m_h_i*1_6_1"/>
  <p:tag name="KSO_WM_TEMPLATE_CATEGORY" val="diagram"/>
  <p:tag name="KSO_WM_TEMPLATE_INDEX" val="20234417"/>
  <p:tag name="KSO_WM_UNIT_LAYERLEVEL" val="1_1_1"/>
  <p:tag name="KSO_WM_TAG_VERSION" val="3.0"/>
  <p:tag name="KSO_WM_DIAGRAM_GROUP_CODE" val="m1-1"/>
  <p:tag name="KSO_WM_UNIT_SUBTYPE" val="d"/>
  <p:tag name="KSO_WM_UNIT_TYPE" val="m_h_i"/>
  <p:tag name="KSO_WM_UNIT_INDEX" val="1_6_1"/>
  <p:tag name="KSO_WM_DIAGRAM_VERSION" val="3"/>
  <p:tag name="KSO_WM_DIAGRAM_COLOR_TRICK" val="1"/>
  <p:tag name="KSO_WM_DIAGRAM_COLOR_TEXT_CAN_REMOVE" val="n"/>
  <p:tag name="KSO_WM_DIAGRAM_MAX_ITEMCNT" val="6"/>
  <p:tag name="KSO_WM_DIAGRAM_MIN_ITEMCNT" val="2"/>
  <p:tag name="KSO_WM_DIAGRAM_VIRTUALLY_FRAME" val="{&quot;height&quot;:402.25,&quot;left&quot;:45.2,&quot;top&quot;:106.85,&quot;width&quot;:88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1"/>
</p:tagLst>
</file>

<file path=ppt/tags/tag115.xml><?xml version="1.0" encoding="utf-8"?>
<p:tagLst xmlns:p="http://schemas.openxmlformats.org/presentationml/2006/main">
  <p:tag name="KSO_WM_SLIDE_ID" val="diagram20234417_5"/>
  <p:tag name="KSO_WM_TEMPLATE_SUBCATEGORY" val="0"/>
  <p:tag name="KSO_WM_TEMPLATE_MASTER_TYPE" val="0"/>
  <p:tag name="KSO_WM_TEMPLATE_COLOR_TYPE" val="0"/>
  <p:tag name="KSO_WM_SLIDE_TYPE" val="text"/>
  <p:tag name="KSO_WM_SLIDE_SUBTYPE" val="diag"/>
  <p:tag name="KSO_WM_SLIDE_ITEM_CNT" val="6"/>
  <p:tag name="KSO_WM_SLIDE_INDEX" val="5"/>
  <p:tag name="KSO_WM_SLIDE_SIZE" val="850.67*401.65"/>
  <p:tag name="KSO_WM_SLIDE_POSITION" val="54.75*107.45"/>
  <p:tag name="KSO_WM_TAG_VERSION" val="3.0"/>
  <p:tag name="KSO_WM_BEAUTIFY_FLAG" val="#wm#"/>
  <p:tag name="KSO_WM_TEMPLATE_CATEGORY" val="diagram"/>
  <p:tag name="KSO_WM_TEMPLATE_INDEX" val="20234417"/>
  <p:tag name="KSO_WM_DIAGRAM_GROUP_CODE" val="m1-1"/>
  <p:tag name="KSO_WM_SLIDE_DIAGTYPE" val="m"/>
  <p:tag name="KSO_WM_SLIDE_LAYOUT" val="a_m"/>
  <p:tag name="KSO_WM_SLIDE_LAYOUT_CNT" val="1_1"/>
</p:tagLst>
</file>

<file path=ppt/tags/tag116.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17.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18.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19.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20.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21.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22.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23.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24.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25.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26.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27.xml><?xml version="1.0" encoding="utf-8"?>
<p:tagLst xmlns:p="http://schemas.openxmlformats.org/presentationml/2006/main">
  <p:tag name="KSO_WM_DIAGRAM_VIRTUALLY_FRAME" val="{&quot;height&quot;:333.8697637795275,&quot;left&quot;:473.6206299212598,&quot;top&quot;:165.26511811023622,&quot;width&quot;:431.80881889763776}"/>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2454_1*l_i*1_1"/>
  <p:tag name="KSO_WM_TEMPLATE_CATEGORY" val="diagram"/>
  <p:tag name="KSO_WM_TEMPLATE_INDEX" val="20232454"/>
  <p:tag name="KSO_WM_UNIT_LAYERLEVEL" val="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solid&quot;:{&quot;brightness&quot;:0,&quot;colorType&quot;:1,&quot;foreColorIndex&quot;:5,&quot;transparency&quot;:0.3300000131130218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32454_1*l_i*1_2"/>
  <p:tag name="KSO_WM_TEMPLATE_CATEGORY" val="diagram"/>
  <p:tag name="KSO_WM_TEMPLATE_INDEX" val="20232454"/>
  <p:tag name="KSO_WM_UNIT_LAYERLEVEL" val="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gradient&quot;:[{&quot;brightness&quot;:0,&quot;colorType&quot;:1,&quot;foreColorIndex&quot;:5,&quot;pos&quot;:0,&quot;transparency&quot;:0.25},{&quot;brightness&quot;:0,&quot;colorType&quot;:1,&quot;foreColorIndex&quot;:5,&quot;pos&quot;:0.680000007152557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232454_1*l_i*1_3"/>
  <p:tag name="KSO_WM_TEMPLATE_CATEGORY" val="diagram"/>
  <p:tag name="KSO_WM_TEMPLATE_INDEX" val="20232454"/>
  <p:tag name="KSO_WM_UNIT_LAYERLEVEL" val="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solid&quot;:{&quot;brightness&quot;:0,&quot;colorType&quot;:1,&quot;foreColorIndex&quot;:5,&quot;transparency&quot;:0.870000004768371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1"/>
</p:tagLst>
</file>

<file path=ppt/tags/tag13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2454_1*l_h_i*1_1_2"/>
  <p:tag name="KSO_WM_TEMPLATE_CATEGORY" val="diagram"/>
  <p:tag name="KSO_WM_TEMPLATE_INDEX" val="20232454"/>
  <p:tag name="KSO_WM_UNIT_LAYERLEVEL" val="1_1_1"/>
  <p:tag name="KSO_WM_TAG_VERSION" val="3.0"/>
  <p:tag name="KSO_WM_BEAUTIFY_FLAG" val="#wm#"/>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type&quot;:0},&quot;glow&quot;:{&quot;colorType&quot;:0},&quot;line&quot;:{&quot;solidLine&quot;:{&quot;brightness&quot;:0,&quot;colorType&quot;:1,&quot;foreColorIndex&quot;:2,&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 name="KSO_WM_UNIT_LINE_FILL_TYPE" val="2"/>
  <p:tag name="KSO_WM_UNIT_TEXT_FILL_FORE_SCHEMECOLOR_INDEX" val="2"/>
  <p:tag name="KSO_WM_UNIT_TEXT_FILL_TYPE" val="1"/>
  <p:tag name="KSO_WM_UNIT_USESOURCEFORMAT_APPLY" val="1"/>
</p:tagLst>
</file>

<file path=ppt/tags/tag13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2454_1*l_h_f*1_1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思想的提炼，请尽量言简意赅的阐述观点，单击此处输入项正文，文字是思想的提炼"/>
  <p:tag name="KSO_WM_UNIT_TEXT_FILL_FORE_SCHEMECOLOR_INDEX" val="1"/>
  <p:tag name="KSO_WM_UNIT_TEXT_FILL_TYPE" val="1"/>
  <p:tag name="KSO_WM_UNIT_TEXT_TYPE" val="1"/>
  <p:tag name="KSO_WM_UNIT_USESOURCEFORMAT_APPLY" val="1"/>
</p:tagLst>
</file>

<file path=ppt/tags/tag13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2454_1*l_h_i*1_2_2"/>
  <p:tag name="KSO_WM_TEMPLATE_CATEGORY" val="diagram"/>
  <p:tag name="KSO_WM_TEMPLATE_INDEX" val="20232454"/>
  <p:tag name="KSO_WM_UNIT_LAYERLEVEL" val="1_1_1"/>
  <p:tag name="KSO_WM_TAG_VERSION" val="3.0"/>
  <p:tag name="KSO_WM_BEAUTIFY_FLAG" val="#wm#"/>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type&quot;:0},&quot;glow&quot;:{&quot;colorType&quot;:0},&quot;line&quot;:{&quot;solidLine&quot;:{&quot;brightness&quot;:0,&quot;colorType&quot;:1,&quot;foreColorIndex&quot;:2,&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 name="KSO_WM_UNIT_LINE_FILL_TYPE" val="2"/>
  <p:tag name="KSO_WM_UNIT_TEXT_FILL_FORE_SCHEMECOLOR_INDEX" val="2"/>
  <p:tag name="KSO_WM_UNIT_TEXT_FILL_TYPE" val="1"/>
  <p:tag name="KSO_WM_UNIT_USESOURCEFORMAT_APPLY" val="1"/>
</p:tagLst>
</file>

<file path=ppt/tags/tag13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2454_1*l_h_f*1_2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思想的提炼，请尽量言简意赅的阐述观点，单击此处输入项正文，文字是思想的提炼"/>
  <p:tag name="KSO_WM_UNIT_TEXT_FILL_FORE_SCHEMECOLOR_INDEX" val="1"/>
  <p:tag name="KSO_WM_UNIT_TEXT_FILL_TYPE" val="1"/>
  <p:tag name="KSO_WM_UNIT_TEXT_TYPE" val="1"/>
  <p:tag name="KSO_WM_UNIT_USESOURCEFORMAT_APPLY" val="1"/>
</p:tagLst>
</file>

<file path=ppt/tags/tag13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2454_1*l_h_a*1_1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UNIT_USESOURCEFORMAT_APPLY" val="1"/>
</p:tagLst>
</file>

<file path=ppt/tags/tag13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2454_1*l_h_a*1_2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UNIT_USESOURCEFORMAT_APPLY" val="1"/>
</p:tagLst>
</file>

<file path=ppt/tags/tag137.xml><?xml version="1.0" encoding="utf-8"?>
<p:tagLst xmlns:p="http://schemas.openxmlformats.org/presentationml/2006/main">
  <p:tag name="KSO_WM_DIAGRAM_VERSION" val="3"/>
  <p:tag name="KSO_WM_DIAGRAM_COLOR_TRICK" val="1"/>
  <p:tag name="KSO_WM_DIAGRAM_COLOR_TEXT_CAN_REMOVE" val="n"/>
  <p:tag name="KSO_WM_UNIT_VALUE" val="150*150"/>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2454_1*l_h_x*1_1_1"/>
  <p:tag name="KSO_WM_TEMPLATE_CATEGORY" val="diagram"/>
  <p:tag name="KSO_WM_TEMPLATE_INDEX" val="20232454"/>
  <p:tag name="KSO_WM_UNIT_LAYERLEVEL" val="1_1_1"/>
  <p:tag name="KSO_WM_TAG_VERSION" val="3.0"/>
  <p:tag name="KSO_WM_BEAUTIFY_FLAG" val="#wm#"/>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138.xml><?xml version="1.0" encoding="utf-8"?>
<p:tagLst xmlns:p="http://schemas.openxmlformats.org/presentationml/2006/main">
  <p:tag name="KSO_WM_DIAGRAM_VERSION" val="3"/>
  <p:tag name="KSO_WM_DIAGRAM_COLOR_TRICK" val="1"/>
  <p:tag name="KSO_WM_DIAGRAM_COLOR_TEXT_CAN_REMOVE" val="n"/>
  <p:tag name="KSO_WM_UNIT_VALUE" val="136*140"/>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2454_1*l_h_x*1_2_1"/>
  <p:tag name="KSO_WM_TEMPLATE_CATEGORY" val="diagram"/>
  <p:tag name="KSO_WM_TEMPLATE_INDEX" val="20232454"/>
  <p:tag name="KSO_WM_UNIT_LAYERLEVEL" val="1_1_1"/>
  <p:tag name="KSO_WM_TAG_VERSION" val="3.0"/>
  <p:tag name="KSO_WM_BEAUTIFY_FLAG" val="#wm#"/>
  <p:tag name="KSO_WM_DIAGRAM_MAX_ITEMCNT" val="5"/>
  <p:tag name="KSO_WM_DIAGRAM_MIN_ITEMCNT" val="2"/>
  <p:tag name="KSO_WM_DIAGRAM_VIRTUALLY_FRAME" val="{&quot;height&quot;:418.8055118110236,&quot;left&quot;:-0.33048005351865867,&quot;top&quot;:121.50086614173229,&quot;width&quot;:960.330566406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139.xml><?xml version="1.0" encoding="utf-8"?>
<p:tagLst xmlns:p="http://schemas.openxmlformats.org/presentationml/2006/main">
  <p:tag name="KSO_WM_SLIDE_ID" val="diagram20232454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diagram"/>
  <p:tag name="KSO_WM_TEMPLATE_INDEX" val="20232454"/>
  <p:tag name="KSO_WM_SLIDE_TYPE" val="text"/>
  <p:tag name="KSO_WM_SLIDE_SUBTYPE" val="diag"/>
  <p:tag name="KSO_WM_SLIDE_SIZE" val="960.331*418.806"/>
  <p:tag name="KSO_WM_SLIDE_POSITION" val="-0.330472*121.501"/>
  <p:tag name="KSO_WM_SLIDE_LAYOUT" val="a_l"/>
  <p:tag name="KSO_WM_SLIDE_LAYOUT_CNT" val="1_1"/>
  <p:tag name="KSO_WM_SPECIAL_SOURCE" val="bdnull"/>
  <p:tag name="KSO_WM_DIAGRAM_GROUP_CODE" val="l1-1"/>
  <p:tag name="KSO_WM_SLIDE_DIAGTYPE" val="l"/>
</p:tagLst>
</file>

<file path=ppt/tags/tag140.xml><?xml version="1.0" encoding="utf-8"?>
<p:tagLst xmlns:p="http://schemas.openxmlformats.org/presentationml/2006/main">
  <p:tag name="KSO_WM_SLIDE_ID" val="custom20231729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1729"/>
  <p:tag name="KSO_WM_SLIDE_TYPE" val="text"/>
  <p:tag name="KSO_WM_SLIDE_SUBTYPE" val="picTxt"/>
  <p:tag name="KSO_WM_SLIDE_SIZE" val="552.195*360.15"/>
  <p:tag name="KSO_WM_SLIDE_POSITION" val="360.156*132.55"/>
  <p:tag name="KSO_WM_SLIDE_LAYOUT" val="a_d_l"/>
  <p:tag name="KSO_WM_SLIDE_LAYOUT_CNT" val="1_1_1"/>
  <p:tag name="KSO_WM_SPECIAL_SOURCE" val="bdnull"/>
  <p:tag name="KSO_WM_DIAGRAM_GROUP_CODE" val="l1-1"/>
  <p:tag name="KSO_WM_SLIDE_DIAGTYPE" val="l"/>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1150_1*i*1"/>
  <p:tag name="KSO_WM_TEMPLATE_CATEGORY" val="custom"/>
  <p:tag name="KSO_WM_TEMPLATE_INDEX" val="20231150"/>
  <p:tag name="KSO_WM_UNIT_LAYERLEVEL" val="1"/>
  <p:tag name="KSO_WM_TAG_VERSION" val="3.0"/>
  <p:tag name="KSO_WM_BEAUTIFY_FLAG" val="#wm#"/>
  <p:tag name="KSO_WM_UNIT_FILL_FORE_SCHEMECOLOR_INDEX" val="5"/>
  <p:tag name="KSO_WM_UNIT_TEXT_FILL_FORE_SCHEMECOLOR_INDEX" val="2"/>
  <p:tag name="KSO_WM_UNIT_TEXT_FILL_TYPE" val="1"/>
  <p:tag name="KSO_WM_UNIT_USESOURCEFORMAT_APPLY"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1150_1*i*2"/>
  <p:tag name="KSO_WM_TEMPLATE_CATEGORY" val="custom"/>
  <p:tag name="KSO_WM_TEMPLATE_INDEX" val="20231150"/>
  <p:tag name="KSO_WM_UNIT_LAYERLEVEL" val="1"/>
  <p:tag name="KSO_WM_TAG_VERSION" val="3.0"/>
  <p:tag name="KSO_WM_BEAUTIFY_FLAG" val="#wm#"/>
  <p:tag name="KSO_WM_UNIT_LINE_FORE_SCHEMECOLOR_INDEX" val="5"/>
  <p:tag name="KSO_WM_UNIT_LINE_FILL_TYPE" val="2"/>
  <p:tag name="KSO_WM_UNIT_USESOURCEFORMAT_APPLY" val="1"/>
</p:tagLst>
</file>

<file path=ppt/tags/tag14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f"/>
  <p:tag name="KSO_WM_UNIT_INDEX" val="1"/>
  <p:tag name="KSO_WM_UNIT_ID" val="custom20231150_1*f*1"/>
  <p:tag name="KSO_WM_TEMPLATE_CATEGORY" val="custom"/>
  <p:tag name="KSO_WM_TEMPLATE_INDEX" val="20231150"/>
  <p:tag name="KSO_WM_UNIT_LAYERLEVEL" val="1"/>
  <p:tag name="KSO_WM_TAG_VERSION" val="3.0"/>
  <p:tag name="KSO_WM_BEAUTIFY_FLAG" val="#wm#"/>
  <p:tag name="KSO_WM_UNIT_VALUE" val="144"/>
  <p:tag name="KSO_WM_UNIT_TEXT_TYPE" val="1"/>
  <p:tag name="KSO_WM_UNIT_TEXT_LAYER_COUNT" val="1"/>
  <p:tag name="KSO_WM_UNIT_PRESET_TEXT" val="单击添加正文，文字是您思想的提炼，为了最终演示发布的良好效果，请言简意赅的阐述观点。根据需要可酌情增减文字，以便观者准确理解您所传达的信息。文字是您思想的提炼，请言简的阐述观点。&#13;单击此处添加正文，文字是您思想的提炼，请言简意赅阐述内容。"/>
  <p:tag name="KSO_WM_UNIT_TEXT_FILL_FORE_SCHEMECOLOR_INDEX" val="13"/>
  <p:tag name="KSO_WM_UNIT_TEXT_FILL_TYPE" val="1"/>
  <p:tag name="KSO_WM_UNIT_USESOURCEFORMAT_APPLY" val="1"/>
</p:tagLst>
</file>

<file path=ppt/tags/tag144.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5690_2*l_h_f*1_3_1"/>
  <p:tag name="KSO_WM_TEMPLATE_CATEGORY" val="diagram"/>
  <p:tag name="KSO_WM_TEMPLATE_INDEX" val="20235690"/>
  <p:tag name="KSO_WM_UNIT_LAYERLEVEL" val="1_1_1"/>
  <p:tag name="KSO_WM_TAG_VERSION" val="3.0"/>
  <p:tag name="KSO_WM_BEAUTIFY_FLAG" val="#wm#"/>
  <p:tag name="KSO_WM_DIAGRAM_VERSION" val="3"/>
  <p:tag name="KSO_WM_DIAGRAM_COLOR_TRICK" val="1"/>
  <p:tag name="KSO_WM_DIAGRAM_COLOR_TEXT_CAN_REMOVE" val="n"/>
  <p:tag name="KSO_WM_UNIT_VALUE" val="30"/>
  <p:tag name="KSO_WM_DIAGRAM_GROUP_CODE" val="l1-1"/>
  <p:tag name="KSO_WM_UNIT_PRESET_TEXT" val="单击此处添加正文，文字是您思想的提炼，请言简意赅阐述内容。"/>
  <p:tag name="KSO_WM_UNIT_LINE_FORE_SCHEMECOLOR_INDEX" val="-2"/>
  <p:tag name="KSO_WM_UNIT_TEXT_FILL_FORE_SCHEMECOLOR_INDEX" val="1"/>
  <p:tag name="KSO_WM_UNIT_TEXT_FILL_TYPE" val="1"/>
  <p:tag name="KSO_WM_UNIT_TEXT_TYPE" val="1"/>
  <p:tag name="KSO_WM_DIAGRAM_MAX_ITEMCNT" val="4"/>
  <p:tag name="KSO_WM_DIAGRAM_MIN_ITEMCNT" val="2"/>
  <p:tag name="KSO_WM_DIAGRAM_VIRTUALLY_FRAME" val="{&quot;height&quot;:158.125,&quot;left&quot;:363.2,&quot;top&quot;:267.4,&quot;width&quot;:55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4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3_1"/>
  <p:tag name="KSO_WM_UNIT_ID" val="diagram20235690_2*l_h_a*1_3_1"/>
  <p:tag name="KSO_WM_TEMPLATE_CATEGORY" val="diagram"/>
  <p:tag name="KSO_WM_TEMPLATE_INDEX" val="2023569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PRESET_TEXT" val="添加标题"/>
  <p:tag name="KSO_WM_UNIT_LINE_FORE_SCHEMECOLOR_INDEX" val="-2"/>
  <p:tag name="KSO_WM_UNIT_TEXT_FILL_FORE_SCHEMECOLOR_INDEX" val="1"/>
  <p:tag name="KSO_WM_UNIT_TEXT_FILL_TYPE" val="1"/>
  <p:tag name="KSO_WM_UNIT_TEXT_TYPE" val="1"/>
  <p:tag name="KSO_WM_DIAGRAM_MAX_ITEMCNT" val="4"/>
  <p:tag name="KSO_WM_DIAGRAM_MIN_ITEMCNT" val="2"/>
  <p:tag name="KSO_WM_DIAGRAM_VIRTUALLY_FRAME" val="{&quot;height&quot;:158.125,&quot;left&quot;:363.2,&quot;top&quot;:267.4,&quot;width&quot;:55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46.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5690_2*l_h_f*1_2_1"/>
  <p:tag name="KSO_WM_TEMPLATE_CATEGORY" val="diagram"/>
  <p:tag name="KSO_WM_TEMPLATE_INDEX" val="2023569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PRESET_TEXT" val="单击此处添加正文，文字是您思想的提炼，请言简意赅阐述内容。"/>
  <p:tag name="KSO_WM_UNIT_LINE_FORE_SCHEMECOLOR_INDEX" val="-2"/>
  <p:tag name="KSO_WM_UNIT_TEXT_FILL_FORE_SCHEMECOLOR_INDEX" val="1"/>
  <p:tag name="KSO_WM_UNIT_TEXT_FILL_TYPE" val="1"/>
  <p:tag name="KSO_WM_UNIT_TEXT_TYPE" val="1"/>
  <p:tag name="KSO_WM_DIAGRAM_MAX_ITEMCNT" val="4"/>
  <p:tag name="KSO_WM_DIAGRAM_MIN_ITEMCNT" val="2"/>
  <p:tag name="KSO_WM_DIAGRAM_VIRTUALLY_FRAME" val="{&quot;height&quot;:158.125,&quot;left&quot;:363.2,&quot;top&quot;:267.4,&quot;width&quot;:55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4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2_1"/>
  <p:tag name="KSO_WM_UNIT_ID" val="diagram20235690_2*l_h_a*1_2_1"/>
  <p:tag name="KSO_WM_TEMPLATE_CATEGORY" val="diagram"/>
  <p:tag name="KSO_WM_TEMPLATE_INDEX" val="20235690"/>
  <p:tag name="KSO_WM_UNIT_LAYERLEVEL" val="1_1_1"/>
  <p:tag name="KSO_WM_TAG_VERSION" val="3.0"/>
  <p:tag name="KSO_WM_BEAUTIFY_FLAG" val="#wm#"/>
  <p:tag name="KSO_WM_DIAGRAM_VERSION" val="3"/>
  <p:tag name="KSO_WM_DIAGRAM_COLOR_TRICK" val="1"/>
  <p:tag name="KSO_WM_DIAGRAM_COLOR_TEXT_CAN_REMOVE" val="n"/>
  <p:tag name="KSO_WM_UNIT_VALUE" val="9"/>
  <p:tag name="KSO_WM_DIAGRAM_GROUP_CODE" val="l1-1"/>
  <p:tag name="KSO_WM_UNIT_PRESET_TEXT" val="添加标题"/>
  <p:tag name="KSO_WM_UNIT_LINE_FORE_SCHEMECOLOR_INDEX" val="-2"/>
  <p:tag name="KSO_WM_UNIT_TEXT_FILL_FORE_SCHEMECOLOR_INDEX" val="1"/>
  <p:tag name="KSO_WM_UNIT_TEXT_FILL_TYPE" val="1"/>
  <p:tag name="KSO_WM_UNIT_TEXT_TYPE" val="1"/>
  <p:tag name="KSO_WM_DIAGRAM_MAX_ITEMCNT" val="4"/>
  <p:tag name="KSO_WM_DIAGRAM_MIN_ITEMCNT" val="2"/>
  <p:tag name="KSO_WM_DIAGRAM_VIRTUALLY_FRAME" val="{&quot;height&quot;:158.125,&quot;left&quot;:363.2,&quot;top&quot;:267.4,&quot;width&quot;:55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48.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5690_2*l_h_f*1_1_1"/>
  <p:tag name="KSO_WM_TEMPLATE_CATEGORY" val="diagram"/>
  <p:tag name="KSO_WM_TEMPLATE_INDEX" val="20235690"/>
  <p:tag name="KSO_WM_UNIT_LAYERLEVEL" val="1_1_1"/>
  <p:tag name="KSO_WM_TAG_VERSION" val="3.0"/>
  <p:tag name="KSO_WM_BEAUTIFY_FLAG" val="#wm#"/>
  <p:tag name="KSO_WM_DIAGRAM_VERSION" val="3"/>
  <p:tag name="KSO_WM_DIAGRAM_COLOR_TRICK" val="1"/>
  <p:tag name="KSO_WM_DIAGRAM_COLOR_TEXT_CAN_REMOVE" val="n"/>
  <p:tag name="KSO_WM_UNIT_VALUE" val="30"/>
  <p:tag name="KSO_WM_DIAGRAM_GROUP_CODE" val="l1-1"/>
  <p:tag name="KSO_WM_UNIT_PRESET_TEXT" val="单击此处添加正文，文字是您思想的提炼，请言简意赅阐述内容。"/>
  <p:tag name="KSO_WM_UNIT_LINE_FORE_SCHEMECOLOR_INDEX" val="-2"/>
  <p:tag name="KSO_WM_UNIT_TEXT_FILL_FORE_SCHEMECOLOR_INDEX" val="1"/>
  <p:tag name="KSO_WM_UNIT_TEXT_FILL_TYPE" val="1"/>
  <p:tag name="KSO_WM_UNIT_TEXT_TYPE" val="1"/>
  <p:tag name="KSO_WM_DIAGRAM_MAX_ITEMCNT" val="4"/>
  <p:tag name="KSO_WM_DIAGRAM_MIN_ITEMCNT" val="2"/>
  <p:tag name="KSO_WM_DIAGRAM_VIRTUALLY_FRAME" val="{&quot;height&quot;:158.125,&quot;left&quot;:363.2,&quot;top&quot;:267.4,&quot;width&quot;:55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4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20235690_2*l_h_a*1_1_1"/>
  <p:tag name="KSO_WM_TEMPLATE_CATEGORY" val="diagram"/>
  <p:tag name="KSO_WM_TEMPLATE_INDEX" val="2023569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PRESET_TEXT" val="添加标题"/>
  <p:tag name="KSO_WM_UNIT_LINE_FORE_SCHEMECOLOR_INDEX" val="-2"/>
  <p:tag name="KSO_WM_UNIT_TEXT_FILL_FORE_SCHEMECOLOR_INDEX" val="1"/>
  <p:tag name="KSO_WM_UNIT_TEXT_FILL_TYPE" val="1"/>
  <p:tag name="KSO_WM_UNIT_TEXT_TYPE" val="1"/>
  <p:tag name="KSO_WM_DIAGRAM_MAX_ITEMCNT" val="4"/>
  <p:tag name="KSO_WM_DIAGRAM_MIN_ITEMCNT" val="2"/>
  <p:tag name="KSO_WM_DIAGRAM_VIRTUALLY_FRAME" val="{&quot;height&quot;:158.125,&quot;left&quot;:363.2,&quot;top&quot;:267.4,&quot;width&quot;:55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50.xml><?xml version="1.0" encoding="utf-8"?>
<p:tagLst xmlns:p="http://schemas.openxmlformats.org/presentationml/2006/main">
  <p:tag name="KSO_WM_SLIDE_ID" val="custom20231150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1150"/>
  <p:tag name="KSO_WM_SLIDE_TYPE" val="text"/>
  <p:tag name="KSO_WM_SLIDE_SUBTYPE" val="picTxt"/>
  <p:tag name="KSO_WM_SLIDE_SIZE" val="553.1*99.1"/>
  <p:tag name="KSO_WM_SLIDE_POSITION" val="361.65*391.2"/>
  <p:tag name="KSO_WM_SLIDE_LAYOUT" val="a_d_f_l"/>
  <p:tag name="KSO_WM_SLIDE_LAYOUT_CNT" val="1_1_1_1"/>
  <p:tag name="KSO_WM_SPECIAL_SOURCE" val="bdnull"/>
  <p:tag name="KSO_WM_DIAGRAM_GROUP_CODE" val="l1-1"/>
  <p:tag name="KSO_WM_SLIDE_DIAGTYPE" val="l"/>
</p:tagLst>
</file>

<file path=ppt/tags/tag151.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52.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53.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54.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55.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56.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57.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58.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59.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60.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61.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62.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63.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64.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65.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66.xml><?xml version="1.0" encoding="utf-8"?>
<p:tagLst xmlns:p="http://schemas.openxmlformats.org/presentationml/2006/main">
  <p:tag name="KSO_WM_DIAGRAM_VIRTUALLY_FRAME" val="{&quot;height&quot;:398.56653543307084,&quot;left&quot;:60.64291338582677,&quot;top&quot;:89.16677165354331,&quot;width&quot;:887.5143307086613}"/>
</p:tagLst>
</file>

<file path=ppt/tags/tag167.xml><?xml version="1.0" encoding="utf-8"?>
<p:tagLst xmlns:p="http://schemas.openxmlformats.org/presentationml/2006/main">
  <p:tag name="ISPRING_PRESENTATION_TITLE" val="文明城市"/>
</p:tagLst>
</file>

<file path=ppt/theme/theme1.xml><?xml version="1.0" encoding="utf-8"?>
<a:theme xmlns:a="http://schemas.openxmlformats.org/drawingml/2006/main" name="包图主题2">
  <a:themeElements>
    <a:clrScheme name="自定义 179">
      <a:dk1>
        <a:srgbClr val="000000"/>
      </a:dk1>
      <a:lt1>
        <a:srgbClr val="FFFFFF"/>
      </a:lt1>
      <a:dk2>
        <a:srgbClr val="768395"/>
      </a:dk2>
      <a:lt2>
        <a:srgbClr val="F0F0F0"/>
      </a:lt2>
      <a:accent1>
        <a:srgbClr val="FF5049"/>
      </a:accent1>
      <a:accent2>
        <a:srgbClr val="FFA100"/>
      </a:accent2>
      <a:accent3>
        <a:srgbClr val="4862F4"/>
      </a:accent3>
      <a:accent4>
        <a:srgbClr val="FDC800"/>
      </a:accent4>
      <a:accent5>
        <a:srgbClr val="A6A6A6"/>
      </a:accent5>
      <a:accent6>
        <a:srgbClr val="C5C5C5"/>
      </a:accent6>
      <a:hlink>
        <a:srgbClr val="046DA3"/>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FEFFFF"/>
      </a:lt2>
      <a:accent1>
        <a:srgbClr val="376FFF"/>
      </a:accent1>
      <a:accent2>
        <a:srgbClr val="17D594"/>
      </a:accent2>
      <a:accent3>
        <a:srgbClr val="FFC000"/>
      </a:accent3>
      <a:accent4>
        <a:srgbClr val="FF7429"/>
      </a:accent4>
      <a:accent5>
        <a:srgbClr val="F84949"/>
      </a:accent5>
      <a:accent6>
        <a:srgbClr val="8830FE"/>
      </a:accent6>
      <a:hlink>
        <a:srgbClr val="304FFE"/>
      </a:hlink>
      <a:folHlink>
        <a:srgbClr val="492067"/>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自定义 16">
      <a:dk1>
        <a:srgbClr val="000000"/>
      </a:dk1>
      <a:lt1>
        <a:srgbClr val="FFFFFF"/>
      </a:lt1>
      <a:dk2>
        <a:srgbClr val="44546A"/>
      </a:dk2>
      <a:lt2>
        <a:srgbClr val="E7E6E6"/>
      </a:lt2>
      <a:accent1>
        <a:srgbClr val="376FFF"/>
      </a:accent1>
      <a:accent2>
        <a:srgbClr val="75BD42"/>
      </a:accent2>
      <a:accent3>
        <a:srgbClr val="F2BA02"/>
      </a:accent3>
      <a:accent4>
        <a:srgbClr val="EE822F"/>
      </a:accent4>
      <a:accent5>
        <a:srgbClr val="30C0B4"/>
      </a:accent5>
      <a:accent6>
        <a:srgbClr val="F31161"/>
      </a:accent6>
      <a:hlink>
        <a:srgbClr val="0026E5"/>
      </a:hlink>
      <a:folHlink>
        <a:srgbClr val="7E1FAD"/>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noAutofit/>
      </a:bodyPr>
      <a:lstStyle>
        <a:defPPr algn="l">
          <a:defRPr lang="zh-CN" altLang="en-US" sz="2400" kern="0" dirty="0">
            <a:solidFill>
              <a:schemeClr val="dk1">
                <a:lumMod val="85000"/>
                <a:lumOff val="15000"/>
              </a:schemeClr>
            </a:solidFill>
            <a:latin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UI配色">
      <a:dk1>
        <a:sysClr val="windowText" lastClr="000000"/>
      </a:dk1>
      <a:lt1>
        <a:sysClr val="window" lastClr="FFFFFF"/>
      </a:lt1>
      <a:dk2>
        <a:srgbClr val="5A5A5A"/>
      </a:dk2>
      <a:lt2>
        <a:srgbClr val="F7F8FF"/>
      </a:lt2>
      <a:accent1>
        <a:srgbClr val="1C4BE6"/>
      </a:accent1>
      <a:accent2>
        <a:srgbClr val="4985FB"/>
      </a:accent2>
      <a:accent3>
        <a:srgbClr val="2EC0FF"/>
      </a:accent3>
      <a:accent4>
        <a:srgbClr val="1C79E6"/>
      </a:accent4>
      <a:accent5>
        <a:srgbClr val="9E62FF"/>
      </a:accent5>
      <a:accent6>
        <a:srgbClr val="5552E8"/>
      </a:accent6>
      <a:hlink>
        <a:srgbClr val="658BD5"/>
      </a:hlink>
      <a:folHlink>
        <a:srgbClr val="A16AA5"/>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Office 主题​​">
  <a:themeElements>
    <a:clrScheme name="蓝色配色">
      <a:dk1>
        <a:srgbClr val="000000"/>
      </a:dk1>
      <a:lt1>
        <a:srgbClr val="FFFFFF"/>
      </a:lt1>
      <a:dk2>
        <a:srgbClr val="001548"/>
      </a:dk2>
      <a:lt2>
        <a:srgbClr val="F5F7FF"/>
      </a:lt2>
      <a:accent1>
        <a:srgbClr val="376FFF"/>
      </a:accent1>
      <a:accent2>
        <a:srgbClr val="FF7429"/>
      </a:accent2>
      <a:accent3>
        <a:srgbClr val="8830FE"/>
      </a:accent3>
      <a:accent4>
        <a:srgbClr val="17D594"/>
      </a:accent4>
      <a:accent5>
        <a:srgbClr val="F84949"/>
      </a:accent5>
      <a:accent6>
        <a:srgbClr val="FFC000"/>
      </a:accent6>
      <a:hlink>
        <a:srgbClr val="304FFE"/>
      </a:hlink>
      <a:folHlink>
        <a:srgbClr val="492067"/>
      </a:folHlink>
    </a:clrScheme>
    <a:fontScheme name="主题字体">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79">
    <a:dk1>
      <a:srgbClr val="000000"/>
    </a:dk1>
    <a:lt1>
      <a:srgbClr val="FFFFFF"/>
    </a:lt1>
    <a:dk2>
      <a:srgbClr val="768395"/>
    </a:dk2>
    <a:lt2>
      <a:srgbClr val="F0F0F0"/>
    </a:lt2>
    <a:accent1>
      <a:srgbClr val="FF5049"/>
    </a:accent1>
    <a:accent2>
      <a:srgbClr val="FFA100"/>
    </a:accent2>
    <a:accent3>
      <a:srgbClr val="4862F4"/>
    </a:accent3>
    <a:accent4>
      <a:srgbClr val="FDC800"/>
    </a:accent4>
    <a:accent5>
      <a:srgbClr val="A6A6A6"/>
    </a:accent5>
    <a:accent6>
      <a:srgbClr val="C5C5C5"/>
    </a:accent6>
    <a:hlink>
      <a:srgbClr val="046DA3"/>
    </a:hlink>
    <a:folHlink>
      <a:srgbClr val="BFBFBF"/>
    </a:folHlink>
  </a:clrScheme>
</a:themeOverride>
</file>

<file path=ppt/theme/themeOverride2.xml><?xml version="1.0" encoding="utf-8"?>
<a:themeOverride xmlns:a="http://schemas.openxmlformats.org/drawingml/2006/main">
  <a:clrScheme name="自定义 179">
    <a:dk1>
      <a:srgbClr val="000000"/>
    </a:dk1>
    <a:lt1>
      <a:srgbClr val="FFFFFF"/>
    </a:lt1>
    <a:dk2>
      <a:srgbClr val="768395"/>
    </a:dk2>
    <a:lt2>
      <a:srgbClr val="F0F0F0"/>
    </a:lt2>
    <a:accent1>
      <a:srgbClr val="FF5049"/>
    </a:accent1>
    <a:accent2>
      <a:srgbClr val="FFA100"/>
    </a:accent2>
    <a:accent3>
      <a:srgbClr val="4862F4"/>
    </a:accent3>
    <a:accent4>
      <a:srgbClr val="FDC800"/>
    </a:accent4>
    <a:accent5>
      <a:srgbClr val="A6A6A6"/>
    </a:accent5>
    <a:accent6>
      <a:srgbClr val="C5C5C5"/>
    </a:accent6>
    <a:hlink>
      <a:srgbClr val="046DA3"/>
    </a:hlink>
    <a:folHlink>
      <a:srgbClr val="BFBFBF"/>
    </a:folHlink>
  </a:clrScheme>
</a:themeOverride>
</file>

<file path=ppt/theme/themeOverride3.xml><?xml version="1.0" encoding="utf-8"?>
<a:themeOverride xmlns:a="http://schemas.openxmlformats.org/drawingml/2006/main">
  <a:clrScheme name="自定义 179">
    <a:dk1>
      <a:srgbClr val="000000"/>
    </a:dk1>
    <a:lt1>
      <a:srgbClr val="FFFFFF"/>
    </a:lt1>
    <a:dk2>
      <a:srgbClr val="768395"/>
    </a:dk2>
    <a:lt2>
      <a:srgbClr val="F0F0F0"/>
    </a:lt2>
    <a:accent1>
      <a:srgbClr val="FF5049"/>
    </a:accent1>
    <a:accent2>
      <a:srgbClr val="FFA100"/>
    </a:accent2>
    <a:accent3>
      <a:srgbClr val="4862F4"/>
    </a:accent3>
    <a:accent4>
      <a:srgbClr val="FDC800"/>
    </a:accent4>
    <a:accent5>
      <a:srgbClr val="A6A6A6"/>
    </a:accent5>
    <a:accent6>
      <a:srgbClr val="C5C5C5"/>
    </a:accent6>
    <a:hlink>
      <a:srgbClr val="046DA3"/>
    </a:hlink>
    <a:folHlink>
      <a:srgbClr val="BFBFBF"/>
    </a:folHlink>
  </a:clrScheme>
</a:themeOverride>
</file>

<file path=ppt/theme/themeOverride4.xml><?xml version="1.0" encoding="utf-8"?>
<a:themeOverride xmlns:a="http://schemas.openxmlformats.org/drawingml/2006/main">
  <a:clrScheme name="自定义 179">
    <a:dk1>
      <a:srgbClr val="000000"/>
    </a:dk1>
    <a:lt1>
      <a:srgbClr val="FFFFFF"/>
    </a:lt1>
    <a:dk2>
      <a:srgbClr val="768395"/>
    </a:dk2>
    <a:lt2>
      <a:srgbClr val="F0F0F0"/>
    </a:lt2>
    <a:accent1>
      <a:srgbClr val="FF5049"/>
    </a:accent1>
    <a:accent2>
      <a:srgbClr val="FFA100"/>
    </a:accent2>
    <a:accent3>
      <a:srgbClr val="4862F4"/>
    </a:accent3>
    <a:accent4>
      <a:srgbClr val="FDC800"/>
    </a:accent4>
    <a:accent5>
      <a:srgbClr val="A6A6A6"/>
    </a:accent5>
    <a:accent6>
      <a:srgbClr val="C5C5C5"/>
    </a:accent6>
    <a:hlink>
      <a:srgbClr val="046DA3"/>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包图主题2</Template>
  <TotalTime>0</TotalTime>
  <Words>2057</Words>
  <Application>WPS 演示</Application>
  <PresentationFormat>宽屏</PresentationFormat>
  <Paragraphs>211</Paragraphs>
  <Slides>16</Slides>
  <Notes>20</Notes>
  <HiddenSlides>0</HiddenSlides>
  <MMClips>0</MMClips>
  <ScaleCrop>false</ScaleCrop>
  <HeadingPairs>
    <vt:vector size="6" baseType="variant">
      <vt:variant>
        <vt:lpstr>已用的字体</vt:lpstr>
      </vt:variant>
      <vt:variant>
        <vt:i4>21</vt:i4>
      </vt:variant>
      <vt:variant>
        <vt:lpstr>主题</vt:lpstr>
      </vt:variant>
      <vt:variant>
        <vt:i4>5</vt:i4>
      </vt:variant>
      <vt:variant>
        <vt:lpstr>幻灯片标题</vt:lpstr>
      </vt:variant>
      <vt:variant>
        <vt:i4>16</vt:i4>
      </vt:variant>
    </vt:vector>
  </HeadingPairs>
  <TitlesOfParts>
    <vt:vector size="42" baseType="lpstr">
      <vt:lpstr>Arial</vt:lpstr>
      <vt:lpstr>宋体</vt:lpstr>
      <vt:lpstr>Wingdings</vt:lpstr>
      <vt:lpstr>字魂59号-创粗黑</vt:lpstr>
      <vt:lpstr>黑体</vt:lpstr>
      <vt:lpstr>微软雅黑</vt:lpstr>
      <vt:lpstr>Wingdings</vt:lpstr>
      <vt:lpstr>Arial</vt:lpstr>
      <vt:lpstr>EngraversGothic BT</vt:lpstr>
      <vt:lpstr>Yu Gothic UI</vt:lpstr>
      <vt:lpstr>Helvetica Light</vt:lpstr>
      <vt:lpstr>+中文正文</vt:lpstr>
      <vt:lpstr>Segoe Print</vt:lpstr>
      <vt:lpstr>Times New Roman</vt:lpstr>
      <vt:lpstr>Arial Unicode MS</vt:lpstr>
      <vt:lpstr>Calibri</vt:lpstr>
      <vt:lpstr>Helvetica Light</vt:lpstr>
      <vt:lpstr>字魂59号-创粗黑</vt:lpstr>
      <vt:lpstr>字魂创粗黑</vt:lpstr>
      <vt:lpstr>Retro Cute Light</vt:lpstr>
      <vt:lpstr>华文隶书</vt:lpstr>
      <vt:lpstr>包图主题2</vt:lpstr>
      <vt:lpstr>Office 主题​​</vt:lpstr>
      <vt:lpstr>1_Office 主题​​</vt:lpstr>
      <vt:lpstr>2_Office 主题​​</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中原城市群建成区变迁与景观生态安全格局演变</dc:title>
  <dc:creator>张国利</dc:creator>
  <cp:lastModifiedBy>张</cp:lastModifiedBy>
  <cp:revision>76</cp:revision>
  <dcterms:created xsi:type="dcterms:W3CDTF">2017-09-19T03:01:00Z</dcterms:created>
  <dcterms:modified xsi:type="dcterms:W3CDTF">2026-02-01T10:50:02Z</dcterms:modified>
  <dc:subject>严格复用原始汇报模板</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41F593BEF6B94CB293C274D2E3EDE7A8_13</vt:lpwstr>
  </property>
  <property fmtid="{D5CDD505-2E9C-101B-9397-08002B2CF9AE}" pid="3" name="KSOProductBuildVer">
    <vt:lpwstr>2052-12.1.0.24657</vt:lpwstr>
  </property>
</Properties>
</file>